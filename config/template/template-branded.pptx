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60" r:id="rId1"/>
  </p:sldMasterIdLst>
  <p:notesMasterIdLst>
    <p:notesMasterId r:id="rId13"/>
  </p:notesMasterIdLst>
  <p:sldIdLst>
    <p:sldId id="321" r:id="rId2"/>
    <p:sldId id="337" r:id="rId3"/>
    <p:sldId id="322" r:id="rId4"/>
    <p:sldId id="325" r:id="rId5"/>
    <p:sldId id="327" r:id="rId6"/>
    <p:sldId id="338" r:id="rId7"/>
    <p:sldId id="339" r:id="rId8"/>
    <p:sldId id="335" r:id="rId9"/>
    <p:sldId id="336" r:id="rId10"/>
    <p:sldId id="340" r:id="rId11"/>
    <p:sldId id="324" r:id="rId12"/>
  </p:sldIdLst>
  <p:sldSz cx="13817600" cy="7772400"/>
  <p:notesSz cx="6858000" cy="9144000"/>
  <p:embeddedFontLst>
    <p:embeddedFont>
      <p:font typeface="Assistant Light" pitchFamily="2" charset="-79"/>
      <p:regular r:id="rId14"/>
    </p:embeddedFont>
    <p:embeddedFont>
      <p:font typeface="Avenir Next LT Pro" panose="020B0504020202020204" pitchFamily="34" charset="0"/>
      <p:regular r:id="rId15"/>
      <p:bold r:id="rId16"/>
      <p:italic r:id="rId17"/>
      <p:boldItalic r:id="rId18"/>
    </p:embeddedFont>
    <p:embeddedFont>
      <p:font typeface="Nunito Sans" pitchFamily="2" charset="0"/>
      <p:regular r:id="rId19"/>
      <p:bold r:id="rId20"/>
      <p:italic r:id="rId21"/>
      <p:boldItalic r:id="rId22"/>
    </p:embeddedFont>
    <p:embeddedFont>
      <p:font typeface="Nunito Sans ExtraBold" pitchFamily="2" charset="0"/>
      <p:bold r:id="rId23"/>
      <p:boldItalic r:id="rId24"/>
    </p:embeddedFont>
    <p:embeddedFont>
      <p:font typeface="Pontano Sans" panose="020B0604020202020204" charset="0"/>
      <p:regular r:id="rId25"/>
      <p:bold r:id="rId26"/>
    </p:embeddedFont>
  </p:embeddedFontLst>
  <p:custDataLst>
    <p:tags r:id="rId27"/>
  </p:custDataLst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435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692A83-89C3-F14D-5176-6B9ECEB6194B}" name="Info, Hands On" initials="IH" userId="S::info@handscom.com::4560adac-733b-4fda-b579-3c6a4b66184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ryn Matz" initials="K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9999"/>
    <a:srgbClr val="C3D3D3"/>
    <a:srgbClr val="515353"/>
    <a:srgbClr val="EB831D"/>
    <a:srgbClr val="16BAC5"/>
    <a:srgbClr val="7FD9DF"/>
    <a:srgbClr val="604D44"/>
    <a:srgbClr val="30323D"/>
    <a:srgbClr val="FFFC31"/>
    <a:srgbClr val="F5A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5" autoAdjust="0"/>
    <p:restoredTop sz="94404" autoAdjust="0"/>
  </p:normalViewPr>
  <p:slideViewPr>
    <p:cSldViewPr snapToGrid="0">
      <p:cViewPr varScale="1">
        <p:scale>
          <a:sx n="85" d="100"/>
          <a:sy n="85" d="100"/>
        </p:scale>
        <p:origin x="56" y="372"/>
      </p:cViewPr>
      <p:guideLst>
        <p:guide orient="horz" pos="2448"/>
        <p:guide pos="43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73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BDAE8-5F0E-44F4-92FB-4D79DC65797D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4E261-2EC2-4FA3-8012-78A541401E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88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preserve="1">
  <p:cSld name="1_Opening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;p4">
            <a:extLst>
              <a:ext uri="{FF2B5EF4-FFF2-40B4-BE49-F238E27FC236}">
                <a16:creationId xmlns:a16="http://schemas.microsoft.com/office/drawing/2014/main" id="{BF0E5F8A-6BDA-E05B-762F-FEC2D098F1A4}"/>
              </a:ext>
            </a:extLst>
          </p:cNvPr>
          <p:cNvSpPr/>
          <p:nvPr userDrawn="1"/>
        </p:nvSpPr>
        <p:spPr>
          <a:xfrm>
            <a:off x="-339" y="-2646"/>
            <a:ext cx="4356439" cy="7789440"/>
          </a:xfrm>
          <a:custGeom>
            <a:avLst/>
            <a:gdLst>
              <a:gd name="connsiteX0" fmla="*/ 0 w 8001200"/>
              <a:gd name="connsiteY0" fmla="*/ 3809800 h 7619600"/>
              <a:gd name="connsiteX1" fmla="*/ 1904900 w 8001200"/>
              <a:gd name="connsiteY1" fmla="*/ 2 h 7619600"/>
              <a:gd name="connsiteX2" fmla="*/ 6096300 w 8001200"/>
              <a:gd name="connsiteY2" fmla="*/ 2 h 7619600"/>
              <a:gd name="connsiteX3" fmla="*/ 8001200 w 8001200"/>
              <a:gd name="connsiteY3" fmla="*/ 3809800 h 7619600"/>
              <a:gd name="connsiteX4" fmla="*/ 6096300 w 8001200"/>
              <a:gd name="connsiteY4" fmla="*/ 7619598 h 7619600"/>
              <a:gd name="connsiteX5" fmla="*/ 1904900 w 8001200"/>
              <a:gd name="connsiteY5" fmla="*/ 7619598 h 7619600"/>
              <a:gd name="connsiteX6" fmla="*/ 0 w 8001200"/>
              <a:gd name="connsiteY6" fmla="*/ 3809800 h 7619600"/>
              <a:gd name="connsiteX0" fmla="*/ 0 w 8001200"/>
              <a:gd name="connsiteY0" fmla="*/ 3809798 h 7619596"/>
              <a:gd name="connsiteX1" fmla="*/ 1904900 w 8001200"/>
              <a:gd name="connsiteY1" fmla="*/ 0 h 7619596"/>
              <a:gd name="connsiteX2" fmla="*/ 6401100 w 8001200"/>
              <a:gd name="connsiteY2" fmla="*/ 666750 h 7619596"/>
              <a:gd name="connsiteX3" fmla="*/ 8001200 w 8001200"/>
              <a:gd name="connsiteY3" fmla="*/ 3809798 h 7619596"/>
              <a:gd name="connsiteX4" fmla="*/ 6096300 w 8001200"/>
              <a:gd name="connsiteY4" fmla="*/ 7619596 h 7619596"/>
              <a:gd name="connsiteX5" fmla="*/ 1904900 w 8001200"/>
              <a:gd name="connsiteY5" fmla="*/ 7619596 h 7619596"/>
              <a:gd name="connsiteX6" fmla="*/ 0 w 8001200"/>
              <a:gd name="connsiteY6" fmla="*/ 3809798 h 7619596"/>
              <a:gd name="connsiteX0" fmla="*/ 0 w 8001200"/>
              <a:gd name="connsiteY0" fmla="*/ 3238298 h 7048096"/>
              <a:gd name="connsiteX1" fmla="*/ 2095400 w 8001200"/>
              <a:gd name="connsiteY1" fmla="*/ 0 h 7048096"/>
              <a:gd name="connsiteX2" fmla="*/ 6401100 w 8001200"/>
              <a:gd name="connsiteY2" fmla="*/ 95250 h 7048096"/>
              <a:gd name="connsiteX3" fmla="*/ 8001200 w 8001200"/>
              <a:gd name="connsiteY3" fmla="*/ 3238298 h 7048096"/>
              <a:gd name="connsiteX4" fmla="*/ 6096300 w 8001200"/>
              <a:gd name="connsiteY4" fmla="*/ 7048096 h 7048096"/>
              <a:gd name="connsiteX5" fmla="*/ 1904900 w 8001200"/>
              <a:gd name="connsiteY5" fmla="*/ 7048096 h 7048096"/>
              <a:gd name="connsiteX6" fmla="*/ 0 w 8001200"/>
              <a:gd name="connsiteY6" fmla="*/ 3238298 h 7048096"/>
              <a:gd name="connsiteX0" fmla="*/ 0 w 8001200"/>
              <a:gd name="connsiteY0" fmla="*/ 3143048 h 6952846"/>
              <a:gd name="connsiteX1" fmla="*/ 1904900 w 8001200"/>
              <a:gd name="connsiteY1" fmla="*/ 0 h 6952846"/>
              <a:gd name="connsiteX2" fmla="*/ 6401100 w 8001200"/>
              <a:gd name="connsiteY2" fmla="*/ 0 h 6952846"/>
              <a:gd name="connsiteX3" fmla="*/ 8001200 w 8001200"/>
              <a:gd name="connsiteY3" fmla="*/ 3143048 h 6952846"/>
              <a:gd name="connsiteX4" fmla="*/ 6096300 w 8001200"/>
              <a:gd name="connsiteY4" fmla="*/ 6952846 h 6952846"/>
              <a:gd name="connsiteX5" fmla="*/ 1904900 w 8001200"/>
              <a:gd name="connsiteY5" fmla="*/ 6952846 h 6952846"/>
              <a:gd name="connsiteX6" fmla="*/ 0 w 8001200"/>
              <a:gd name="connsiteY6" fmla="*/ 3143048 h 6952846"/>
              <a:gd name="connsiteX0" fmla="*/ 0 w 6096300"/>
              <a:gd name="connsiteY0" fmla="*/ 6952846 h 6952846"/>
              <a:gd name="connsiteX1" fmla="*/ 0 w 6096300"/>
              <a:gd name="connsiteY1" fmla="*/ 0 h 6952846"/>
              <a:gd name="connsiteX2" fmla="*/ 4496200 w 6096300"/>
              <a:gd name="connsiteY2" fmla="*/ 0 h 6952846"/>
              <a:gd name="connsiteX3" fmla="*/ 6096300 w 6096300"/>
              <a:gd name="connsiteY3" fmla="*/ 3143048 h 6952846"/>
              <a:gd name="connsiteX4" fmla="*/ 4191400 w 6096300"/>
              <a:gd name="connsiteY4" fmla="*/ 6952846 h 6952846"/>
              <a:gd name="connsiteX5" fmla="*/ 0 w 60963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4496200 w 5029500"/>
              <a:gd name="connsiteY2" fmla="*/ 0 h 6952846"/>
              <a:gd name="connsiteX3" fmla="*/ 5029500 w 5029500"/>
              <a:gd name="connsiteY3" fmla="*/ 3695498 h 6952846"/>
              <a:gd name="connsiteX4" fmla="*/ 4191400 w 5029500"/>
              <a:gd name="connsiteY4" fmla="*/ 6952846 h 6952846"/>
              <a:gd name="connsiteX5" fmla="*/ 0 w 50295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3467500 w 5029500"/>
              <a:gd name="connsiteY2" fmla="*/ 0 h 6952846"/>
              <a:gd name="connsiteX3" fmla="*/ 5029500 w 5029500"/>
              <a:gd name="connsiteY3" fmla="*/ 3695498 h 6952846"/>
              <a:gd name="connsiteX4" fmla="*/ 4191400 w 5029500"/>
              <a:gd name="connsiteY4" fmla="*/ 6952846 h 6952846"/>
              <a:gd name="connsiteX5" fmla="*/ 0 w 50295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3467500 w 5029500"/>
              <a:gd name="connsiteY2" fmla="*/ 0 h 6952846"/>
              <a:gd name="connsiteX3" fmla="*/ 5029500 w 5029500"/>
              <a:gd name="connsiteY3" fmla="*/ 3695498 h 6952846"/>
              <a:gd name="connsiteX4" fmla="*/ 4077100 w 5029500"/>
              <a:gd name="connsiteY4" fmla="*/ 6933796 h 6952846"/>
              <a:gd name="connsiteX5" fmla="*/ 0 w 50295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4077100 w 4572300"/>
              <a:gd name="connsiteY4" fmla="*/ 6933796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3555990 w 4572300"/>
              <a:gd name="connsiteY4" fmla="*/ 6943743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388842 w 4572300"/>
              <a:gd name="connsiteY2" fmla="*/ 0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3974 w 4572300"/>
              <a:gd name="connsiteY2" fmla="*/ 12847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3974 w 4572300"/>
              <a:gd name="connsiteY2" fmla="*/ 12847 h 6952846"/>
              <a:gd name="connsiteX3" fmla="*/ 4572300 w 4572300"/>
              <a:gd name="connsiteY3" fmla="*/ 333354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569160 w 4572300"/>
              <a:gd name="connsiteY2" fmla="*/ 0 h 6952846"/>
              <a:gd name="connsiteX3" fmla="*/ 4572300 w 4572300"/>
              <a:gd name="connsiteY3" fmla="*/ 333354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569160 w 4572300"/>
              <a:gd name="connsiteY2" fmla="*/ 0 h 6952846"/>
              <a:gd name="connsiteX3" fmla="*/ 4572300 w 4572300"/>
              <a:gd name="connsiteY3" fmla="*/ 353910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53910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539108 h 6952846"/>
              <a:gd name="connsiteX4" fmla="*/ 3381422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462023 h 6952846"/>
              <a:gd name="connsiteX4" fmla="*/ 3381422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462023 h 6952846"/>
              <a:gd name="connsiteX4" fmla="*/ 3456555 w 4572300"/>
              <a:gd name="connsiteY4" fmla="*/ 6943745 h 6952846"/>
              <a:gd name="connsiteX5" fmla="*/ 0 w 4572300"/>
              <a:gd name="connsiteY5" fmla="*/ 6952846 h 6952846"/>
              <a:gd name="connsiteX0" fmla="*/ 0 w 4280608"/>
              <a:gd name="connsiteY0" fmla="*/ 6952846 h 6952846"/>
              <a:gd name="connsiteX1" fmla="*/ 0 w 4280608"/>
              <a:gd name="connsiteY1" fmla="*/ 0 h 6952846"/>
              <a:gd name="connsiteX2" fmla="*/ 3479001 w 4280608"/>
              <a:gd name="connsiteY2" fmla="*/ 0 h 6952846"/>
              <a:gd name="connsiteX3" fmla="*/ 4280608 w 4280608"/>
              <a:gd name="connsiteY3" fmla="*/ 3450687 h 6952846"/>
              <a:gd name="connsiteX4" fmla="*/ 3456555 w 4280608"/>
              <a:gd name="connsiteY4" fmla="*/ 6943745 h 6952846"/>
              <a:gd name="connsiteX5" fmla="*/ 0 w 4280608"/>
              <a:gd name="connsiteY5" fmla="*/ 6952846 h 6952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608" h="6952846">
                <a:moveTo>
                  <a:pt x="0" y="6952846"/>
                </a:moveTo>
                <a:lnTo>
                  <a:pt x="0" y="0"/>
                </a:lnTo>
                <a:lnTo>
                  <a:pt x="3479001" y="0"/>
                </a:lnTo>
                <a:lnTo>
                  <a:pt x="4280608" y="3450687"/>
                </a:lnTo>
                <a:lnTo>
                  <a:pt x="3456555" y="6943745"/>
                </a:lnTo>
                <a:lnTo>
                  <a:pt x="0" y="6952846"/>
                </a:lnTo>
                <a:close/>
              </a:path>
            </a:pathLst>
          </a:custGeom>
          <a:gradFill>
            <a:gsLst>
              <a:gs pos="8000">
                <a:schemeClr val="tx2">
                  <a:lumMod val="10000"/>
                </a:schemeClr>
              </a:gs>
              <a:gs pos="100000">
                <a:schemeClr val="accent3">
                  <a:lumMod val="50000"/>
                </a:schemeClr>
              </a:gs>
            </a:gsLst>
            <a:lin ang="135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38153" tIns="138153" rIns="138153" bIns="13815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20" dirty="0">
              <a:latin typeface="+mj-lt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06592" y="2749784"/>
            <a:ext cx="3821471" cy="3252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 Sans ExtraBold"/>
              <a:buNone/>
              <a:defRPr sz="4080">
                <a:solidFill>
                  <a:schemeClr val="lt1"/>
                </a:solidFill>
                <a:latin typeface="+mj-lt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366298" y="1666317"/>
            <a:ext cx="6576507" cy="10834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ntano Sans"/>
              <a:buNone/>
              <a:defRPr sz="1813">
                <a:solidFill>
                  <a:schemeClr val="tx1"/>
                </a:solidFill>
                <a:latin typeface="+mj-lt"/>
                <a:ea typeface="Pontano Sans"/>
                <a:cs typeface="Pontano Sans"/>
                <a:sym typeface="Pontano San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ntano Sans"/>
              <a:buNone/>
              <a:defRPr sz="4231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ntano Sans"/>
              <a:buNone/>
              <a:defRPr sz="4231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ntano Sans"/>
              <a:buNone/>
              <a:defRPr sz="4231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ntano Sans"/>
              <a:buNone/>
              <a:defRPr sz="4231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ntano Sans"/>
              <a:buNone/>
              <a:defRPr sz="4231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ntano Sans"/>
              <a:buNone/>
              <a:defRPr sz="4231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ntano Sans"/>
              <a:buNone/>
              <a:defRPr sz="4231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ntano Sans"/>
              <a:buNone/>
              <a:defRPr sz="4231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E01D72-47B9-0A1F-4DB5-E3332EA1FC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4" name="Teardrop 3">
            <a:extLst>
              <a:ext uri="{FF2B5EF4-FFF2-40B4-BE49-F238E27FC236}">
                <a16:creationId xmlns:a16="http://schemas.microsoft.com/office/drawing/2014/main" id="{6DC03848-8641-D339-ECD7-9EAF9948B643}"/>
              </a:ext>
            </a:extLst>
          </p:cNvPr>
          <p:cNvSpPr/>
          <p:nvPr/>
        </p:nvSpPr>
        <p:spPr>
          <a:xfrm rot="5400000">
            <a:off x="13106568" y="7072525"/>
            <a:ext cx="725424" cy="725424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91F327A-2733-7331-142F-C09972DEB886}"/>
              </a:ext>
            </a:extLst>
          </p:cNvPr>
          <p:cNvSpPr txBox="1">
            <a:spLocks/>
          </p:cNvSpPr>
          <p:nvPr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E78D0-7ABC-82BD-BD3E-63E4CC2293F1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Hands On</a:t>
            </a: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05C3374C-950E-AAE4-F33F-5FEFA0869B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"/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9954" y="849208"/>
            <a:ext cx="3821472" cy="51528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4768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51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preserve="1" userDrawn="1">
  <p:cSld name="1_Opening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3;p5">
            <a:extLst>
              <a:ext uri="{FF2B5EF4-FFF2-40B4-BE49-F238E27FC236}">
                <a16:creationId xmlns:a16="http://schemas.microsoft.com/office/drawing/2014/main" id="{69A41DAB-B4E0-65C3-F75C-B4E049D11864}"/>
              </a:ext>
            </a:extLst>
          </p:cNvPr>
          <p:cNvSpPr/>
          <p:nvPr userDrawn="1"/>
        </p:nvSpPr>
        <p:spPr>
          <a:xfrm>
            <a:off x="5040743" y="-41820"/>
            <a:ext cx="8800113" cy="7814220"/>
          </a:xfrm>
          <a:custGeom>
            <a:avLst/>
            <a:gdLst>
              <a:gd name="connsiteX0" fmla="*/ 62865 w 229743"/>
              <a:gd name="connsiteY0" fmla="*/ 43 h 206545"/>
              <a:gd name="connsiteX1" fmla="*/ 0 w 229743"/>
              <a:gd name="connsiteY1" fmla="*/ 206545 h 206545"/>
              <a:gd name="connsiteX2" fmla="*/ 229743 w 229743"/>
              <a:gd name="connsiteY2" fmla="*/ 206545 h 206545"/>
              <a:gd name="connsiteX3" fmla="*/ 229743 w 229743"/>
              <a:gd name="connsiteY3" fmla="*/ 3238 h 206545"/>
              <a:gd name="connsiteX4" fmla="*/ 62865 w 229743"/>
              <a:gd name="connsiteY4" fmla="*/ 43 h 206545"/>
              <a:gd name="connsiteX0" fmla="*/ 62865 w 229743"/>
              <a:gd name="connsiteY0" fmla="*/ 345 h 206847"/>
              <a:gd name="connsiteX1" fmla="*/ 0 w 229743"/>
              <a:gd name="connsiteY1" fmla="*/ 206847 h 206847"/>
              <a:gd name="connsiteX2" fmla="*/ 229743 w 229743"/>
              <a:gd name="connsiteY2" fmla="*/ 206847 h 206847"/>
              <a:gd name="connsiteX3" fmla="*/ 229088 w 229743"/>
              <a:gd name="connsiteY3" fmla="*/ 0 h 206847"/>
              <a:gd name="connsiteX4" fmla="*/ 62865 w 229743"/>
              <a:gd name="connsiteY4" fmla="*/ 345 h 206847"/>
              <a:gd name="connsiteX0" fmla="*/ 62865 w 230427"/>
              <a:gd name="connsiteY0" fmla="*/ 345 h 206847"/>
              <a:gd name="connsiteX1" fmla="*/ 0 w 230427"/>
              <a:gd name="connsiteY1" fmla="*/ 206847 h 206847"/>
              <a:gd name="connsiteX2" fmla="*/ 229743 w 230427"/>
              <a:gd name="connsiteY2" fmla="*/ 206847 h 206847"/>
              <a:gd name="connsiteX3" fmla="*/ 230399 w 230427"/>
              <a:gd name="connsiteY3" fmla="*/ 0 h 206847"/>
              <a:gd name="connsiteX4" fmla="*/ 62865 w 230427"/>
              <a:gd name="connsiteY4" fmla="*/ 345 h 206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427" h="206847" extrusionOk="0">
                <a:moveTo>
                  <a:pt x="62865" y="345"/>
                </a:moveTo>
                <a:lnTo>
                  <a:pt x="0" y="206847"/>
                </a:lnTo>
                <a:lnTo>
                  <a:pt x="229743" y="206847"/>
                </a:lnTo>
                <a:cubicBezTo>
                  <a:pt x="229525" y="137898"/>
                  <a:pt x="230617" y="68949"/>
                  <a:pt x="230399" y="0"/>
                </a:cubicBezTo>
                <a:lnTo>
                  <a:pt x="62865" y="345"/>
                </a:lnTo>
                <a:close/>
              </a:path>
            </a:pathLst>
          </a:custGeom>
          <a:gradFill>
            <a:gsLst>
              <a:gs pos="72000">
                <a:schemeClr val="accent1"/>
              </a:gs>
              <a:gs pos="41124">
                <a:schemeClr val="accent1">
                  <a:lumMod val="50000"/>
                </a:schemeClr>
              </a:gs>
              <a:gs pos="10000">
                <a:schemeClr val="accent6">
                  <a:lumMod val="50000"/>
                </a:schemeClr>
              </a:gs>
            </a:gsLst>
            <a:lin ang="13500000" scaled="1"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78701" y="2663955"/>
            <a:ext cx="5499840" cy="2693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 Sans ExtraBold"/>
              <a:buNone/>
              <a:defRPr sz="4533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EA68A1-9857-2454-59EB-CF12FD4F9B0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6ABBA-C993-68B6-941A-6F1B3341FE47}"/>
              </a:ext>
            </a:extLst>
          </p:cNvPr>
          <p:cNvSpPr txBox="1">
            <a:spLocks/>
          </p:cNvSpPr>
          <p:nvPr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65C636-23DC-DA22-DFE3-7CA07451FDD9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7280BECC-272E-9948-435B-D8A831EF0658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3123CA1-35F5-0D5F-52A3-AD42960EC757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4899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5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preserve="1" userDrawn="1">
  <p:cSld name="1_Opening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3;p5">
            <a:extLst>
              <a:ext uri="{FF2B5EF4-FFF2-40B4-BE49-F238E27FC236}">
                <a16:creationId xmlns:a16="http://schemas.microsoft.com/office/drawing/2014/main" id="{69A41DAB-B4E0-65C3-F75C-B4E049D11864}"/>
              </a:ext>
            </a:extLst>
          </p:cNvPr>
          <p:cNvSpPr/>
          <p:nvPr userDrawn="1"/>
        </p:nvSpPr>
        <p:spPr>
          <a:xfrm>
            <a:off x="5040743" y="-41820"/>
            <a:ext cx="8800113" cy="7814220"/>
          </a:xfrm>
          <a:custGeom>
            <a:avLst/>
            <a:gdLst>
              <a:gd name="connsiteX0" fmla="*/ 62865 w 229743"/>
              <a:gd name="connsiteY0" fmla="*/ 43 h 206545"/>
              <a:gd name="connsiteX1" fmla="*/ 0 w 229743"/>
              <a:gd name="connsiteY1" fmla="*/ 206545 h 206545"/>
              <a:gd name="connsiteX2" fmla="*/ 229743 w 229743"/>
              <a:gd name="connsiteY2" fmla="*/ 206545 h 206545"/>
              <a:gd name="connsiteX3" fmla="*/ 229743 w 229743"/>
              <a:gd name="connsiteY3" fmla="*/ 3238 h 206545"/>
              <a:gd name="connsiteX4" fmla="*/ 62865 w 229743"/>
              <a:gd name="connsiteY4" fmla="*/ 43 h 206545"/>
              <a:gd name="connsiteX0" fmla="*/ 62865 w 229743"/>
              <a:gd name="connsiteY0" fmla="*/ 345 h 206847"/>
              <a:gd name="connsiteX1" fmla="*/ 0 w 229743"/>
              <a:gd name="connsiteY1" fmla="*/ 206847 h 206847"/>
              <a:gd name="connsiteX2" fmla="*/ 229743 w 229743"/>
              <a:gd name="connsiteY2" fmla="*/ 206847 h 206847"/>
              <a:gd name="connsiteX3" fmla="*/ 229088 w 229743"/>
              <a:gd name="connsiteY3" fmla="*/ 0 h 206847"/>
              <a:gd name="connsiteX4" fmla="*/ 62865 w 229743"/>
              <a:gd name="connsiteY4" fmla="*/ 345 h 206847"/>
              <a:gd name="connsiteX0" fmla="*/ 62865 w 230427"/>
              <a:gd name="connsiteY0" fmla="*/ 345 h 206847"/>
              <a:gd name="connsiteX1" fmla="*/ 0 w 230427"/>
              <a:gd name="connsiteY1" fmla="*/ 206847 h 206847"/>
              <a:gd name="connsiteX2" fmla="*/ 229743 w 230427"/>
              <a:gd name="connsiteY2" fmla="*/ 206847 h 206847"/>
              <a:gd name="connsiteX3" fmla="*/ 230399 w 230427"/>
              <a:gd name="connsiteY3" fmla="*/ 0 h 206847"/>
              <a:gd name="connsiteX4" fmla="*/ 62865 w 230427"/>
              <a:gd name="connsiteY4" fmla="*/ 345 h 206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427" h="206847" extrusionOk="0">
                <a:moveTo>
                  <a:pt x="62865" y="345"/>
                </a:moveTo>
                <a:lnTo>
                  <a:pt x="0" y="206847"/>
                </a:lnTo>
                <a:lnTo>
                  <a:pt x="229743" y="206847"/>
                </a:lnTo>
                <a:cubicBezTo>
                  <a:pt x="229525" y="137898"/>
                  <a:pt x="230617" y="68949"/>
                  <a:pt x="230399" y="0"/>
                </a:cubicBezTo>
                <a:lnTo>
                  <a:pt x="62865" y="345"/>
                </a:lnTo>
                <a:close/>
              </a:path>
            </a:pathLst>
          </a:custGeom>
          <a:gradFill>
            <a:gsLst>
              <a:gs pos="69000">
                <a:schemeClr val="accent1">
                  <a:lumMod val="75000"/>
                </a:schemeClr>
              </a:gs>
              <a:gs pos="0">
                <a:schemeClr val="accent6">
                  <a:lumMod val="50000"/>
                </a:schemeClr>
              </a:gs>
              <a:gs pos="31000">
                <a:schemeClr val="accent5">
                  <a:lumMod val="50000"/>
                </a:schemeClr>
              </a:gs>
            </a:gsLst>
            <a:lin ang="13500000" scaled="1"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78701" y="2663955"/>
            <a:ext cx="5499840" cy="2693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 Sans ExtraBold"/>
              <a:buNone/>
              <a:defRPr sz="4533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533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EA68A1-9857-2454-59EB-CF12FD4F9B0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6ABBA-C993-68B6-941A-6F1B3341FE47}"/>
              </a:ext>
            </a:extLst>
          </p:cNvPr>
          <p:cNvSpPr txBox="1">
            <a:spLocks/>
          </p:cNvSpPr>
          <p:nvPr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65C636-23DC-DA22-DFE3-7CA07451FDD9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7280BECC-272E-9948-435B-D8A831EF0658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3123CA1-35F5-0D5F-52A3-AD42960EC757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92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5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 userDrawn="1">
  <p:cSld name="Section 1"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9;p4">
            <a:extLst>
              <a:ext uri="{FF2B5EF4-FFF2-40B4-BE49-F238E27FC236}">
                <a16:creationId xmlns:a16="http://schemas.microsoft.com/office/drawing/2014/main" id="{255C77E8-6113-D6CB-6090-9FBB7BA855B3}"/>
              </a:ext>
            </a:extLst>
          </p:cNvPr>
          <p:cNvSpPr/>
          <p:nvPr userDrawn="1"/>
        </p:nvSpPr>
        <p:spPr>
          <a:xfrm>
            <a:off x="-339" y="-2646"/>
            <a:ext cx="4356439" cy="7789440"/>
          </a:xfrm>
          <a:custGeom>
            <a:avLst/>
            <a:gdLst>
              <a:gd name="connsiteX0" fmla="*/ 0 w 8001200"/>
              <a:gd name="connsiteY0" fmla="*/ 3809800 h 7619600"/>
              <a:gd name="connsiteX1" fmla="*/ 1904900 w 8001200"/>
              <a:gd name="connsiteY1" fmla="*/ 2 h 7619600"/>
              <a:gd name="connsiteX2" fmla="*/ 6096300 w 8001200"/>
              <a:gd name="connsiteY2" fmla="*/ 2 h 7619600"/>
              <a:gd name="connsiteX3" fmla="*/ 8001200 w 8001200"/>
              <a:gd name="connsiteY3" fmla="*/ 3809800 h 7619600"/>
              <a:gd name="connsiteX4" fmla="*/ 6096300 w 8001200"/>
              <a:gd name="connsiteY4" fmla="*/ 7619598 h 7619600"/>
              <a:gd name="connsiteX5" fmla="*/ 1904900 w 8001200"/>
              <a:gd name="connsiteY5" fmla="*/ 7619598 h 7619600"/>
              <a:gd name="connsiteX6" fmla="*/ 0 w 8001200"/>
              <a:gd name="connsiteY6" fmla="*/ 3809800 h 7619600"/>
              <a:gd name="connsiteX0" fmla="*/ 0 w 8001200"/>
              <a:gd name="connsiteY0" fmla="*/ 3809798 h 7619596"/>
              <a:gd name="connsiteX1" fmla="*/ 1904900 w 8001200"/>
              <a:gd name="connsiteY1" fmla="*/ 0 h 7619596"/>
              <a:gd name="connsiteX2" fmla="*/ 6401100 w 8001200"/>
              <a:gd name="connsiteY2" fmla="*/ 666750 h 7619596"/>
              <a:gd name="connsiteX3" fmla="*/ 8001200 w 8001200"/>
              <a:gd name="connsiteY3" fmla="*/ 3809798 h 7619596"/>
              <a:gd name="connsiteX4" fmla="*/ 6096300 w 8001200"/>
              <a:gd name="connsiteY4" fmla="*/ 7619596 h 7619596"/>
              <a:gd name="connsiteX5" fmla="*/ 1904900 w 8001200"/>
              <a:gd name="connsiteY5" fmla="*/ 7619596 h 7619596"/>
              <a:gd name="connsiteX6" fmla="*/ 0 w 8001200"/>
              <a:gd name="connsiteY6" fmla="*/ 3809798 h 7619596"/>
              <a:gd name="connsiteX0" fmla="*/ 0 w 8001200"/>
              <a:gd name="connsiteY0" fmla="*/ 3238298 h 7048096"/>
              <a:gd name="connsiteX1" fmla="*/ 2095400 w 8001200"/>
              <a:gd name="connsiteY1" fmla="*/ 0 h 7048096"/>
              <a:gd name="connsiteX2" fmla="*/ 6401100 w 8001200"/>
              <a:gd name="connsiteY2" fmla="*/ 95250 h 7048096"/>
              <a:gd name="connsiteX3" fmla="*/ 8001200 w 8001200"/>
              <a:gd name="connsiteY3" fmla="*/ 3238298 h 7048096"/>
              <a:gd name="connsiteX4" fmla="*/ 6096300 w 8001200"/>
              <a:gd name="connsiteY4" fmla="*/ 7048096 h 7048096"/>
              <a:gd name="connsiteX5" fmla="*/ 1904900 w 8001200"/>
              <a:gd name="connsiteY5" fmla="*/ 7048096 h 7048096"/>
              <a:gd name="connsiteX6" fmla="*/ 0 w 8001200"/>
              <a:gd name="connsiteY6" fmla="*/ 3238298 h 7048096"/>
              <a:gd name="connsiteX0" fmla="*/ 0 w 8001200"/>
              <a:gd name="connsiteY0" fmla="*/ 3143048 h 6952846"/>
              <a:gd name="connsiteX1" fmla="*/ 1904900 w 8001200"/>
              <a:gd name="connsiteY1" fmla="*/ 0 h 6952846"/>
              <a:gd name="connsiteX2" fmla="*/ 6401100 w 8001200"/>
              <a:gd name="connsiteY2" fmla="*/ 0 h 6952846"/>
              <a:gd name="connsiteX3" fmla="*/ 8001200 w 8001200"/>
              <a:gd name="connsiteY3" fmla="*/ 3143048 h 6952846"/>
              <a:gd name="connsiteX4" fmla="*/ 6096300 w 8001200"/>
              <a:gd name="connsiteY4" fmla="*/ 6952846 h 6952846"/>
              <a:gd name="connsiteX5" fmla="*/ 1904900 w 8001200"/>
              <a:gd name="connsiteY5" fmla="*/ 6952846 h 6952846"/>
              <a:gd name="connsiteX6" fmla="*/ 0 w 8001200"/>
              <a:gd name="connsiteY6" fmla="*/ 3143048 h 6952846"/>
              <a:gd name="connsiteX0" fmla="*/ 0 w 6096300"/>
              <a:gd name="connsiteY0" fmla="*/ 6952846 h 6952846"/>
              <a:gd name="connsiteX1" fmla="*/ 0 w 6096300"/>
              <a:gd name="connsiteY1" fmla="*/ 0 h 6952846"/>
              <a:gd name="connsiteX2" fmla="*/ 4496200 w 6096300"/>
              <a:gd name="connsiteY2" fmla="*/ 0 h 6952846"/>
              <a:gd name="connsiteX3" fmla="*/ 6096300 w 6096300"/>
              <a:gd name="connsiteY3" fmla="*/ 3143048 h 6952846"/>
              <a:gd name="connsiteX4" fmla="*/ 4191400 w 6096300"/>
              <a:gd name="connsiteY4" fmla="*/ 6952846 h 6952846"/>
              <a:gd name="connsiteX5" fmla="*/ 0 w 60963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4496200 w 5029500"/>
              <a:gd name="connsiteY2" fmla="*/ 0 h 6952846"/>
              <a:gd name="connsiteX3" fmla="*/ 5029500 w 5029500"/>
              <a:gd name="connsiteY3" fmla="*/ 3695498 h 6952846"/>
              <a:gd name="connsiteX4" fmla="*/ 4191400 w 5029500"/>
              <a:gd name="connsiteY4" fmla="*/ 6952846 h 6952846"/>
              <a:gd name="connsiteX5" fmla="*/ 0 w 50295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3467500 w 5029500"/>
              <a:gd name="connsiteY2" fmla="*/ 0 h 6952846"/>
              <a:gd name="connsiteX3" fmla="*/ 5029500 w 5029500"/>
              <a:gd name="connsiteY3" fmla="*/ 3695498 h 6952846"/>
              <a:gd name="connsiteX4" fmla="*/ 4191400 w 5029500"/>
              <a:gd name="connsiteY4" fmla="*/ 6952846 h 6952846"/>
              <a:gd name="connsiteX5" fmla="*/ 0 w 50295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3467500 w 5029500"/>
              <a:gd name="connsiteY2" fmla="*/ 0 h 6952846"/>
              <a:gd name="connsiteX3" fmla="*/ 5029500 w 5029500"/>
              <a:gd name="connsiteY3" fmla="*/ 3695498 h 6952846"/>
              <a:gd name="connsiteX4" fmla="*/ 4077100 w 5029500"/>
              <a:gd name="connsiteY4" fmla="*/ 6933796 h 6952846"/>
              <a:gd name="connsiteX5" fmla="*/ 0 w 50295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4077100 w 4572300"/>
              <a:gd name="connsiteY4" fmla="*/ 6933796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3555990 w 4572300"/>
              <a:gd name="connsiteY4" fmla="*/ 6943743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388842 w 4572300"/>
              <a:gd name="connsiteY2" fmla="*/ 0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3974 w 4572300"/>
              <a:gd name="connsiteY2" fmla="*/ 12847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3974 w 4572300"/>
              <a:gd name="connsiteY2" fmla="*/ 12847 h 6952846"/>
              <a:gd name="connsiteX3" fmla="*/ 4572300 w 4572300"/>
              <a:gd name="connsiteY3" fmla="*/ 333354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569160 w 4572300"/>
              <a:gd name="connsiteY2" fmla="*/ 0 h 6952846"/>
              <a:gd name="connsiteX3" fmla="*/ 4572300 w 4572300"/>
              <a:gd name="connsiteY3" fmla="*/ 333354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569160 w 4572300"/>
              <a:gd name="connsiteY2" fmla="*/ 0 h 6952846"/>
              <a:gd name="connsiteX3" fmla="*/ 4572300 w 4572300"/>
              <a:gd name="connsiteY3" fmla="*/ 353910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53910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539108 h 6952846"/>
              <a:gd name="connsiteX4" fmla="*/ 3381422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462023 h 6952846"/>
              <a:gd name="connsiteX4" fmla="*/ 3381422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462023 h 6952846"/>
              <a:gd name="connsiteX4" fmla="*/ 3456555 w 4572300"/>
              <a:gd name="connsiteY4" fmla="*/ 6943745 h 6952846"/>
              <a:gd name="connsiteX5" fmla="*/ 0 w 4572300"/>
              <a:gd name="connsiteY5" fmla="*/ 6952846 h 6952846"/>
              <a:gd name="connsiteX0" fmla="*/ 0 w 4280608"/>
              <a:gd name="connsiteY0" fmla="*/ 6952846 h 6952846"/>
              <a:gd name="connsiteX1" fmla="*/ 0 w 4280608"/>
              <a:gd name="connsiteY1" fmla="*/ 0 h 6952846"/>
              <a:gd name="connsiteX2" fmla="*/ 3479001 w 4280608"/>
              <a:gd name="connsiteY2" fmla="*/ 0 h 6952846"/>
              <a:gd name="connsiteX3" fmla="*/ 4280608 w 4280608"/>
              <a:gd name="connsiteY3" fmla="*/ 3450687 h 6952846"/>
              <a:gd name="connsiteX4" fmla="*/ 3456555 w 4280608"/>
              <a:gd name="connsiteY4" fmla="*/ 6943745 h 6952846"/>
              <a:gd name="connsiteX5" fmla="*/ 0 w 4280608"/>
              <a:gd name="connsiteY5" fmla="*/ 6952846 h 6952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608" h="6952846">
                <a:moveTo>
                  <a:pt x="0" y="6952846"/>
                </a:moveTo>
                <a:lnTo>
                  <a:pt x="0" y="0"/>
                </a:lnTo>
                <a:lnTo>
                  <a:pt x="3479001" y="0"/>
                </a:lnTo>
                <a:lnTo>
                  <a:pt x="4280608" y="3450687"/>
                </a:lnTo>
                <a:lnTo>
                  <a:pt x="3456555" y="6943745"/>
                </a:lnTo>
                <a:lnTo>
                  <a:pt x="0" y="6952846"/>
                </a:lnTo>
                <a:close/>
              </a:path>
            </a:pathLst>
          </a:custGeom>
          <a:gradFill flip="none" rotWithShape="1">
            <a:gsLst>
              <a:gs pos="31760">
                <a:schemeClr val="accent1"/>
              </a:gs>
              <a:gs pos="0">
                <a:schemeClr val="accent1">
                  <a:lumMod val="5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38153" tIns="138153" rIns="138153" bIns="13815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2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AE151-A890-F312-5DED-DE1305A5B66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B157A4-7C14-9602-6F65-2118AA5982AF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9CF12AF-9605-7A0C-02AC-BAC8EE4A45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9954" y="849208"/>
            <a:ext cx="3821472" cy="5152812"/>
          </a:xfrm>
          <a:prstGeom prst="rect">
            <a:avLst/>
          </a:prstGeom>
          <a:ln>
            <a:noFill/>
          </a:ln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146EB-ACC6-717C-A753-41715C288BBF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5679CD6B-B96F-78B9-E7BA-EC1E82950B9B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3663ED5-F8D5-1BF0-A3D2-D90DBDA66427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7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 preserve="1" userDrawn="1">
  <p:cSld name="1_Section 1"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9;p4">
            <a:extLst>
              <a:ext uri="{FF2B5EF4-FFF2-40B4-BE49-F238E27FC236}">
                <a16:creationId xmlns:a16="http://schemas.microsoft.com/office/drawing/2014/main" id="{17BAD5E4-04B1-D5EC-378E-D478647BCEFC}"/>
              </a:ext>
            </a:extLst>
          </p:cNvPr>
          <p:cNvSpPr/>
          <p:nvPr userDrawn="1"/>
        </p:nvSpPr>
        <p:spPr>
          <a:xfrm>
            <a:off x="-340" y="-2646"/>
            <a:ext cx="5023613" cy="7789440"/>
          </a:xfrm>
          <a:custGeom>
            <a:avLst/>
            <a:gdLst>
              <a:gd name="connsiteX0" fmla="*/ 0 w 8001200"/>
              <a:gd name="connsiteY0" fmla="*/ 3809800 h 7619600"/>
              <a:gd name="connsiteX1" fmla="*/ 1904900 w 8001200"/>
              <a:gd name="connsiteY1" fmla="*/ 2 h 7619600"/>
              <a:gd name="connsiteX2" fmla="*/ 6096300 w 8001200"/>
              <a:gd name="connsiteY2" fmla="*/ 2 h 7619600"/>
              <a:gd name="connsiteX3" fmla="*/ 8001200 w 8001200"/>
              <a:gd name="connsiteY3" fmla="*/ 3809800 h 7619600"/>
              <a:gd name="connsiteX4" fmla="*/ 6096300 w 8001200"/>
              <a:gd name="connsiteY4" fmla="*/ 7619598 h 7619600"/>
              <a:gd name="connsiteX5" fmla="*/ 1904900 w 8001200"/>
              <a:gd name="connsiteY5" fmla="*/ 7619598 h 7619600"/>
              <a:gd name="connsiteX6" fmla="*/ 0 w 8001200"/>
              <a:gd name="connsiteY6" fmla="*/ 3809800 h 7619600"/>
              <a:gd name="connsiteX0" fmla="*/ 0 w 8001200"/>
              <a:gd name="connsiteY0" fmla="*/ 3809798 h 7619596"/>
              <a:gd name="connsiteX1" fmla="*/ 1904900 w 8001200"/>
              <a:gd name="connsiteY1" fmla="*/ 0 h 7619596"/>
              <a:gd name="connsiteX2" fmla="*/ 6401100 w 8001200"/>
              <a:gd name="connsiteY2" fmla="*/ 666750 h 7619596"/>
              <a:gd name="connsiteX3" fmla="*/ 8001200 w 8001200"/>
              <a:gd name="connsiteY3" fmla="*/ 3809798 h 7619596"/>
              <a:gd name="connsiteX4" fmla="*/ 6096300 w 8001200"/>
              <a:gd name="connsiteY4" fmla="*/ 7619596 h 7619596"/>
              <a:gd name="connsiteX5" fmla="*/ 1904900 w 8001200"/>
              <a:gd name="connsiteY5" fmla="*/ 7619596 h 7619596"/>
              <a:gd name="connsiteX6" fmla="*/ 0 w 8001200"/>
              <a:gd name="connsiteY6" fmla="*/ 3809798 h 7619596"/>
              <a:gd name="connsiteX0" fmla="*/ 0 w 8001200"/>
              <a:gd name="connsiteY0" fmla="*/ 3238298 h 7048096"/>
              <a:gd name="connsiteX1" fmla="*/ 2095400 w 8001200"/>
              <a:gd name="connsiteY1" fmla="*/ 0 h 7048096"/>
              <a:gd name="connsiteX2" fmla="*/ 6401100 w 8001200"/>
              <a:gd name="connsiteY2" fmla="*/ 95250 h 7048096"/>
              <a:gd name="connsiteX3" fmla="*/ 8001200 w 8001200"/>
              <a:gd name="connsiteY3" fmla="*/ 3238298 h 7048096"/>
              <a:gd name="connsiteX4" fmla="*/ 6096300 w 8001200"/>
              <a:gd name="connsiteY4" fmla="*/ 7048096 h 7048096"/>
              <a:gd name="connsiteX5" fmla="*/ 1904900 w 8001200"/>
              <a:gd name="connsiteY5" fmla="*/ 7048096 h 7048096"/>
              <a:gd name="connsiteX6" fmla="*/ 0 w 8001200"/>
              <a:gd name="connsiteY6" fmla="*/ 3238298 h 7048096"/>
              <a:gd name="connsiteX0" fmla="*/ 0 w 8001200"/>
              <a:gd name="connsiteY0" fmla="*/ 3143048 h 6952846"/>
              <a:gd name="connsiteX1" fmla="*/ 1904900 w 8001200"/>
              <a:gd name="connsiteY1" fmla="*/ 0 h 6952846"/>
              <a:gd name="connsiteX2" fmla="*/ 6401100 w 8001200"/>
              <a:gd name="connsiteY2" fmla="*/ 0 h 6952846"/>
              <a:gd name="connsiteX3" fmla="*/ 8001200 w 8001200"/>
              <a:gd name="connsiteY3" fmla="*/ 3143048 h 6952846"/>
              <a:gd name="connsiteX4" fmla="*/ 6096300 w 8001200"/>
              <a:gd name="connsiteY4" fmla="*/ 6952846 h 6952846"/>
              <a:gd name="connsiteX5" fmla="*/ 1904900 w 8001200"/>
              <a:gd name="connsiteY5" fmla="*/ 6952846 h 6952846"/>
              <a:gd name="connsiteX6" fmla="*/ 0 w 8001200"/>
              <a:gd name="connsiteY6" fmla="*/ 3143048 h 6952846"/>
              <a:gd name="connsiteX0" fmla="*/ 0 w 6096300"/>
              <a:gd name="connsiteY0" fmla="*/ 6952846 h 6952846"/>
              <a:gd name="connsiteX1" fmla="*/ 0 w 6096300"/>
              <a:gd name="connsiteY1" fmla="*/ 0 h 6952846"/>
              <a:gd name="connsiteX2" fmla="*/ 4496200 w 6096300"/>
              <a:gd name="connsiteY2" fmla="*/ 0 h 6952846"/>
              <a:gd name="connsiteX3" fmla="*/ 6096300 w 6096300"/>
              <a:gd name="connsiteY3" fmla="*/ 3143048 h 6952846"/>
              <a:gd name="connsiteX4" fmla="*/ 4191400 w 6096300"/>
              <a:gd name="connsiteY4" fmla="*/ 6952846 h 6952846"/>
              <a:gd name="connsiteX5" fmla="*/ 0 w 60963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4496200 w 5029500"/>
              <a:gd name="connsiteY2" fmla="*/ 0 h 6952846"/>
              <a:gd name="connsiteX3" fmla="*/ 5029500 w 5029500"/>
              <a:gd name="connsiteY3" fmla="*/ 3695498 h 6952846"/>
              <a:gd name="connsiteX4" fmla="*/ 4191400 w 5029500"/>
              <a:gd name="connsiteY4" fmla="*/ 6952846 h 6952846"/>
              <a:gd name="connsiteX5" fmla="*/ 0 w 50295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3467500 w 5029500"/>
              <a:gd name="connsiteY2" fmla="*/ 0 h 6952846"/>
              <a:gd name="connsiteX3" fmla="*/ 5029500 w 5029500"/>
              <a:gd name="connsiteY3" fmla="*/ 3695498 h 6952846"/>
              <a:gd name="connsiteX4" fmla="*/ 4191400 w 5029500"/>
              <a:gd name="connsiteY4" fmla="*/ 6952846 h 6952846"/>
              <a:gd name="connsiteX5" fmla="*/ 0 w 5029500"/>
              <a:gd name="connsiteY5" fmla="*/ 6952846 h 6952846"/>
              <a:gd name="connsiteX0" fmla="*/ 0 w 5029500"/>
              <a:gd name="connsiteY0" fmla="*/ 6952846 h 6952846"/>
              <a:gd name="connsiteX1" fmla="*/ 0 w 5029500"/>
              <a:gd name="connsiteY1" fmla="*/ 0 h 6952846"/>
              <a:gd name="connsiteX2" fmla="*/ 3467500 w 5029500"/>
              <a:gd name="connsiteY2" fmla="*/ 0 h 6952846"/>
              <a:gd name="connsiteX3" fmla="*/ 5029500 w 5029500"/>
              <a:gd name="connsiteY3" fmla="*/ 3695498 h 6952846"/>
              <a:gd name="connsiteX4" fmla="*/ 4077100 w 5029500"/>
              <a:gd name="connsiteY4" fmla="*/ 6933796 h 6952846"/>
              <a:gd name="connsiteX5" fmla="*/ 0 w 50295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4077100 w 4572300"/>
              <a:gd name="connsiteY4" fmla="*/ 6933796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3555990 w 4572300"/>
              <a:gd name="connsiteY4" fmla="*/ 6943743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7500 w 4572300"/>
              <a:gd name="connsiteY2" fmla="*/ 0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388842 w 4572300"/>
              <a:gd name="connsiteY2" fmla="*/ 0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3974 w 4572300"/>
              <a:gd name="connsiteY2" fmla="*/ 12847 h 6952846"/>
              <a:gd name="connsiteX3" fmla="*/ 4572300 w 4572300"/>
              <a:gd name="connsiteY3" fmla="*/ 3333548 h 6952846"/>
              <a:gd name="connsiteX4" fmla="*/ 3516661 w 4572300"/>
              <a:gd name="connsiteY4" fmla="*/ 6943744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63974 w 4572300"/>
              <a:gd name="connsiteY2" fmla="*/ 12847 h 6952846"/>
              <a:gd name="connsiteX3" fmla="*/ 4572300 w 4572300"/>
              <a:gd name="connsiteY3" fmla="*/ 333354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569160 w 4572300"/>
              <a:gd name="connsiteY2" fmla="*/ 0 h 6952846"/>
              <a:gd name="connsiteX3" fmla="*/ 4572300 w 4572300"/>
              <a:gd name="connsiteY3" fmla="*/ 333354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569160 w 4572300"/>
              <a:gd name="connsiteY2" fmla="*/ 0 h 6952846"/>
              <a:gd name="connsiteX3" fmla="*/ 4572300 w 4572300"/>
              <a:gd name="connsiteY3" fmla="*/ 353910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539108 h 6952846"/>
              <a:gd name="connsiteX4" fmla="*/ 3651900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539108 h 6952846"/>
              <a:gd name="connsiteX4" fmla="*/ 3381422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462023 h 6952846"/>
              <a:gd name="connsiteX4" fmla="*/ 3381422 w 4572300"/>
              <a:gd name="connsiteY4" fmla="*/ 6930897 h 6952846"/>
              <a:gd name="connsiteX5" fmla="*/ 0 w 4572300"/>
              <a:gd name="connsiteY5" fmla="*/ 6952846 h 6952846"/>
              <a:gd name="connsiteX0" fmla="*/ 0 w 4572300"/>
              <a:gd name="connsiteY0" fmla="*/ 6952846 h 6952846"/>
              <a:gd name="connsiteX1" fmla="*/ 0 w 4572300"/>
              <a:gd name="connsiteY1" fmla="*/ 0 h 6952846"/>
              <a:gd name="connsiteX2" fmla="*/ 3479001 w 4572300"/>
              <a:gd name="connsiteY2" fmla="*/ 0 h 6952846"/>
              <a:gd name="connsiteX3" fmla="*/ 4572300 w 4572300"/>
              <a:gd name="connsiteY3" fmla="*/ 3462023 h 6952846"/>
              <a:gd name="connsiteX4" fmla="*/ 3456555 w 4572300"/>
              <a:gd name="connsiteY4" fmla="*/ 6943745 h 6952846"/>
              <a:gd name="connsiteX5" fmla="*/ 0 w 4572300"/>
              <a:gd name="connsiteY5" fmla="*/ 6952846 h 6952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2300" h="6952846">
                <a:moveTo>
                  <a:pt x="0" y="6952846"/>
                </a:moveTo>
                <a:lnTo>
                  <a:pt x="0" y="0"/>
                </a:lnTo>
                <a:lnTo>
                  <a:pt x="3479001" y="0"/>
                </a:lnTo>
                <a:lnTo>
                  <a:pt x="4572300" y="3462023"/>
                </a:lnTo>
                <a:lnTo>
                  <a:pt x="3456555" y="6943745"/>
                </a:lnTo>
                <a:lnTo>
                  <a:pt x="0" y="6952846"/>
                </a:lnTo>
                <a:close/>
              </a:path>
            </a:pathLst>
          </a:custGeom>
          <a:gradFill>
            <a:gsLst>
              <a:gs pos="17000">
                <a:schemeClr val="bg2">
                  <a:lumMod val="50000"/>
                </a:schemeClr>
              </a:gs>
              <a:gs pos="100000">
                <a:schemeClr val="accent1"/>
              </a:gs>
            </a:gsLst>
            <a:lin ang="135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38153" tIns="138153" rIns="138153" bIns="13815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2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AE151-A890-F312-5DED-DE1305A5B66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B157A4-7C14-9602-6F65-2118AA5982AF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9CF12AF-9605-7A0C-02AC-BAC8EE4A45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9954" y="849208"/>
            <a:ext cx="3821472" cy="5152812"/>
          </a:xfrm>
          <a:prstGeom prst="rect">
            <a:avLst/>
          </a:prstGeom>
          <a:ln>
            <a:noFill/>
          </a:ln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7E94575-7284-6E02-0F64-D9CF4238F7E4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EC6DC668-F155-5FF8-DAC3-5275835CE63B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48C7E5-A4C2-3590-7C08-5FFCB2ED13DD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807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 userDrawn="1">
  <p:cSld name="Title + subtitle">
    <p:bg>
      <p:bgPr>
        <a:solidFill>
          <a:srgbClr val="FFFFFF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 flipH="1">
            <a:off x="0" y="-43180"/>
            <a:ext cx="8850406" cy="7858760"/>
          </a:xfrm>
          <a:custGeom>
            <a:avLst/>
            <a:gdLst>
              <a:gd name="connsiteX0" fmla="*/ 63646 w 229743"/>
              <a:gd name="connsiteY0" fmla="*/ 952 h 208026"/>
              <a:gd name="connsiteX1" fmla="*/ 0 w 229743"/>
              <a:gd name="connsiteY1" fmla="*/ 208026 h 208026"/>
              <a:gd name="connsiteX2" fmla="*/ 229743 w 229743"/>
              <a:gd name="connsiteY2" fmla="*/ 208026 h 208026"/>
              <a:gd name="connsiteX3" fmla="*/ 229743 w 229743"/>
              <a:gd name="connsiteY3" fmla="*/ 0 h 208026"/>
              <a:gd name="connsiteX4" fmla="*/ 63646 w 229743"/>
              <a:gd name="connsiteY4" fmla="*/ 952 h 208026"/>
              <a:gd name="connsiteX0" fmla="*/ 47252 w 213349"/>
              <a:gd name="connsiteY0" fmla="*/ 952 h 208026"/>
              <a:gd name="connsiteX1" fmla="*/ 0 w 213349"/>
              <a:gd name="connsiteY1" fmla="*/ 208026 h 208026"/>
              <a:gd name="connsiteX2" fmla="*/ 213349 w 213349"/>
              <a:gd name="connsiteY2" fmla="*/ 208026 h 208026"/>
              <a:gd name="connsiteX3" fmla="*/ 213349 w 213349"/>
              <a:gd name="connsiteY3" fmla="*/ 0 h 208026"/>
              <a:gd name="connsiteX4" fmla="*/ 47252 w 213349"/>
              <a:gd name="connsiteY4" fmla="*/ 952 h 208026"/>
              <a:gd name="connsiteX0" fmla="*/ 46732 w 213349"/>
              <a:gd name="connsiteY0" fmla="*/ 666 h 208026"/>
              <a:gd name="connsiteX1" fmla="*/ 0 w 213349"/>
              <a:gd name="connsiteY1" fmla="*/ 208026 h 208026"/>
              <a:gd name="connsiteX2" fmla="*/ 213349 w 213349"/>
              <a:gd name="connsiteY2" fmla="*/ 208026 h 208026"/>
              <a:gd name="connsiteX3" fmla="*/ 213349 w 213349"/>
              <a:gd name="connsiteY3" fmla="*/ 0 h 208026"/>
              <a:gd name="connsiteX4" fmla="*/ 46732 w 213349"/>
              <a:gd name="connsiteY4" fmla="*/ 666 h 20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49" h="208026" extrusionOk="0">
                <a:moveTo>
                  <a:pt x="46732" y="666"/>
                </a:moveTo>
                <a:lnTo>
                  <a:pt x="0" y="208026"/>
                </a:lnTo>
                <a:lnTo>
                  <a:pt x="213349" y="208026"/>
                </a:lnTo>
                <a:lnTo>
                  <a:pt x="213349" y="0"/>
                </a:lnTo>
                <a:lnTo>
                  <a:pt x="46732" y="666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A2597B-6AA3-F68C-37B3-0904F9885C8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270949-3B6C-607B-FD84-E8A0B24BBF3F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9A54574-4791-997F-8567-F800ADA1372F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BF8B09D7-B9F9-E3E1-2F82-E4E2D3E4E4A1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7673EB-CE87-CA5C-CC36-38069D9314D4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62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 preserve="1">
  <p:cSld name="1_Title + sub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 flipH="1">
            <a:off x="-2" y="-63656"/>
            <a:ext cx="6908802" cy="785876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44" name="Google Shape;44;p5"/>
          <p:cNvSpPr txBox="1">
            <a:spLocks noGrp="1"/>
          </p:cNvSpPr>
          <p:nvPr>
            <p:ph type="ctrTitle"/>
          </p:nvPr>
        </p:nvSpPr>
        <p:spPr>
          <a:xfrm>
            <a:off x="952944" y="2507708"/>
            <a:ext cx="5843920" cy="14665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952944" y="3798159"/>
            <a:ext cx="5047867" cy="14665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19;p3">
            <a:extLst>
              <a:ext uri="{FF2B5EF4-FFF2-40B4-BE49-F238E27FC236}">
                <a16:creationId xmlns:a16="http://schemas.microsoft.com/office/drawing/2014/main" id="{0DC96943-44E8-94D0-FCEA-2451A0F2E1B4}"/>
              </a:ext>
            </a:extLst>
          </p:cNvPr>
          <p:cNvSpPr/>
          <p:nvPr/>
        </p:nvSpPr>
        <p:spPr>
          <a:xfrm rot="10800000">
            <a:off x="-4" y="-116032"/>
            <a:ext cx="13106570" cy="1466532"/>
          </a:xfrm>
          <a:custGeom>
            <a:avLst/>
            <a:gdLst>
              <a:gd name="connsiteX0" fmla="*/ 0 w 12239162"/>
              <a:gd name="connsiteY0" fmla="*/ 461583 h 461583"/>
              <a:gd name="connsiteX1" fmla="*/ 6119581 w 12239162"/>
              <a:gd name="connsiteY1" fmla="*/ 0 h 461583"/>
              <a:gd name="connsiteX2" fmla="*/ 12239162 w 12239162"/>
              <a:gd name="connsiteY2" fmla="*/ 461583 h 461583"/>
              <a:gd name="connsiteX3" fmla="*/ 0 w 12239162"/>
              <a:gd name="connsiteY3" fmla="*/ 461583 h 461583"/>
              <a:gd name="connsiteX0" fmla="*/ 0 w 8010062"/>
              <a:gd name="connsiteY0" fmla="*/ 1121983 h 1121983"/>
              <a:gd name="connsiteX1" fmla="*/ 1890481 w 8010062"/>
              <a:gd name="connsiteY1" fmla="*/ 0 h 1121983"/>
              <a:gd name="connsiteX2" fmla="*/ 8010062 w 8010062"/>
              <a:gd name="connsiteY2" fmla="*/ 461583 h 1121983"/>
              <a:gd name="connsiteX3" fmla="*/ 0 w 8010062"/>
              <a:gd name="connsiteY3" fmla="*/ 1121983 h 1121983"/>
              <a:gd name="connsiteX0" fmla="*/ 0 w 8010062"/>
              <a:gd name="connsiteY0" fmla="*/ 1033083 h 1033083"/>
              <a:gd name="connsiteX1" fmla="*/ 899881 w 8010062"/>
              <a:gd name="connsiteY1" fmla="*/ 0 h 1033083"/>
              <a:gd name="connsiteX2" fmla="*/ 8010062 w 8010062"/>
              <a:gd name="connsiteY2" fmla="*/ 372683 h 1033083"/>
              <a:gd name="connsiteX3" fmla="*/ 0 w 8010062"/>
              <a:gd name="connsiteY3" fmla="*/ 1033083 h 1033083"/>
              <a:gd name="connsiteX0" fmla="*/ 0 w 8010062"/>
              <a:gd name="connsiteY0" fmla="*/ 1033083 h 1033083"/>
              <a:gd name="connsiteX1" fmla="*/ 899881 w 8010062"/>
              <a:gd name="connsiteY1" fmla="*/ 0 h 1033083"/>
              <a:gd name="connsiteX2" fmla="*/ 8010062 w 8010062"/>
              <a:gd name="connsiteY2" fmla="*/ 372683 h 1033083"/>
              <a:gd name="connsiteX3" fmla="*/ 7452868 w 8010062"/>
              <a:gd name="connsiteY3" fmla="*/ 991600 h 1033083"/>
              <a:gd name="connsiteX4" fmla="*/ 0 w 8010062"/>
              <a:gd name="connsiteY4" fmla="*/ 1033083 h 1033083"/>
              <a:gd name="connsiteX0" fmla="*/ 0 w 8035402"/>
              <a:gd name="connsiteY0" fmla="*/ 1033083 h 1080500"/>
              <a:gd name="connsiteX1" fmla="*/ 899881 w 8035402"/>
              <a:gd name="connsiteY1" fmla="*/ 0 h 1080500"/>
              <a:gd name="connsiteX2" fmla="*/ 8010062 w 8035402"/>
              <a:gd name="connsiteY2" fmla="*/ 372683 h 1080500"/>
              <a:gd name="connsiteX3" fmla="*/ 7973568 w 8035402"/>
              <a:gd name="connsiteY3" fmla="*/ 1080500 h 1080500"/>
              <a:gd name="connsiteX4" fmla="*/ 0 w 8035402"/>
              <a:gd name="connsiteY4" fmla="*/ 1033083 h 1080500"/>
              <a:gd name="connsiteX0" fmla="*/ 0 w 8860902"/>
              <a:gd name="connsiteY0" fmla="*/ 1033083 h 1080500"/>
              <a:gd name="connsiteX1" fmla="*/ 1725381 w 8860902"/>
              <a:gd name="connsiteY1" fmla="*/ 0 h 1080500"/>
              <a:gd name="connsiteX2" fmla="*/ 8835562 w 8860902"/>
              <a:gd name="connsiteY2" fmla="*/ 372683 h 1080500"/>
              <a:gd name="connsiteX3" fmla="*/ 8799068 w 8860902"/>
              <a:gd name="connsiteY3" fmla="*/ 1080500 h 1080500"/>
              <a:gd name="connsiteX4" fmla="*/ 0 w 8860902"/>
              <a:gd name="connsiteY4" fmla="*/ 1033083 h 1080500"/>
              <a:gd name="connsiteX0" fmla="*/ 0 w 8860902"/>
              <a:gd name="connsiteY0" fmla="*/ 906083 h 953500"/>
              <a:gd name="connsiteX1" fmla="*/ 1699981 w 8860902"/>
              <a:gd name="connsiteY1" fmla="*/ 0 h 953500"/>
              <a:gd name="connsiteX2" fmla="*/ 8835562 w 8860902"/>
              <a:gd name="connsiteY2" fmla="*/ 245683 h 953500"/>
              <a:gd name="connsiteX3" fmla="*/ 8799068 w 8860902"/>
              <a:gd name="connsiteY3" fmla="*/ 953500 h 953500"/>
              <a:gd name="connsiteX4" fmla="*/ 0 w 8860902"/>
              <a:gd name="connsiteY4" fmla="*/ 906083 h 953500"/>
              <a:gd name="connsiteX0" fmla="*/ 0 w 8899062"/>
              <a:gd name="connsiteY0" fmla="*/ 906083 h 953500"/>
              <a:gd name="connsiteX1" fmla="*/ 1699981 w 8899062"/>
              <a:gd name="connsiteY1" fmla="*/ 0 h 953500"/>
              <a:gd name="connsiteX2" fmla="*/ 8899062 w 8899062"/>
              <a:gd name="connsiteY2" fmla="*/ 118683 h 953500"/>
              <a:gd name="connsiteX3" fmla="*/ 8799068 w 8899062"/>
              <a:gd name="connsiteY3" fmla="*/ 953500 h 953500"/>
              <a:gd name="connsiteX4" fmla="*/ 0 w 8899062"/>
              <a:gd name="connsiteY4" fmla="*/ 906083 h 953500"/>
              <a:gd name="connsiteX0" fmla="*/ 0 w 8864554"/>
              <a:gd name="connsiteY0" fmla="*/ 906083 h 953500"/>
              <a:gd name="connsiteX1" fmla="*/ 1699981 w 8864554"/>
              <a:gd name="connsiteY1" fmla="*/ 0 h 953500"/>
              <a:gd name="connsiteX2" fmla="*/ 8860962 w 8864554"/>
              <a:gd name="connsiteY2" fmla="*/ 118683 h 953500"/>
              <a:gd name="connsiteX3" fmla="*/ 8799068 w 8864554"/>
              <a:gd name="connsiteY3" fmla="*/ 953500 h 953500"/>
              <a:gd name="connsiteX4" fmla="*/ 0 w 8864554"/>
              <a:gd name="connsiteY4" fmla="*/ 906083 h 953500"/>
              <a:gd name="connsiteX0" fmla="*/ 0 w 8890527"/>
              <a:gd name="connsiteY0" fmla="*/ 906083 h 987364"/>
              <a:gd name="connsiteX1" fmla="*/ 1699981 w 8890527"/>
              <a:gd name="connsiteY1" fmla="*/ 0 h 987364"/>
              <a:gd name="connsiteX2" fmla="*/ 8860962 w 8890527"/>
              <a:gd name="connsiteY2" fmla="*/ 118683 h 987364"/>
              <a:gd name="connsiteX3" fmla="*/ 8799068 w 8890527"/>
              <a:gd name="connsiteY3" fmla="*/ 953500 h 987364"/>
              <a:gd name="connsiteX4" fmla="*/ 0 w 8890527"/>
              <a:gd name="connsiteY4" fmla="*/ 906083 h 987364"/>
              <a:gd name="connsiteX0" fmla="*/ 0 w 8877874"/>
              <a:gd name="connsiteY0" fmla="*/ 906083 h 995281"/>
              <a:gd name="connsiteX1" fmla="*/ 1699981 w 8877874"/>
              <a:gd name="connsiteY1" fmla="*/ 0 h 995281"/>
              <a:gd name="connsiteX2" fmla="*/ 8810162 w 8877874"/>
              <a:gd name="connsiteY2" fmla="*/ 144083 h 995281"/>
              <a:gd name="connsiteX3" fmla="*/ 8799068 w 8877874"/>
              <a:gd name="connsiteY3" fmla="*/ 953500 h 995281"/>
              <a:gd name="connsiteX4" fmla="*/ 0 w 8877874"/>
              <a:gd name="connsiteY4" fmla="*/ 906083 h 995281"/>
              <a:gd name="connsiteX0" fmla="*/ 0 w 8865123"/>
              <a:gd name="connsiteY0" fmla="*/ 906083 h 969789"/>
              <a:gd name="connsiteX1" fmla="*/ 1699981 w 8865123"/>
              <a:gd name="connsiteY1" fmla="*/ 0 h 969789"/>
              <a:gd name="connsiteX2" fmla="*/ 8738682 w 8865123"/>
              <a:gd name="connsiteY2" fmla="*/ 51952 h 969789"/>
              <a:gd name="connsiteX3" fmla="*/ 8799068 w 8865123"/>
              <a:gd name="connsiteY3" fmla="*/ 953500 h 969789"/>
              <a:gd name="connsiteX4" fmla="*/ 0 w 8865123"/>
              <a:gd name="connsiteY4" fmla="*/ 906083 h 969789"/>
              <a:gd name="connsiteX0" fmla="*/ 0 w 8865123"/>
              <a:gd name="connsiteY0" fmla="*/ 911713 h 964364"/>
              <a:gd name="connsiteX1" fmla="*/ 1699981 w 8865123"/>
              <a:gd name="connsiteY1" fmla="*/ 5630 h 964364"/>
              <a:gd name="connsiteX2" fmla="*/ 8738682 w 8865123"/>
              <a:gd name="connsiteY2" fmla="*/ 0 h 964364"/>
              <a:gd name="connsiteX3" fmla="*/ 8799068 w 8865123"/>
              <a:gd name="connsiteY3" fmla="*/ 959130 h 964364"/>
              <a:gd name="connsiteX4" fmla="*/ 0 w 8865123"/>
              <a:gd name="connsiteY4" fmla="*/ 911713 h 964364"/>
              <a:gd name="connsiteX0" fmla="*/ 0 w 8797113"/>
              <a:gd name="connsiteY0" fmla="*/ 911713 h 964364"/>
              <a:gd name="connsiteX1" fmla="*/ 1699981 w 8797113"/>
              <a:gd name="connsiteY1" fmla="*/ 5630 h 964364"/>
              <a:gd name="connsiteX2" fmla="*/ 8738682 w 8797113"/>
              <a:gd name="connsiteY2" fmla="*/ 0 h 964364"/>
              <a:gd name="connsiteX3" fmla="*/ 8715675 w 8797113"/>
              <a:gd name="connsiteY3" fmla="*/ 959130 h 964364"/>
              <a:gd name="connsiteX4" fmla="*/ 0 w 8797113"/>
              <a:gd name="connsiteY4" fmla="*/ 911713 h 964364"/>
              <a:gd name="connsiteX0" fmla="*/ 0 w 8738682"/>
              <a:gd name="connsiteY0" fmla="*/ 911713 h 959130"/>
              <a:gd name="connsiteX1" fmla="*/ 1699981 w 8738682"/>
              <a:gd name="connsiteY1" fmla="*/ 5630 h 959130"/>
              <a:gd name="connsiteX2" fmla="*/ 8738682 w 8738682"/>
              <a:gd name="connsiteY2" fmla="*/ 0 h 959130"/>
              <a:gd name="connsiteX3" fmla="*/ 8715675 w 8738682"/>
              <a:gd name="connsiteY3" fmla="*/ 959130 h 959130"/>
              <a:gd name="connsiteX4" fmla="*/ 0 w 8738682"/>
              <a:gd name="connsiteY4" fmla="*/ 911713 h 959130"/>
              <a:gd name="connsiteX0" fmla="*/ 0 w 8739546"/>
              <a:gd name="connsiteY0" fmla="*/ 911713 h 959130"/>
              <a:gd name="connsiteX1" fmla="*/ 1699981 w 8739546"/>
              <a:gd name="connsiteY1" fmla="*/ 5630 h 959130"/>
              <a:gd name="connsiteX2" fmla="*/ 8738682 w 8739546"/>
              <a:gd name="connsiteY2" fmla="*/ 0 h 959130"/>
              <a:gd name="connsiteX3" fmla="*/ 8715675 w 8739546"/>
              <a:gd name="connsiteY3" fmla="*/ 959130 h 959130"/>
              <a:gd name="connsiteX4" fmla="*/ 0 w 8739546"/>
              <a:gd name="connsiteY4" fmla="*/ 911713 h 959130"/>
              <a:gd name="connsiteX0" fmla="*/ 0 w 8739546"/>
              <a:gd name="connsiteY0" fmla="*/ 911713 h 959130"/>
              <a:gd name="connsiteX1" fmla="*/ 1699981 w 8739546"/>
              <a:gd name="connsiteY1" fmla="*/ 5630 h 959130"/>
              <a:gd name="connsiteX2" fmla="*/ 8738682 w 8739546"/>
              <a:gd name="connsiteY2" fmla="*/ 0 h 959130"/>
              <a:gd name="connsiteX3" fmla="*/ 8715675 w 8739546"/>
              <a:gd name="connsiteY3" fmla="*/ 959130 h 959130"/>
              <a:gd name="connsiteX4" fmla="*/ 0 w 8739546"/>
              <a:gd name="connsiteY4" fmla="*/ 911713 h 959130"/>
              <a:gd name="connsiteX0" fmla="*/ 0 w 8739546"/>
              <a:gd name="connsiteY0" fmla="*/ 911713 h 959130"/>
              <a:gd name="connsiteX1" fmla="*/ 1699981 w 8739546"/>
              <a:gd name="connsiteY1" fmla="*/ 5630 h 959130"/>
              <a:gd name="connsiteX2" fmla="*/ 8738682 w 8739546"/>
              <a:gd name="connsiteY2" fmla="*/ 0 h 959130"/>
              <a:gd name="connsiteX3" fmla="*/ 8715675 w 8739546"/>
              <a:gd name="connsiteY3" fmla="*/ 959130 h 959130"/>
              <a:gd name="connsiteX4" fmla="*/ 0 w 8739546"/>
              <a:gd name="connsiteY4" fmla="*/ 911713 h 959130"/>
              <a:gd name="connsiteX0" fmla="*/ 0 w 8747391"/>
              <a:gd name="connsiteY0" fmla="*/ 911713 h 924581"/>
              <a:gd name="connsiteX1" fmla="*/ 1699981 w 8747391"/>
              <a:gd name="connsiteY1" fmla="*/ 5630 h 924581"/>
              <a:gd name="connsiteX2" fmla="*/ 8738682 w 8747391"/>
              <a:gd name="connsiteY2" fmla="*/ 0 h 924581"/>
              <a:gd name="connsiteX3" fmla="*/ 8727589 w 8747391"/>
              <a:gd name="connsiteY3" fmla="*/ 924581 h 924581"/>
              <a:gd name="connsiteX4" fmla="*/ 0 w 8747391"/>
              <a:gd name="connsiteY4" fmla="*/ 911713 h 924581"/>
              <a:gd name="connsiteX0" fmla="*/ 0 w 8747391"/>
              <a:gd name="connsiteY0" fmla="*/ 911713 h 970647"/>
              <a:gd name="connsiteX1" fmla="*/ 1699981 w 8747391"/>
              <a:gd name="connsiteY1" fmla="*/ 5630 h 970647"/>
              <a:gd name="connsiteX2" fmla="*/ 8738682 w 8747391"/>
              <a:gd name="connsiteY2" fmla="*/ 0 h 970647"/>
              <a:gd name="connsiteX3" fmla="*/ 8727589 w 8747391"/>
              <a:gd name="connsiteY3" fmla="*/ 970647 h 970647"/>
              <a:gd name="connsiteX4" fmla="*/ 0 w 8747391"/>
              <a:gd name="connsiteY4" fmla="*/ 911713 h 970647"/>
              <a:gd name="connsiteX0" fmla="*/ 0 w 8742109"/>
              <a:gd name="connsiteY0" fmla="*/ 911713 h 970647"/>
              <a:gd name="connsiteX1" fmla="*/ 1699981 w 8742109"/>
              <a:gd name="connsiteY1" fmla="*/ 5630 h 970647"/>
              <a:gd name="connsiteX2" fmla="*/ 8738682 w 8742109"/>
              <a:gd name="connsiteY2" fmla="*/ 0 h 970647"/>
              <a:gd name="connsiteX3" fmla="*/ 8727589 w 8742109"/>
              <a:gd name="connsiteY3" fmla="*/ 970647 h 970647"/>
              <a:gd name="connsiteX4" fmla="*/ 0 w 8742109"/>
              <a:gd name="connsiteY4" fmla="*/ 911713 h 970647"/>
              <a:gd name="connsiteX0" fmla="*/ 0 w 8742109"/>
              <a:gd name="connsiteY0" fmla="*/ 911713 h 970647"/>
              <a:gd name="connsiteX1" fmla="*/ 1699981 w 8742109"/>
              <a:gd name="connsiteY1" fmla="*/ 5630 h 970647"/>
              <a:gd name="connsiteX2" fmla="*/ 8738682 w 8742109"/>
              <a:gd name="connsiteY2" fmla="*/ 0 h 970647"/>
              <a:gd name="connsiteX3" fmla="*/ 8727589 w 8742109"/>
              <a:gd name="connsiteY3" fmla="*/ 970647 h 970647"/>
              <a:gd name="connsiteX4" fmla="*/ 0 w 8742109"/>
              <a:gd name="connsiteY4" fmla="*/ 911713 h 970647"/>
              <a:gd name="connsiteX0" fmla="*/ 0 w 8751250"/>
              <a:gd name="connsiteY0" fmla="*/ 911713 h 936098"/>
              <a:gd name="connsiteX1" fmla="*/ 1699981 w 8751250"/>
              <a:gd name="connsiteY1" fmla="*/ 5630 h 936098"/>
              <a:gd name="connsiteX2" fmla="*/ 8738682 w 8751250"/>
              <a:gd name="connsiteY2" fmla="*/ 0 h 936098"/>
              <a:gd name="connsiteX3" fmla="*/ 8739502 w 8751250"/>
              <a:gd name="connsiteY3" fmla="*/ 936098 h 936098"/>
              <a:gd name="connsiteX4" fmla="*/ 0 w 8751250"/>
              <a:gd name="connsiteY4" fmla="*/ 911713 h 936098"/>
              <a:gd name="connsiteX0" fmla="*/ 0 w 8753858"/>
              <a:gd name="connsiteY0" fmla="*/ 911713 h 944624"/>
              <a:gd name="connsiteX1" fmla="*/ 1699981 w 8753858"/>
              <a:gd name="connsiteY1" fmla="*/ 5630 h 944624"/>
              <a:gd name="connsiteX2" fmla="*/ 8738682 w 8753858"/>
              <a:gd name="connsiteY2" fmla="*/ 0 h 944624"/>
              <a:gd name="connsiteX3" fmla="*/ 8739502 w 8753858"/>
              <a:gd name="connsiteY3" fmla="*/ 936098 h 944624"/>
              <a:gd name="connsiteX4" fmla="*/ 0 w 8753858"/>
              <a:gd name="connsiteY4" fmla="*/ 911713 h 94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3858" h="944624">
                <a:moveTo>
                  <a:pt x="0" y="911713"/>
                </a:moveTo>
                <a:lnTo>
                  <a:pt x="1699981" y="5630"/>
                </a:lnTo>
                <a:cubicBezTo>
                  <a:pt x="9168945" y="3753"/>
                  <a:pt x="1102931" y="13394"/>
                  <a:pt x="8738682" y="0"/>
                </a:cubicBezTo>
                <a:cubicBezTo>
                  <a:pt x="8727604" y="1209105"/>
                  <a:pt x="8771146" y="-500463"/>
                  <a:pt x="8739502" y="936098"/>
                </a:cubicBezTo>
                <a:cubicBezTo>
                  <a:pt x="9090587" y="962520"/>
                  <a:pt x="2913167" y="919841"/>
                  <a:pt x="0" y="911713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rgbClr val="3C747D"/>
              </a:gs>
            </a:gsLst>
            <a:lin ang="13500000" scaled="1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15" tIns="103615" rIns="103615" bIns="10361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2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E3525E-8B8F-48E9-A3C9-5E594654DC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63A05-44BF-A821-5E52-6EC4CB022C2D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00D3EC7-9B65-3686-2BC9-5C1E97FF23BD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239E3C8D-EC6D-F540-C17C-D829B5B38102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FFA5C91-EBFB-6A75-8FA8-E2939FF9BD69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74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 preserve="1">
  <p:cSld name="1_Title + sub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 flipH="1">
            <a:off x="-2" y="-63656"/>
            <a:ext cx="6908802" cy="7858760"/>
          </a:xfrm>
          <a:prstGeom prst="rect">
            <a:avLst/>
          </a:prstGeom>
          <a:gradFill>
            <a:gsLst>
              <a:gs pos="45000">
                <a:srgbClr val="252525"/>
              </a:gs>
              <a:gs pos="8000">
                <a:schemeClr val="tx2">
                  <a:lumMod val="10000"/>
                </a:schemeClr>
              </a:gs>
              <a:gs pos="100000">
                <a:schemeClr val="bg1">
                  <a:lumMod val="25000"/>
                  <a:alpha val="85000"/>
                </a:schemeClr>
              </a:gs>
            </a:gsLst>
            <a:lin ang="13500000" scaled="1"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" name="Google Shape;19;p3">
            <a:extLst>
              <a:ext uri="{FF2B5EF4-FFF2-40B4-BE49-F238E27FC236}">
                <a16:creationId xmlns:a16="http://schemas.microsoft.com/office/drawing/2014/main" id="{0DC96943-44E8-94D0-FCEA-2451A0F2E1B4}"/>
              </a:ext>
            </a:extLst>
          </p:cNvPr>
          <p:cNvSpPr/>
          <p:nvPr/>
        </p:nvSpPr>
        <p:spPr>
          <a:xfrm rot="10800000">
            <a:off x="-4" y="-116032"/>
            <a:ext cx="8626646" cy="1466532"/>
          </a:xfrm>
          <a:custGeom>
            <a:avLst/>
            <a:gdLst>
              <a:gd name="connsiteX0" fmla="*/ 0 w 12239162"/>
              <a:gd name="connsiteY0" fmla="*/ 461583 h 461583"/>
              <a:gd name="connsiteX1" fmla="*/ 6119581 w 12239162"/>
              <a:gd name="connsiteY1" fmla="*/ 0 h 461583"/>
              <a:gd name="connsiteX2" fmla="*/ 12239162 w 12239162"/>
              <a:gd name="connsiteY2" fmla="*/ 461583 h 461583"/>
              <a:gd name="connsiteX3" fmla="*/ 0 w 12239162"/>
              <a:gd name="connsiteY3" fmla="*/ 461583 h 461583"/>
              <a:gd name="connsiteX0" fmla="*/ 0 w 8010062"/>
              <a:gd name="connsiteY0" fmla="*/ 1121983 h 1121983"/>
              <a:gd name="connsiteX1" fmla="*/ 1890481 w 8010062"/>
              <a:gd name="connsiteY1" fmla="*/ 0 h 1121983"/>
              <a:gd name="connsiteX2" fmla="*/ 8010062 w 8010062"/>
              <a:gd name="connsiteY2" fmla="*/ 461583 h 1121983"/>
              <a:gd name="connsiteX3" fmla="*/ 0 w 8010062"/>
              <a:gd name="connsiteY3" fmla="*/ 1121983 h 1121983"/>
              <a:gd name="connsiteX0" fmla="*/ 0 w 8010062"/>
              <a:gd name="connsiteY0" fmla="*/ 1033083 h 1033083"/>
              <a:gd name="connsiteX1" fmla="*/ 899881 w 8010062"/>
              <a:gd name="connsiteY1" fmla="*/ 0 h 1033083"/>
              <a:gd name="connsiteX2" fmla="*/ 8010062 w 8010062"/>
              <a:gd name="connsiteY2" fmla="*/ 372683 h 1033083"/>
              <a:gd name="connsiteX3" fmla="*/ 0 w 8010062"/>
              <a:gd name="connsiteY3" fmla="*/ 1033083 h 1033083"/>
              <a:gd name="connsiteX0" fmla="*/ 0 w 8010062"/>
              <a:gd name="connsiteY0" fmla="*/ 1033083 h 1033083"/>
              <a:gd name="connsiteX1" fmla="*/ 899881 w 8010062"/>
              <a:gd name="connsiteY1" fmla="*/ 0 h 1033083"/>
              <a:gd name="connsiteX2" fmla="*/ 8010062 w 8010062"/>
              <a:gd name="connsiteY2" fmla="*/ 372683 h 1033083"/>
              <a:gd name="connsiteX3" fmla="*/ 7452868 w 8010062"/>
              <a:gd name="connsiteY3" fmla="*/ 991600 h 1033083"/>
              <a:gd name="connsiteX4" fmla="*/ 0 w 8010062"/>
              <a:gd name="connsiteY4" fmla="*/ 1033083 h 1033083"/>
              <a:gd name="connsiteX0" fmla="*/ 0 w 8035402"/>
              <a:gd name="connsiteY0" fmla="*/ 1033083 h 1080500"/>
              <a:gd name="connsiteX1" fmla="*/ 899881 w 8035402"/>
              <a:gd name="connsiteY1" fmla="*/ 0 h 1080500"/>
              <a:gd name="connsiteX2" fmla="*/ 8010062 w 8035402"/>
              <a:gd name="connsiteY2" fmla="*/ 372683 h 1080500"/>
              <a:gd name="connsiteX3" fmla="*/ 7973568 w 8035402"/>
              <a:gd name="connsiteY3" fmla="*/ 1080500 h 1080500"/>
              <a:gd name="connsiteX4" fmla="*/ 0 w 8035402"/>
              <a:gd name="connsiteY4" fmla="*/ 1033083 h 1080500"/>
              <a:gd name="connsiteX0" fmla="*/ 0 w 8860902"/>
              <a:gd name="connsiteY0" fmla="*/ 1033083 h 1080500"/>
              <a:gd name="connsiteX1" fmla="*/ 1725381 w 8860902"/>
              <a:gd name="connsiteY1" fmla="*/ 0 h 1080500"/>
              <a:gd name="connsiteX2" fmla="*/ 8835562 w 8860902"/>
              <a:gd name="connsiteY2" fmla="*/ 372683 h 1080500"/>
              <a:gd name="connsiteX3" fmla="*/ 8799068 w 8860902"/>
              <a:gd name="connsiteY3" fmla="*/ 1080500 h 1080500"/>
              <a:gd name="connsiteX4" fmla="*/ 0 w 8860902"/>
              <a:gd name="connsiteY4" fmla="*/ 1033083 h 1080500"/>
              <a:gd name="connsiteX0" fmla="*/ 0 w 8860902"/>
              <a:gd name="connsiteY0" fmla="*/ 906083 h 953500"/>
              <a:gd name="connsiteX1" fmla="*/ 1699981 w 8860902"/>
              <a:gd name="connsiteY1" fmla="*/ 0 h 953500"/>
              <a:gd name="connsiteX2" fmla="*/ 8835562 w 8860902"/>
              <a:gd name="connsiteY2" fmla="*/ 245683 h 953500"/>
              <a:gd name="connsiteX3" fmla="*/ 8799068 w 8860902"/>
              <a:gd name="connsiteY3" fmla="*/ 953500 h 953500"/>
              <a:gd name="connsiteX4" fmla="*/ 0 w 8860902"/>
              <a:gd name="connsiteY4" fmla="*/ 906083 h 953500"/>
              <a:gd name="connsiteX0" fmla="*/ 0 w 8899062"/>
              <a:gd name="connsiteY0" fmla="*/ 906083 h 953500"/>
              <a:gd name="connsiteX1" fmla="*/ 1699981 w 8899062"/>
              <a:gd name="connsiteY1" fmla="*/ 0 h 953500"/>
              <a:gd name="connsiteX2" fmla="*/ 8899062 w 8899062"/>
              <a:gd name="connsiteY2" fmla="*/ 118683 h 953500"/>
              <a:gd name="connsiteX3" fmla="*/ 8799068 w 8899062"/>
              <a:gd name="connsiteY3" fmla="*/ 953500 h 953500"/>
              <a:gd name="connsiteX4" fmla="*/ 0 w 8899062"/>
              <a:gd name="connsiteY4" fmla="*/ 906083 h 953500"/>
              <a:gd name="connsiteX0" fmla="*/ 0 w 8864554"/>
              <a:gd name="connsiteY0" fmla="*/ 906083 h 953500"/>
              <a:gd name="connsiteX1" fmla="*/ 1699981 w 8864554"/>
              <a:gd name="connsiteY1" fmla="*/ 0 h 953500"/>
              <a:gd name="connsiteX2" fmla="*/ 8860962 w 8864554"/>
              <a:gd name="connsiteY2" fmla="*/ 118683 h 953500"/>
              <a:gd name="connsiteX3" fmla="*/ 8799068 w 8864554"/>
              <a:gd name="connsiteY3" fmla="*/ 953500 h 953500"/>
              <a:gd name="connsiteX4" fmla="*/ 0 w 8864554"/>
              <a:gd name="connsiteY4" fmla="*/ 906083 h 953500"/>
              <a:gd name="connsiteX0" fmla="*/ 0 w 8890527"/>
              <a:gd name="connsiteY0" fmla="*/ 906083 h 987364"/>
              <a:gd name="connsiteX1" fmla="*/ 1699981 w 8890527"/>
              <a:gd name="connsiteY1" fmla="*/ 0 h 987364"/>
              <a:gd name="connsiteX2" fmla="*/ 8860962 w 8890527"/>
              <a:gd name="connsiteY2" fmla="*/ 118683 h 987364"/>
              <a:gd name="connsiteX3" fmla="*/ 8799068 w 8890527"/>
              <a:gd name="connsiteY3" fmla="*/ 953500 h 987364"/>
              <a:gd name="connsiteX4" fmla="*/ 0 w 8890527"/>
              <a:gd name="connsiteY4" fmla="*/ 906083 h 987364"/>
              <a:gd name="connsiteX0" fmla="*/ 0 w 8877874"/>
              <a:gd name="connsiteY0" fmla="*/ 906083 h 995281"/>
              <a:gd name="connsiteX1" fmla="*/ 1699981 w 8877874"/>
              <a:gd name="connsiteY1" fmla="*/ 0 h 995281"/>
              <a:gd name="connsiteX2" fmla="*/ 8810162 w 8877874"/>
              <a:gd name="connsiteY2" fmla="*/ 144083 h 995281"/>
              <a:gd name="connsiteX3" fmla="*/ 8799068 w 8877874"/>
              <a:gd name="connsiteY3" fmla="*/ 953500 h 995281"/>
              <a:gd name="connsiteX4" fmla="*/ 0 w 8877874"/>
              <a:gd name="connsiteY4" fmla="*/ 906083 h 995281"/>
              <a:gd name="connsiteX0" fmla="*/ 0 w 8865123"/>
              <a:gd name="connsiteY0" fmla="*/ 906083 h 969789"/>
              <a:gd name="connsiteX1" fmla="*/ 1699981 w 8865123"/>
              <a:gd name="connsiteY1" fmla="*/ 0 h 969789"/>
              <a:gd name="connsiteX2" fmla="*/ 8738682 w 8865123"/>
              <a:gd name="connsiteY2" fmla="*/ 51952 h 969789"/>
              <a:gd name="connsiteX3" fmla="*/ 8799068 w 8865123"/>
              <a:gd name="connsiteY3" fmla="*/ 953500 h 969789"/>
              <a:gd name="connsiteX4" fmla="*/ 0 w 8865123"/>
              <a:gd name="connsiteY4" fmla="*/ 906083 h 969789"/>
              <a:gd name="connsiteX0" fmla="*/ 0 w 8865123"/>
              <a:gd name="connsiteY0" fmla="*/ 911713 h 964364"/>
              <a:gd name="connsiteX1" fmla="*/ 1699981 w 8865123"/>
              <a:gd name="connsiteY1" fmla="*/ 5630 h 964364"/>
              <a:gd name="connsiteX2" fmla="*/ 8738682 w 8865123"/>
              <a:gd name="connsiteY2" fmla="*/ 0 h 964364"/>
              <a:gd name="connsiteX3" fmla="*/ 8799068 w 8865123"/>
              <a:gd name="connsiteY3" fmla="*/ 959130 h 964364"/>
              <a:gd name="connsiteX4" fmla="*/ 0 w 8865123"/>
              <a:gd name="connsiteY4" fmla="*/ 911713 h 964364"/>
              <a:gd name="connsiteX0" fmla="*/ 0 w 8797113"/>
              <a:gd name="connsiteY0" fmla="*/ 911713 h 964364"/>
              <a:gd name="connsiteX1" fmla="*/ 1699981 w 8797113"/>
              <a:gd name="connsiteY1" fmla="*/ 5630 h 964364"/>
              <a:gd name="connsiteX2" fmla="*/ 8738682 w 8797113"/>
              <a:gd name="connsiteY2" fmla="*/ 0 h 964364"/>
              <a:gd name="connsiteX3" fmla="*/ 8715675 w 8797113"/>
              <a:gd name="connsiteY3" fmla="*/ 959130 h 964364"/>
              <a:gd name="connsiteX4" fmla="*/ 0 w 8797113"/>
              <a:gd name="connsiteY4" fmla="*/ 911713 h 964364"/>
              <a:gd name="connsiteX0" fmla="*/ 0 w 8738682"/>
              <a:gd name="connsiteY0" fmla="*/ 911713 h 959130"/>
              <a:gd name="connsiteX1" fmla="*/ 1699981 w 8738682"/>
              <a:gd name="connsiteY1" fmla="*/ 5630 h 959130"/>
              <a:gd name="connsiteX2" fmla="*/ 8738682 w 8738682"/>
              <a:gd name="connsiteY2" fmla="*/ 0 h 959130"/>
              <a:gd name="connsiteX3" fmla="*/ 8715675 w 8738682"/>
              <a:gd name="connsiteY3" fmla="*/ 959130 h 959130"/>
              <a:gd name="connsiteX4" fmla="*/ 0 w 8738682"/>
              <a:gd name="connsiteY4" fmla="*/ 911713 h 959130"/>
              <a:gd name="connsiteX0" fmla="*/ 0 w 8739546"/>
              <a:gd name="connsiteY0" fmla="*/ 911713 h 959130"/>
              <a:gd name="connsiteX1" fmla="*/ 1699981 w 8739546"/>
              <a:gd name="connsiteY1" fmla="*/ 5630 h 959130"/>
              <a:gd name="connsiteX2" fmla="*/ 8738682 w 8739546"/>
              <a:gd name="connsiteY2" fmla="*/ 0 h 959130"/>
              <a:gd name="connsiteX3" fmla="*/ 8715675 w 8739546"/>
              <a:gd name="connsiteY3" fmla="*/ 959130 h 959130"/>
              <a:gd name="connsiteX4" fmla="*/ 0 w 8739546"/>
              <a:gd name="connsiteY4" fmla="*/ 911713 h 959130"/>
              <a:gd name="connsiteX0" fmla="*/ 0 w 8739546"/>
              <a:gd name="connsiteY0" fmla="*/ 911713 h 959130"/>
              <a:gd name="connsiteX1" fmla="*/ 1699981 w 8739546"/>
              <a:gd name="connsiteY1" fmla="*/ 5630 h 959130"/>
              <a:gd name="connsiteX2" fmla="*/ 8738682 w 8739546"/>
              <a:gd name="connsiteY2" fmla="*/ 0 h 959130"/>
              <a:gd name="connsiteX3" fmla="*/ 8715675 w 8739546"/>
              <a:gd name="connsiteY3" fmla="*/ 959130 h 959130"/>
              <a:gd name="connsiteX4" fmla="*/ 0 w 8739546"/>
              <a:gd name="connsiteY4" fmla="*/ 911713 h 959130"/>
              <a:gd name="connsiteX0" fmla="*/ 0 w 8739546"/>
              <a:gd name="connsiteY0" fmla="*/ 911713 h 959130"/>
              <a:gd name="connsiteX1" fmla="*/ 1699981 w 8739546"/>
              <a:gd name="connsiteY1" fmla="*/ 5630 h 959130"/>
              <a:gd name="connsiteX2" fmla="*/ 8738682 w 8739546"/>
              <a:gd name="connsiteY2" fmla="*/ 0 h 959130"/>
              <a:gd name="connsiteX3" fmla="*/ 8715675 w 8739546"/>
              <a:gd name="connsiteY3" fmla="*/ 959130 h 959130"/>
              <a:gd name="connsiteX4" fmla="*/ 0 w 8739546"/>
              <a:gd name="connsiteY4" fmla="*/ 911713 h 959130"/>
              <a:gd name="connsiteX0" fmla="*/ 0 w 8747391"/>
              <a:gd name="connsiteY0" fmla="*/ 911713 h 924581"/>
              <a:gd name="connsiteX1" fmla="*/ 1699981 w 8747391"/>
              <a:gd name="connsiteY1" fmla="*/ 5630 h 924581"/>
              <a:gd name="connsiteX2" fmla="*/ 8738682 w 8747391"/>
              <a:gd name="connsiteY2" fmla="*/ 0 h 924581"/>
              <a:gd name="connsiteX3" fmla="*/ 8727589 w 8747391"/>
              <a:gd name="connsiteY3" fmla="*/ 924581 h 924581"/>
              <a:gd name="connsiteX4" fmla="*/ 0 w 8747391"/>
              <a:gd name="connsiteY4" fmla="*/ 911713 h 924581"/>
              <a:gd name="connsiteX0" fmla="*/ 0 w 8747391"/>
              <a:gd name="connsiteY0" fmla="*/ 911713 h 970647"/>
              <a:gd name="connsiteX1" fmla="*/ 1699981 w 8747391"/>
              <a:gd name="connsiteY1" fmla="*/ 5630 h 970647"/>
              <a:gd name="connsiteX2" fmla="*/ 8738682 w 8747391"/>
              <a:gd name="connsiteY2" fmla="*/ 0 h 970647"/>
              <a:gd name="connsiteX3" fmla="*/ 8727589 w 8747391"/>
              <a:gd name="connsiteY3" fmla="*/ 970647 h 970647"/>
              <a:gd name="connsiteX4" fmla="*/ 0 w 8747391"/>
              <a:gd name="connsiteY4" fmla="*/ 911713 h 970647"/>
              <a:gd name="connsiteX0" fmla="*/ 0 w 8742109"/>
              <a:gd name="connsiteY0" fmla="*/ 911713 h 970647"/>
              <a:gd name="connsiteX1" fmla="*/ 1699981 w 8742109"/>
              <a:gd name="connsiteY1" fmla="*/ 5630 h 970647"/>
              <a:gd name="connsiteX2" fmla="*/ 8738682 w 8742109"/>
              <a:gd name="connsiteY2" fmla="*/ 0 h 970647"/>
              <a:gd name="connsiteX3" fmla="*/ 8727589 w 8742109"/>
              <a:gd name="connsiteY3" fmla="*/ 970647 h 970647"/>
              <a:gd name="connsiteX4" fmla="*/ 0 w 8742109"/>
              <a:gd name="connsiteY4" fmla="*/ 911713 h 970647"/>
              <a:gd name="connsiteX0" fmla="*/ 0 w 8742109"/>
              <a:gd name="connsiteY0" fmla="*/ 911713 h 970647"/>
              <a:gd name="connsiteX1" fmla="*/ 1699981 w 8742109"/>
              <a:gd name="connsiteY1" fmla="*/ 5630 h 970647"/>
              <a:gd name="connsiteX2" fmla="*/ 8738682 w 8742109"/>
              <a:gd name="connsiteY2" fmla="*/ 0 h 970647"/>
              <a:gd name="connsiteX3" fmla="*/ 8727589 w 8742109"/>
              <a:gd name="connsiteY3" fmla="*/ 970647 h 970647"/>
              <a:gd name="connsiteX4" fmla="*/ 0 w 8742109"/>
              <a:gd name="connsiteY4" fmla="*/ 911713 h 970647"/>
              <a:gd name="connsiteX0" fmla="*/ 0 w 8751250"/>
              <a:gd name="connsiteY0" fmla="*/ 911713 h 936098"/>
              <a:gd name="connsiteX1" fmla="*/ 1699981 w 8751250"/>
              <a:gd name="connsiteY1" fmla="*/ 5630 h 936098"/>
              <a:gd name="connsiteX2" fmla="*/ 8738682 w 8751250"/>
              <a:gd name="connsiteY2" fmla="*/ 0 h 936098"/>
              <a:gd name="connsiteX3" fmla="*/ 8739502 w 8751250"/>
              <a:gd name="connsiteY3" fmla="*/ 936098 h 936098"/>
              <a:gd name="connsiteX4" fmla="*/ 0 w 8751250"/>
              <a:gd name="connsiteY4" fmla="*/ 911713 h 936098"/>
              <a:gd name="connsiteX0" fmla="*/ 0 w 8753858"/>
              <a:gd name="connsiteY0" fmla="*/ 911713 h 944624"/>
              <a:gd name="connsiteX1" fmla="*/ 1699981 w 8753858"/>
              <a:gd name="connsiteY1" fmla="*/ 5630 h 944624"/>
              <a:gd name="connsiteX2" fmla="*/ 8738682 w 8753858"/>
              <a:gd name="connsiteY2" fmla="*/ 0 h 944624"/>
              <a:gd name="connsiteX3" fmla="*/ 8739502 w 8753858"/>
              <a:gd name="connsiteY3" fmla="*/ 936098 h 944624"/>
              <a:gd name="connsiteX4" fmla="*/ 0 w 8753858"/>
              <a:gd name="connsiteY4" fmla="*/ 911713 h 94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3858" h="944624">
                <a:moveTo>
                  <a:pt x="0" y="911713"/>
                </a:moveTo>
                <a:lnTo>
                  <a:pt x="1699981" y="5630"/>
                </a:lnTo>
                <a:cubicBezTo>
                  <a:pt x="9168945" y="3753"/>
                  <a:pt x="1102931" y="13394"/>
                  <a:pt x="8738682" y="0"/>
                </a:cubicBezTo>
                <a:cubicBezTo>
                  <a:pt x="8727604" y="1209105"/>
                  <a:pt x="8771146" y="-500463"/>
                  <a:pt x="8739502" y="936098"/>
                </a:cubicBezTo>
                <a:cubicBezTo>
                  <a:pt x="9090587" y="962520"/>
                  <a:pt x="2913167" y="919841"/>
                  <a:pt x="0" y="911713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rgbClr val="3C747D"/>
              </a:gs>
            </a:gsLst>
            <a:lin ang="13500000" scaled="1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103615" tIns="103615" rIns="103615" bIns="10361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20" dirty="0"/>
          </a:p>
        </p:txBody>
      </p:sp>
      <p:sp>
        <p:nvSpPr>
          <p:cNvPr id="44" name="Google Shape;44;p5"/>
          <p:cNvSpPr txBox="1">
            <a:spLocks noGrp="1"/>
          </p:cNvSpPr>
          <p:nvPr>
            <p:ph type="ctrTitle"/>
          </p:nvPr>
        </p:nvSpPr>
        <p:spPr>
          <a:xfrm>
            <a:off x="719683" y="379713"/>
            <a:ext cx="5843920" cy="6499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64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552426" y="1847044"/>
            <a:ext cx="5872437" cy="2039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  <a:latin typeface="+mn-l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663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E3525E-8B8F-48E9-A3C9-5E594654DC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63A05-44BF-A821-5E52-6EC4CB022C2D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00D3EC7-9B65-3686-2BC9-5C1E97FF23BD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239E3C8D-EC6D-F540-C17C-D829B5B38102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FFA5C91-EBFB-6A75-8FA8-E2939FF9BD69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09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 userDrawn="1">
  <p:cSld name="Four columns">
    <p:bg>
      <p:bgPr>
        <a:solidFill>
          <a:schemeClr val="accent3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8;p3">
            <a:extLst>
              <a:ext uri="{FF2B5EF4-FFF2-40B4-BE49-F238E27FC236}">
                <a16:creationId xmlns:a16="http://schemas.microsoft.com/office/drawing/2014/main" id="{CD41D1AE-1F52-BB92-EC98-F59DD32EDDE9}"/>
              </a:ext>
            </a:extLst>
          </p:cNvPr>
          <p:cNvGrpSpPr/>
          <p:nvPr userDrawn="1"/>
        </p:nvGrpSpPr>
        <p:grpSpPr>
          <a:xfrm>
            <a:off x="-1" y="-61164"/>
            <a:ext cx="13817601" cy="2791656"/>
            <a:chOff x="-1689988" y="-40481"/>
            <a:chExt cx="10827478" cy="1231005"/>
          </a:xfrm>
          <a:gradFill>
            <a:gsLst>
              <a:gs pos="0">
                <a:schemeClr val="bg2"/>
              </a:gs>
              <a:gs pos="100000">
                <a:srgbClr val="3C747D"/>
              </a:gs>
            </a:gsLst>
            <a:lin ang="13500000" scaled="1"/>
          </a:gradFill>
        </p:grpSpPr>
        <p:sp>
          <p:nvSpPr>
            <p:cNvPr id="9" name="Google Shape;19;p3">
              <a:extLst>
                <a:ext uri="{FF2B5EF4-FFF2-40B4-BE49-F238E27FC236}">
                  <a16:creationId xmlns:a16="http://schemas.microsoft.com/office/drawing/2014/main" id="{76052698-C81D-CE12-2B62-EB34026D61F9}"/>
                </a:ext>
              </a:extLst>
            </p:cNvPr>
            <p:cNvSpPr/>
            <p:nvPr/>
          </p:nvSpPr>
          <p:spPr>
            <a:xfrm rot="10800000">
              <a:off x="-1689988" y="821099"/>
              <a:ext cx="10817972" cy="369425"/>
            </a:xfrm>
            <a:prstGeom prst="triangle">
              <a:avLst>
                <a:gd name="adj" fmla="val 50458"/>
              </a:avLst>
            </a:prstGeom>
            <a:grp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20" dirty="0"/>
            </a:p>
          </p:txBody>
        </p:sp>
        <p:sp>
          <p:nvSpPr>
            <p:cNvPr id="10" name="Google Shape;20;p3">
              <a:extLst>
                <a:ext uri="{FF2B5EF4-FFF2-40B4-BE49-F238E27FC236}">
                  <a16:creationId xmlns:a16="http://schemas.microsoft.com/office/drawing/2014/main" id="{D585E0D2-5DD4-D125-98BB-A14B4DAF29E9}"/>
                </a:ext>
              </a:extLst>
            </p:cNvPr>
            <p:cNvSpPr/>
            <p:nvPr/>
          </p:nvSpPr>
          <p:spPr>
            <a:xfrm>
              <a:off x="-1689988" y="-40481"/>
              <a:ext cx="10827478" cy="86158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20" dirty="0"/>
            </a:p>
          </p:txBody>
        </p:sp>
      </p:grpSp>
      <p:sp>
        <p:nvSpPr>
          <p:cNvPr id="47" name="Google Shape;47;p6"/>
          <p:cNvSpPr txBox="1">
            <a:spLocks noGrp="1"/>
          </p:cNvSpPr>
          <p:nvPr>
            <p:ph type="ctrTitle"/>
          </p:nvPr>
        </p:nvSpPr>
        <p:spPr>
          <a:xfrm>
            <a:off x="4655696" y="612508"/>
            <a:ext cx="4506133" cy="1041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solidFill>
                  <a:schemeClr val="bg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AA7A0-B00E-E31D-C517-AFD2C92AE4F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82887D-A484-4D04-CD8E-45E7101AF430}"/>
              </a:ext>
            </a:extLst>
          </p:cNvPr>
          <p:cNvSpPr txBox="1"/>
          <p:nvPr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C86A608D-AB12-681D-BB3E-1BBD40C0B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4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5395" y="-307"/>
            <a:ext cx="1818033" cy="2451407"/>
          </a:xfrm>
          <a:prstGeom prst="rect">
            <a:avLst/>
          </a:prstGeom>
          <a:ln>
            <a:noFill/>
          </a:ln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3D0758-65D1-061E-AEA2-D69F0D4198D5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1" name="Teardrop 10">
            <a:extLst>
              <a:ext uri="{FF2B5EF4-FFF2-40B4-BE49-F238E27FC236}">
                <a16:creationId xmlns:a16="http://schemas.microsoft.com/office/drawing/2014/main" id="{773C6A5C-8D1E-B7E7-8ABD-2FC3EB6330B5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5B1FCAD-16DD-19CB-A61E-44FA7FB27B59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7637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5">
          <p15:clr>
            <a:srgbClr val="FA7B17"/>
          </p15:clr>
        </p15:guide>
        <p15:guide id="2" orient="horz" pos="1460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>
            <a:off x="-56639" y="-59729"/>
            <a:ext cx="5659033" cy="7891857"/>
          </a:xfrm>
          <a:custGeom>
            <a:avLst/>
            <a:gdLst>
              <a:gd name="connsiteX0" fmla="*/ 0 w 6145233"/>
              <a:gd name="connsiteY0" fmla="*/ 3458844 h 6917687"/>
              <a:gd name="connsiteX1" fmla="*/ 1185784 w 6145233"/>
              <a:gd name="connsiteY1" fmla="*/ 2 h 6917687"/>
              <a:gd name="connsiteX2" fmla="*/ 4959449 w 6145233"/>
              <a:gd name="connsiteY2" fmla="*/ 2 h 6917687"/>
              <a:gd name="connsiteX3" fmla="*/ 6145233 w 6145233"/>
              <a:gd name="connsiteY3" fmla="*/ 3458844 h 6917687"/>
              <a:gd name="connsiteX4" fmla="*/ 4959449 w 6145233"/>
              <a:gd name="connsiteY4" fmla="*/ 6917685 h 6917687"/>
              <a:gd name="connsiteX5" fmla="*/ 1185784 w 6145233"/>
              <a:gd name="connsiteY5" fmla="*/ 6917685 h 6917687"/>
              <a:gd name="connsiteX6" fmla="*/ 0 w 6145233"/>
              <a:gd name="connsiteY6" fmla="*/ 3458844 h 6917687"/>
              <a:gd name="connsiteX0" fmla="*/ 0 w 6145233"/>
              <a:gd name="connsiteY0" fmla="*/ 3458842 h 6917683"/>
              <a:gd name="connsiteX1" fmla="*/ 2633584 w 6145233"/>
              <a:gd name="connsiteY1" fmla="*/ 0 h 6917683"/>
              <a:gd name="connsiteX2" fmla="*/ 4959449 w 6145233"/>
              <a:gd name="connsiteY2" fmla="*/ 0 h 6917683"/>
              <a:gd name="connsiteX3" fmla="*/ 6145233 w 6145233"/>
              <a:gd name="connsiteY3" fmla="*/ 3458842 h 6917683"/>
              <a:gd name="connsiteX4" fmla="*/ 4959449 w 6145233"/>
              <a:gd name="connsiteY4" fmla="*/ 6917683 h 6917683"/>
              <a:gd name="connsiteX5" fmla="*/ 1185784 w 6145233"/>
              <a:gd name="connsiteY5" fmla="*/ 6917683 h 6917683"/>
              <a:gd name="connsiteX6" fmla="*/ 0 w 6145233"/>
              <a:gd name="connsiteY6" fmla="*/ 3458842 h 6917683"/>
              <a:gd name="connsiteX0" fmla="*/ 0 w 4959449"/>
              <a:gd name="connsiteY0" fmla="*/ 6917683 h 6917683"/>
              <a:gd name="connsiteX1" fmla="*/ 1447800 w 4959449"/>
              <a:gd name="connsiteY1" fmla="*/ 0 h 6917683"/>
              <a:gd name="connsiteX2" fmla="*/ 3773665 w 4959449"/>
              <a:gd name="connsiteY2" fmla="*/ 0 h 6917683"/>
              <a:gd name="connsiteX3" fmla="*/ 4959449 w 4959449"/>
              <a:gd name="connsiteY3" fmla="*/ 3458842 h 6917683"/>
              <a:gd name="connsiteX4" fmla="*/ 3773665 w 4959449"/>
              <a:gd name="connsiteY4" fmla="*/ 6917683 h 6917683"/>
              <a:gd name="connsiteX5" fmla="*/ 0 w 4959449"/>
              <a:gd name="connsiteY5" fmla="*/ 6917683 h 6917683"/>
              <a:gd name="connsiteX0" fmla="*/ 304800 w 3511649"/>
              <a:gd name="connsiteY0" fmla="*/ 6978643 h 6978643"/>
              <a:gd name="connsiteX1" fmla="*/ 0 w 3511649"/>
              <a:gd name="connsiteY1" fmla="*/ 0 h 6978643"/>
              <a:gd name="connsiteX2" fmla="*/ 2325865 w 3511649"/>
              <a:gd name="connsiteY2" fmla="*/ 0 h 6978643"/>
              <a:gd name="connsiteX3" fmla="*/ 3511649 w 3511649"/>
              <a:gd name="connsiteY3" fmla="*/ 3458842 h 6978643"/>
              <a:gd name="connsiteX4" fmla="*/ 2325865 w 3511649"/>
              <a:gd name="connsiteY4" fmla="*/ 6917683 h 6978643"/>
              <a:gd name="connsiteX5" fmla="*/ 304800 w 3511649"/>
              <a:gd name="connsiteY5" fmla="*/ 6978643 h 6978643"/>
              <a:gd name="connsiteX0" fmla="*/ 304800 w 3511649"/>
              <a:gd name="connsiteY0" fmla="*/ 6932923 h 6932923"/>
              <a:gd name="connsiteX1" fmla="*/ 0 w 3511649"/>
              <a:gd name="connsiteY1" fmla="*/ 0 h 6932923"/>
              <a:gd name="connsiteX2" fmla="*/ 2325865 w 3511649"/>
              <a:gd name="connsiteY2" fmla="*/ 0 h 6932923"/>
              <a:gd name="connsiteX3" fmla="*/ 3511649 w 3511649"/>
              <a:gd name="connsiteY3" fmla="*/ 3458842 h 6932923"/>
              <a:gd name="connsiteX4" fmla="*/ 2325865 w 3511649"/>
              <a:gd name="connsiteY4" fmla="*/ 6917683 h 6932923"/>
              <a:gd name="connsiteX5" fmla="*/ 304800 w 3511649"/>
              <a:gd name="connsiteY5" fmla="*/ 6932923 h 6932923"/>
              <a:gd name="connsiteX0" fmla="*/ 0 w 3206849"/>
              <a:gd name="connsiteY0" fmla="*/ 6932923 h 6932923"/>
              <a:gd name="connsiteX1" fmla="*/ 182880 w 3206849"/>
              <a:gd name="connsiteY1" fmla="*/ 45720 h 6932923"/>
              <a:gd name="connsiteX2" fmla="*/ 2021065 w 3206849"/>
              <a:gd name="connsiteY2" fmla="*/ 0 h 6932923"/>
              <a:gd name="connsiteX3" fmla="*/ 3206849 w 3206849"/>
              <a:gd name="connsiteY3" fmla="*/ 3458842 h 6932923"/>
              <a:gd name="connsiteX4" fmla="*/ 2021065 w 3206849"/>
              <a:gd name="connsiteY4" fmla="*/ 6917683 h 6932923"/>
              <a:gd name="connsiteX5" fmla="*/ 0 w 3206849"/>
              <a:gd name="connsiteY5" fmla="*/ 6932923 h 6932923"/>
              <a:gd name="connsiteX0" fmla="*/ 0 w 3206849"/>
              <a:gd name="connsiteY0" fmla="*/ 6932923 h 6932923"/>
              <a:gd name="connsiteX1" fmla="*/ 15240 w 3206849"/>
              <a:gd name="connsiteY1" fmla="*/ 30480 h 6932923"/>
              <a:gd name="connsiteX2" fmla="*/ 2021065 w 3206849"/>
              <a:gd name="connsiteY2" fmla="*/ 0 h 6932923"/>
              <a:gd name="connsiteX3" fmla="*/ 3206849 w 3206849"/>
              <a:gd name="connsiteY3" fmla="*/ 3458842 h 6932923"/>
              <a:gd name="connsiteX4" fmla="*/ 2021065 w 3206849"/>
              <a:gd name="connsiteY4" fmla="*/ 6917683 h 6932923"/>
              <a:gd name="connsiteX5" fmla="*/ 0 w 3206849"/>
              <a:gd name="connsiteY5" fmla="*/ 6932923 h 6932923"/>
              <a:gd name="connsiteX0" fmla="*/ 45720 w 3252569"/>
              <a:gd name="connsiteY0" fmla="*/ 6932923 h 6932923"/>
              <a:gd name="connsiteX1" fmla="*/ 0 w 3252569"/>
              <a:gd name="connsiteY1" fmla="*/ 15240 h 6932923"/>
              <a:gd name="connsiteX2" fmla="*/ 2066785 w 3252569"/>
              <a:gd name="connsiteY2" fmla="*/ 0 h 6932923"/>
              <a:gd name="connsiteX3" fmla="*/ 3252569 w 3252569"/>
              <a:gd name="connsiteY3" fmla="*/ 3458842 h 6932923"/>
              <a:gd name="connsiteX4" fmla="*/ 2066785 w 3252569"/>
              <a:gd name="connsiteY4" fmla="*/ 6917683 h 6932923"/>
              <a:gd name="connsiteX5" fmla="*/ 45720 w 3252569"/>
              <a:gd name="connsiteY5" fmla="*/ 6932923 h 6932923"/>
              <a:gd name="connsiteX0" fmla="*/ 30480 w 3252569"/>
              <a:gd name="connsiteY0" fmla="*/ 6963403 h 6963403"/>
              <a:gd name="connsiteX1" fmla="*/ 0 w 3252569"/>
              <a:gd name="connsiteY1" fmla="*/ 15240 h 6963403"/>
              <a:gd name="connsiteX2" fmla="*/ 2066785 w 3252569"/>
              <a:gd name="connsiteY2" fmla="*/ 0 h 6963403"/>
              <a:gd name="connsiteX3" fmla="*/ 3252569 w 3252569"/>
              <a:gd name="connsiteY3" fmla="*/ 3458842 h 6963403"/>
              <a:gd name="connsiteX4" fmla="*/ 2066785 w 3252569"/>
              <a:gd name="connsiteY4" fmla="*/ 6917683 h 6963403"/>
              <a:gd name="connsiteX5" fmla="*/ 30480 w 3252569"/>
              <a:gd name="connsiteY5" fmla="*/ 6963403 h 6963403"/>
              <a:gd name="connsiteX0" fmla="*/ 30480 w 3252569"/>
              <a:gd name="connsiteY0" fmla="*/ 6963403 h 6963403"/>
              <a:gd name="connsiteX1" fmla="*/ 0 w 3252569"/>
              <a:gd name="connsiteY1" fmla="*/ 15240 h 6963403"/>
              <a:gd name="connsiteX2" fmla="*/ 2066785 w 3252569"/>
              <a:gd name="connsiteY2" fmla="*/ 0 h 6963403"/>
              <a:gd name="connsiteX3" fmla="*/ 3252569 w 3252569"/>
              <a:gd name="connsiteY3" fmla="*/ 3458842 h 6963403"/>
              <a:gd name="connsiteX4" fmla="*/ 2082025 w 3252569"/>
              <a:gd name="connsiteY4" fmla="*/ 6963403 h 6963403"/>
              <a:gd name="connsiteX5" fmla="*/ 30480 w 3252569"/>
              <a:gd name="connsiteY5" fmla="*/ 6963403 h 6963403"/>
              <a:gd name="connsiteX0" fmla="*/ 30480 w 2833375"/>
              <a:gd name="connsiteY0" fmla="*/ 6963403 h 6963403"/>
              <a:gd name="connsiteX1" fmla="*/ 0 w 2833375"/>
              <a:gd name="connsiteY1" fmla="*/ 15240 h 6963403"/>
              <a:gd name="connsiteX2" fmla="*/ 2066785 w 2833375"/>
              <a:gd name="connsiteY2" fmla="*/ 0 h 6963403"/>
              <a:gd name="connsiteX3" fmla="*/ 2833375 w 2833375"/>
              <a:gd name="connsiteY3" fmla="*/ 3443602 h 6963403"/>
              <a:gd name="connsiteX4" fmla="*/ 2082025 w 2833375"/>
              <a:gd name="connsiteY4" fmla="*/ 6963403 h 6963403"/>
              <a:gd name="connsiteX5" fmla="*/ 30480 w 2833375"/>
              <a:gd name="connsiteY5" fmla="*/ 6963403 h 6963403"/>
              <a:gd name="connsiteX0" fmla="*/ 30480 w 2699941"/>
              <a:gd name="connsiteY0" fmla="*/ 6963403 h 6963403"/>
              <a:gd name="connsiteX1" fmla="*/ 0 w 2699941"/>
              <a:gd name="connsiteY1" fmla="*/ 15240 h 6963403"/>
              <a:gd name="connsiteX2" fmla="*/ 2066785 w 2699941"/>
              <a:gd name="connsiteY2" fmla="*/ 0 h 6963403"/>
              <a:gd name="connsiteX3" fmla="*/ 2699941 w 2699941"/>
              <a:gd name="connsiteY3" fmla="*/ 3550282 h 6963403"/>
              <a:gd name="connsiteX4" fmla="*/ 2082025 w 2699941"/>
              <a:gd name="connsiteY4" fmla="*/ 6963403 h 6963403"/>
              <a:gd name="connsiteX5" fmla="*/ 30480 w 2699941"/>
              <a:gd name="connsiteY5" fmla="*/ 6963403 h 6963403"/>
              <a:gd name="connsiteX0" fmla="*/ 30480 w 2466566"/>
              <a:gd name="connsiteY0" fmla="*/ 6963403 h 6963403"/>
              <a:gd name="connsiteX1" fmla="*/ 0 w 2466566"/>
              <a:gd name="connsiteY1" fmla="*/ 15240 h 6963403"/>
              <a:gd name="connsiteX2" fmla="*/ 2066785 w 2466566"/>
              <a:gd name="connsiteY2" fmla="*/ 0 h 6963403"/>
              <a:gd name="connsiteX3" fmla="*/ 2466566 w 2466566"/>
              <a:gd name="connsiteY3" fmla="*/ 3550282 h 6963403"/>
              <a:gd name="connsiteX4" fmla="*/ 2082025 w 2466566"/>
              <a:gd name="connsiteY4" fmla="*/ 6963403 h 6963403"/>
              <a:gd name="connsiteX5" fmla="*/ 30480 w 2466566"/>
              <a:gd name="connsiteY5" fmla="*/ 6963403 h 6963403"/>
              <a:gd name="connsiteX0" fmla="*/ 367 w 2466566"/>
              <a:gd name="connsiteY0" fmla="*/ 6948163 h 6963403"/>
              <a:gd name="connsiteX1" fmla="*/ 0 w 2466566"/>
              <a:gd name="connsiteY1" fmla="*/ 15240 h 6963403"/>
              <a:gd name="connsiteX2" fmla="*/ 2066785 w 2466566"/>
              <a:gd name="connsiteY2" fmla="*/ 0 h 6963403"/>
              <a:gd name="connsiteX3" fmla="*/ 2466566 w 2466566"/>
              <a:gd name="connsiteY3" fmla="*/ 3550282 h 6963403"/>
              <a:gd name="connsiteX4" fmla="*/ 2082025 w 2466566"/>
              <a:gd name="connsiteY4" fmla="*/ 6963403 h 6963403"/>
              <a:gd name="connsiteX5" fmla="*/ 367 w 2466566"/>
              <a:gd name="connsiteY5" fmla="*/ 6948163 h 696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566" h="6963403">
                <a:moveTo>
                  <a:pt x="367" y="6948163"/>
                </a:moveTo>
                <a:cubicBezTo>
                  <a:pt x="245" y="4637189"/>
                  <a:pt x="122" y="2326214"/>
                  <a:pt x="0" y="15240"/>
                </a:cubicBezTo>
                <a:lnTo>
                  <a:pt x="2066785" y="0"/>
                </a:lnTo>
                <a:lnTo>
                  <a:pt x="2466566" y="3550282"/>
                </a:lnTo>
                <a:lnTo>
                  <a:pt x="2082025" y="6963403"/>
                </a:lnTo>
                <a:lnTo>
                  <a:pt x="367" y="694816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50000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spcFirstLastPara="1" wrap="square" lIns="138153" tIns="138153" rIns="138153" bIns="13815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20" dirty="0">
              <a:latin typeface="+mn-lt"/>
            </a:endParaRP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D8BB69C1-AC3A-5C1E-DC74-F5C2396D20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434828"/>
            <a:ext cx="4611624" cy="6218240"/>
          </a:xfrm>
          <a:prstGeom prst="rect">
            <a:avLst/>
          </a:prstGeom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ctrTitle"/>
          </p:nvPr>
        </p:nvSpPr>
        <p:spPr>
          <a:xfrm>
            <a:off x="1179265" y="1260440"/>
            <a:ext cx="4958560" cy="12135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720">
                <a:solidFill>
                  <a:schemeClr val="tx1"/>
                </a:solidFill>
                <a:latin typeface="+mn-l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6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6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6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6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6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6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6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16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title" idx="2" hasCustomPrompt="1"/>
          </p:nvPr>
        </p:nvSpPr>
        <p:spPr>
          <a:xfrm>
            <a:off x="9428923" y="2098166"/>
            <a:ext cx="3209413" cy="1213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solidFill>
                  <a:schemeClr val="bg1"/>
                </a:solidFill>
                <a:latin typeface="+mn-lt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Nunito Sans ExtraBold"/>
              <a:buNone/>
              <a:defRPr sz="7253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188D670-0452-269B-48ED-9FADC4AA50D4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0664B82B-CBB4-1F7B-3995-552FC14EA7D0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4BDBF0-9F51-C2AD-DF8D-29F47C274D04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08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2">
  <p:cSld name="Title + subtitle 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1" y="-28559"/>
            <a:ext cx="7700433" cy="7815352"/>
            <a:chOff x="0" y="-9525"/>
            <a:chExt cx="3117488" cy="5171924"/>
          </a:xfrm>
          <a:solidFill>
            <a:schemeClr val="bg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63" name="Google Shape;63;p8"/>
            <p:cNvSpPr/>
            <p:nvPr/>
          </p:nvSpPr>
          <p:spPr>
            <a:xfrm>
              <a:off x="279000" y="-9525"/>
              <a:ext cx="2838488" cy="5171924"/>
            </a:xfrm>
            <a:custGeom>
              <a:avLst/>
              <a:gdLst>
                <a:gd name="connsiteX0" fmla="*/ 1524 w 110490"/>
                <a:gd name="connsiteY0" fmla="*/ 0 h 204359"/>
                <a:gd name="connsiteX1" fmla="*/ 110490 w 110490"/>
                <a:gd name="connsiteY1" fmla="*/ 0 h 204359"/>
                <a:gd name="connsiteX2" fmla="*/ 69358 w 110490"/>
                <a:gd name="connsiteY2" fmla="*/ 204359 h 204359"/>
                <a:gd name="connsiteX3" fmla="*/ 0 w 110490"/>
                <a:gd name="connsiteY3" fmla="*/ 204359 h 204359"/>
                <a:gd name="connsiteX4" fmla="*/ 1524 w 110490"/>
                <a:gd name="connsiteY4" fmla="*/ 0 h 204359"/>
                <a:gd name="connsiteX0" fmla="*/ 1524 w 110490"/>
                <a:gd name="connsiteY0" fmla="*/ 0 h 204736"/>
                <a:gd name="connsiteX1" fmla="*/ 110490 w 110490"/>
                <a:gd name="connsiteY1" fmla="*/ 0 h 204736"/>
                <a:gd name="connsiteX2" fmla="*/ 74802 w 110490"/>
                <a:gd name="connsiteY2" fmla="*/ 204736 h 204736"/>
                <a:gd name="connsiteX3" fmla="*/ 0 w 110490"/>
                <a:gd name="connsiteY3" fmla="*/ 204359 h 204736"/>
                <a:gd name="connsiteX4" fmla="*/ 1524 w 110490"/>
                <a:gd name="connsiteY4" fmla="*/ 0 h 20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490" h="204736" extrusionOk="0">
                  <a:moveTo>
                    <a:pt x="1524" y="0"/>
                  </a:moveTo>
                  <a:lnTo>
                    <a:pt x="110490" y="0"/>
                  </a:lnTo>
                  <a:lnTo>
                    <a:pt x="74802" y="204736"/>
                  </a:lnTo>
                  <a:lnTo>
                    <a:pt x="0" y="204359"/>
                  </a:lnTo>
                  <a:lnTo>
                    <a:pt x="1524" y="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Google Shape;64;p8"/>
            <p:cNvSpPr/>
            <p:nvPr/>
          </p:nvSpPr>
          <p:spPr>
            <a:xfrm>
              <a:off x="0" y="-9525"/>
              <a:ext cx="558000" cy="5162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20" dirty="0"/>
            </a:p>
          </p:txBody>
        </p:sp>
      </p:grpSp>
      <p:sp>
        <p:nvSpPr>
          <p:cNvPr id="65" name="Google Shape;65;p8"/>
          <p:cNvSpPr txBox="1">
            <a:spLocks noGrp="1"/>
          </p:cNvSpPr>
          <p:nvPr>
            <p:ph type="ctrTitle"/>
          </p:nvPr>
        </p:nvSpPr>
        <p:spPr>
          <a:xfrm>
            <a:off x="923095" y="612508"/>
            <a:ext cx="2625253" cy="1429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ctrTitle" idx="2"/>
          </p:nvPr>
        </p:nvSpPr>
        <p:spPr>
          <a:xfrm>
            <a:off x="8672724" y="2507699"/>
            <a:ext cx="4382373" cy="14665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964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16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16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16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16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16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16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16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1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8672724" y="3798169"/>
            <a:ext cx="3785333" cy="14665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66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A78615-E6CA-7127-D09E-4BBD5279E7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D631BF-BC3D-1FEF-7E95-F2796BA99711}"/>
              </a:ext>
            </a:extLst>
          </p:cNvPr>
          <p:cNvSpPr txBox="1"/>
          <p:nvPr userDrawn="1"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964EC-5AF5-43E4-87FB-F445A23D48BD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3D7729B7-FC11-EAB7-0E38-3E35D4ED2776}"/>
              </a:ext>
            </a:extLst>
          </p:cNvPr>
          <p:cNvSpPr/>
          <p:nvPr userDrawn="1"/>
        </p:nvSpPr>
        <p:spPr>
          <a:xfrm rot="5400000">
            <a:off x="13195298" y="7150100"/>
            <a:ext cx="615973" cy="657413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87A3D17-8858-8A4F-81E1-31256B53A3B6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17211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31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" userDrawn="1">
  <p:cSld name="Title + design 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CDBB3-8E8D-B7FC-1AAC-9016934FE0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3396" y="7071861"/>
            <a:ext cx="1078060" cy="714933"/>
          </a:xfrm>
          <a:prstGeom prst="rect">
            <a:avLst/>
          </a:prstGeom>
        </p:spPr>
      </p:pic>
      <p:sp>
        <p:nvSpPr>
          <p:cNvPr id="3" name="Teardrop 2">
            <a:extLst>
              <a:ext uri="{FF2B5EF4-FFF2-40B4-BE49-F238E27FC236}">
                <a16:creationId xmlns:a16="http://schemas.microsoft.com/office/drawing/2014/main" id="{C2F89A1E-6E37-3E00-62CD-0468D8145750}"/>
              </a:ext>
            </a:extLst>
          </p:cNvPr>
          <p:cNvSpPr/>
          <p:nvPr userDrawn="1"/>
        </p:nvSpPr>
        <p:spPr>
          <a:xfrm rot="5400000">
            <a:off x="13106568" y="7072525"/>
            <a:ext cx="725424" cy="725424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7010D5-5706-3D96-583A-D545CA82C029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234E0-82CA-9E0E-86AC-545C829F035A}"/>
              </a:ext>
            </a:extLst>
          </p:cNvPr>
          <p:cNvSpPr txBox="1"/>
          <p:nvPr userDrawn="1"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C0B0C2EF-55B7-BD82-EBA4-86B8EB642E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9954" y="1090766"/>
            <a:ext cx="4470635" cy="60281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8558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Title + Design 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ctrTitle"/>
          </p:nvPr>
        </p:nvSpPr>
        <p:spPr>
          <a:xfrm>
            <a:off x="10264978" y="612508"/>
            <a:ext cx="2625253" cy="1429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1148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Title + Design 2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4655696" y="612508"/>
            <a:ext cx="4506133" cy="1041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816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 flipH="1">
            <a:off x="6510624" y="-620699"/>
            <a:ext cx="9068027" cy="863554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38153" tIns="138153" rIns="138153" bIns="13815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20" dirty="0"/>
          </a:p>
        </p:txBody>
      </p:sp>
      <p:sp>
        <p:nvSpPr>
          <p:cNvPr id="90" name="Google Shape;90;p14"/>
          <p:cNvSpPr/>
          <p:nvPr/>
        </p:nvSpPr>
        <p:spPr>
          <a:xfrm flipH="1">
            <a:off x="11361177" y="-620699"/>
            <a:ext cx="9068027" cy="863554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38153" tIns="138153" rIns="138153" bIns="13815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20" dirty="0"/>
          </a:p>
        </p:txBody>
      </p:sp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 flipH="1">
            <a:off x="8350427" y="2496431"/>
            <a:ext cx="2616640" cy="9787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ExtraBold"/>
              <a:buNone/>
              <a:defRPr sz="2720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 ExtraBold"/>
              <a:buNone/>
              <a:defRPr sz="1663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 ExtraBold"/>
              <a:buNone/>
              <a:defRPr sz="1663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 ExtraBold"/>
              <a:buNone/>
              <a:defRPr sz="1663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 ExtraBold"/>
              <a:buNone/>
              <a:defRPr sz="1663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 ExtraBold"/>
              <a:buNone/>
              <a:defRPr sz="1663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 ExtraBold"/>
              <a:buNone/>
              <a:defRPr sz="1663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 ExtraBold"/>
              <a:buNone/>
              <a:defRPr sz="1663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 ExtraBold"/>
              <a:buNone/>
              <a:defRPr sz="1663" b="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ctrTitle" idx="2"/>
          </p:nvPr>
        </p:nvSpPr>
        <p:spPr>
          <a:xfrm>
            <a:off x="6044360" y="3559475"/>
            <a:ext cx="4958560" cy="12135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100"/>
              <a:buFont typeface="Assistant Light"/>
              <a:buNone/>
              <a:defRPr sz="1663" b="0">
                <a:latin typeface="Assistant Light"/>
                <a:ea typeface="Assistant Light"/>
                <a:cs typeface="Assistant Light"/>
                <a:sym typeface="Assistant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9281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dits">
  <p:cSld name="Credits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-40946" y="1581462"/>
            <a:ext cx="13874907" cy="6208211"/>
          </a:xfrm>
          <a:custGeom>
            <a:avLst/>
            <a:gdLst>
              <a:gd name="connsiteX0" fmla="*/ 82 w 368099"/>
              <a:gd name="connsiteY0" fmla="*/ 32147 h 164335"/>
              <a:gd name="connsiteX1" fmla="*/ 184733 w 368099"/>
              <a:gd name="connsiteY1" fmla="*/ 0 h 164335"/>
              <a:gd name="connsiteX2" fmla="*/ 368099 w 368099"/>
              <a:gd name="connsiteY2" fmla="*/ 32147 h 164335"/>
              <a:gd name="connsiteX3" fmla="*/ 368099 w 368099"/>
              <a:gd name="connsiteY3" fmla="*/ 164335 h 164335"/>
              <a:gd name="connsiteX4" fmla="*/ 2596 w 368099"/>
              <a:gd name="connsiteY4" fmla="*/ 164335 h 164335"/>
              <a:gd name="connsiteX5" fmla="*/ 82 w 368099"/>
              <a:gd name="connsiteY5" fmla="*/ 32147 h 164335"/>
              <a:gd name="connsiteX0" fmla="*/ 103 w 368120"/>
              <a:gd name="connsiteY0" fmla="*/ 32147 h 164335"/>
              <a:gd name="connsiteX1" fmla="*/ 184754 w 368120"/>
              <a:gd name="connsiteY1" fmla="*/ 0 h 164335"/>
              <a:gd name="connsiteX2" fmla="*/ 368120 w 368120"/>
              <a:gd name="connsiteY2" fmla="*/ 32147 h 164335"/>
              <a:gd name="connsiteX3" fmla="*/ 368120 w 368120"/>
              <a:gd name="connsiteY3" fmla="*/ 164335 h 164335"/>
              <a:gd name="connsiteX4" fmla="*/ 1703 w 368120"/>
              <a:gd name="connsiteY4" fmla="*/ 164335 h 164335"/>
              <a:gd name="connsiteX5" fmla="*/ 103 w 368120"/>
              <a:gd name="connsiteY5" fmla="*/ 32147 h 164335"/>
              <a:gd name="connsiteX0" fmla="*/ 686 w 366417"/>
              <a:gd name="connsiteY0" fmla="*/ 33061 h 164335"/>
              <a:gd name="connsiteX1" fmla="*/ 183051 w 366417"/>
              <a:gd name="connsiteY1" fmla="*/ 0 h 164335"/>
              <a:gd name="connsiteX2" fmla="*/ 366417 w 366417"/>
              <a:gd name="connsiteY2" fmla="*/ 32147 h 164335"/>
              <a:gd name="connsiteX3" fmla="*/ 366417 w 366417"/>
              <a:gd name="connsiteY3" fmla="*/ 164335 h 164335"/>
              <a:gd name="connsiteX4" fmla="*/ 0 w 366417"/>
              <a:gd name="connsiteY4" fmla="*/ 164335 h 164335"/>
              <a:gd name="connsiteX5" fmla="*/ 686 w 366417"/>
              <a:gd name="connsiteY5" fmla="*/ 33061 h 164335"/>
              <a:gd name="connsiteX0" fmla="*/ 1143 w 366874"/>
              <a:gd name="connsiteY0" fmla="*/ 33061 h 164335"/>
              <a:gd name="connsiteX1" fmla="*/ 183508 w 366874"/>
              <a:gd name="connsiteY1" fmla="*/ 0 h 164335"/>
              <a:gd name="connsiteX2" fmla="*/ 366874 w 366874"/>
              <a:gd name="connsiteY2" fmla="*/ 32147 h 164335"/>
              <a:gd name="connsiteX3" fmla="*/ 366874 w 366874"/>
              <a:gd name="connsiteY3" fmla="*/ 164335 h 164335"/>
              <a:gd name="connsiteX4" fmla="*/ 0 w 366874"/>
              <a:gd name="connsiteY4" fmla="*/ 163878 h 164335"/>
              <a:gd name="connsiteX5" fmla="*/ 1143 w 366874"/>
              <a:gd name="connsiteY5" fmla="*/ 33061 h 164335"/>
              <a:gd name="connsiteX0" fmla="*/ 174 w 367277"/>
              <a:gd name="connsiteY0" fmla="*/ 33061 h 164335"/>
              <a:gd name="connsiteX1" fmla="*/ 183911 w 367277"/>
              <a:gd name="connsiteY1" fmla="*/ 0 h 164335"/>
              <a:gd name="connsiteX2" fmla="*/ 367277 w 367277"/>
              <a:gd name="connsiteY2" fmla="*/ 32147 h 164335"/>
              <a:gd name="connsiteX3" fmla="*/ 367277 w 367277"/>
              <a:gd name="connsiteY3" fmla="*/ 164335 h 164335"/>
              <a:gd name="connsiteX4" fmla="*/ 403 w 367277"/>
              <a:gd name="connsiteY4" fmla="*/ 163878 h 164335"/>
              <a:gd name="connsiteX5" fmla="*/ 174 w 367277"/>
              <a:gd name="connsiteY5" fmla="*/ 33061 h 16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7277" h="164335" extrusionOk="0">
                <a:moveTo>
                  <a:pt x="174" y="33061"/>
                </a:moveTo>
                <a:lnTo>
                  <a:pt x="183911" y="0"/>
                </a:lnTo>
                <a:lnTo>
                  <a:pt x="367277" y="32147"/>
                </a:lnTo>
                <a:lnTo>
                  <a:pt x="367277" y="164335"/>
                </a:lnTo>
                <a:lnTo>
                  <a:pt x="403" y="163878"/>
                </a:lnTo>
                <a:cubicBezTo>
                  <a:pt x="1089" y="119815"/>
                  <a:pt x="-512" y="77124"/>
                  <a:pt x="174" y="33061"/>
                </a:cubicBezTo>
                <a:close/>
              </a:path>
            </a:pathLst>
          </a:custGeom>
          <a:gradFill>
            <a:gsLst>
              <a:gs pos="14000">
                <a:srgbClr val="353535">
                  <a:alpha val="93000"/>
                </a:srgbClr>
              </a:gs>
              <a:gs pos="50000">
                <a:schemeClr val="accent5">
                  <a:lumMod val="75000"/>
                  <a:alpha val="82000"/>
                </a:schemeClr>
              </a:gs>
              <a:gs pos="78000">
                <a:schemeClr val="accent1">
                  <a:alpha val="73000"/>
                </a:schemeClr>
              </a:gs>
            </a:gsLst>
            <a:lin ang="13500000" scaled="1"/>
          </a:gradFill>
          <a:ln>
            <a:noFill/>
          </a:ln>
        </p:spPr>
      </p:sp>
      <p:sp>
        <p:nvSpPr>
          <p:cNvPr id="95" name="Google Shape;95;p15"/>
          <p:cNvSpPr txBox="1">
            <a:spLocks noGrp="1"/>
          </p:cNvSpPr>
          <p:nvPr>
            <p:ph type="body" idx="1"/>
          </p:nvPr>
        </p:nvSpPr>
        <p:spPr>
          <a:xfrm>
            <a:off x="4201040" y="4587733"/>
            <a:ext cx="5415520" cy="1041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39877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173">
                <a:solidFill>
                  <a:schemeClr val="lt1"/>
                </a:solidFill>
                <a:latin typeface="+mn-lt"/>
              </a:defRPr>
            </a:lvl1pPr>
            <a:lvl2pPr marL="1381685" lvl="1" indent="-450966" rtl="0">
              <a:spcBef>
                <a:spcPts val="2417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663">
                <a:solidFill>
                  <a:schemeClr val="lt1"/>
                </a:solidFill>
              </a:defRPr>
            </a:lvl2pPr>
            <a:lvl3pPr marL="2072527" lvl="2" indent="-450966" rtl="0">
              <a:spcBef>
                <a:spcPts val="2417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663">
                <a:solidFill>
                  <a:schemeClr val="lt1"/>
                </a:solidFill>
              </a:defRPr>
            </a:lvl3pPr>
            <a:lvl4pPr marL="2763370" lvl="3" indent="-450966" rtl="0">
              <a:spcBef>
                <a:spcPts val="2417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663">
                <a:solidFill>
                  <a:schemeClr val="lt1"/>
                </a:solidFill>
              </a:defRPr>
            </a:lvl4pPr>
            <a:lvl5pPr marL="3454212" lvl="4" indent="-450966" rtl="0">
              <a:spcBef>
                <a:spcPts val="2417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663">
                <a:solidFill>
                  <a:schemeClr val="lt1"/>
                </a:solidFill>
              </a:defRPr>
            </a:lvl5pPr>
            <a:lvl6pPr marL="4145055" lvl="5" indent="-450966" rtl="0">
              <a:spcBef>
                <a:spcPts val="2417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663">
                <a:solidFill>
                  <a:schemeClr val="lt1"/>
                </a:solidFill>
              </a:defRPr>
            </a:lvl6pPr>
            <a:lvl7pPr marL="4835896" lvl="6" indent="-450966" rtl="0">
              <a:spcBef>
                <a:spcPts val="2417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663">
                <a:solidFill>
                  <a:schemeClr val="lt1"/>
                </a:solidFill>
              </a:defRPr>
            </a:lvl7pPr>
            <a:lvl8pPr marL="5526739" lvl="7" indent="-450966" rtl="0">
              <a:spcBef>
                <a:spcPts val="2417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663">
                <a:solidFill>
                  <a:schemeClr val="lt1"/>
                </a:solidFill>
              </a:defRPr>
            </a:lvl8pPr>
            <a:lvl9pPr marL="6217582" lvl="8" indent="-450966" rtl="0">
              <a:spcBef>
                <a:spcPts val="2417"/>
              </a:spcBef>
              <a:spcAft>
                <a:spcPts val="2417"/>
              </a:spcAft>
              <a:buClr>
                <a:schemeClr val="lt1"/>
              </a:buClr>
              <a:buSzPts val="1100"/>
              <a:buChar char="■"/>
              <a:defRPr sz="1663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96" name="Google Shape;96;p15"/>
          <p:cNvSpPr txBox="1">
            <a:spLocks noGrp="1"/>
          </p:cNvSpPr>
          <p:nvPr>
            <p:ph type="ctrTitle"/>
          </p:nvPr>
        </p:nvSpPr>
        <p:spPr>
          <a:xfrm>
            <a:off x="4201040" y="3398640"/>
            <a:ext cx="5285232" cy="1041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4533" b="1">
                <a:solidFill>
                  <a:schemeClr val="bg1"/>
                </a:solidFill>
                <a:latin typeface="+mj-lt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49C916-7866-B37D-DE54-2517BB82C7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879" y="7067872"/>
            <a:ext cx="1139952" cy="691634"/>
          </a:xfrm>
          <a:prstGeom prst="rect">
            <a:avLst/>
          </a:prstGeom>
        </p:spPr>
      </p:pic>
      <p:sp>
        <p:nvSpPr>
          <p:cNvPr id="3" name="Teardrop 2">
            <a:extLst>
              <a:ext uri="{FF2B5EF4-FFF2-40B4-BE49-F238E27FC236}">
                <a16:creationId xmlns:a16="http://schemas.microsoft.com/office/drawing/2014/main" id="{8CDC65F9-9B9E-17F5-A8F4-E99570AC478A}"/>
              </a:ext>
            </a:extLst>
          </p:cNvPr>
          <p:cNvSpPr/>
          <p:nvPr userDrawn="1"/>
        </p:nvSpPr>
        <p:spPr>
          <a:xfrm rot="5400000">
            <a:off x="13106568" y="7072525"/>
            <a:ext cx="725424" cy="725424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92F230-9612-2523-BAFB-50C58566EE9B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6F7F9-A72B-E154-6495-722FD673E8D5}"/>
              </a:ext>
            </a:extLst>
          </p:cNvPr>
          <p:cNvSpPr txBox="1"/>
          <p:nvPr userDrawn="1"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</p:spTree>
    <p:extLst>
      <p:ext uri="{BB962C8B-B14F-4D97-AF65-F5344CB8AC3E}">
        <p14:creationId xmlns:p14="http://schemas.microsoft.com/office/powerpoint/2010/main" val="2015000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dits" preserve="1" userDrawn="1">
  <p:cSld name="1_Credits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4CA3FD0-574F-4E33-ED5A-CB3DECC22F00}"/>
              </a:ext>
            </a:extLst>
          </p:cNvPr>
          <p:cNvSpPr/>
          <p:nvPr userDrawn="1"/>
        </p:nvSpPr>
        <p:spPr>
          <a:xfrm rot="16200000">
            <a:off x="3013824" y="-3043416"/>
            <a:ext cx="7772398" cy="13859229"/>
          </a:xfrm>
          <a:prstGeom prst="rect">
            <a:avLst/>
          </a:prstGeom>
          <a:gradFill flip="none" rotWithShape="1">
            <a:gsLst>
              <a:gs pos="61000">
                <a:schemeClr val="accent1">
                  <a:alpha val="75000"/>
                </a:schemeClr>
              </a:gs>
              <a:gs pos="31000">
                <a:schemeClr val="accent1">
                  <a:lumMod val="75000"/>
                  <a:alpha val="82000"/>
                </a:schemeClr>
              </a:gs>
              <a:gs pos="98000">
                <a:schemeClr val="accent5">
                  <a:lumMod val="75000"/>
                  <a:alpha val="0"/>
                </a:schemeClr>
              </a:gs>
              <a:gs pos="0">
                <a:schemeClr val="accent5">
                  <a:lumMod val="75000"/>
                  <a:alpha val="9100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5315CD40-398E-C275-72C6-65BC38DD646B}"/>
              </a:ext>
            </a:extLst>
          </p:cNvPr>
          <p:cNvSpPr/>
          <p:nvPr userDrawn="1"/>
        </p:nvSpPr>
        <p:spPr>
          <a:xfrm rot="16200000">
            <a:off x="4216986" y="-1828225"/>
            <a:ext cx="5354052" cy="13847195"/>
          </a:xfrm>
          <a:custGeom>
            <a:avLst/>
            <a:gdLst>
              <a:gd name="connsiteX0" fmla="*/ 0 w 4728411"/>
              <a:gd name="connsiteY0" fmla="*/ 0 h 13847195"/>
              <a:gd name="connsiteX1" fmla="*/ 3282368 w 4728411"/>
              <a:gd name="connsiteY1" fmla="*/ 0 h 13847195"/>
              <a:gd name="connsiteX2" fmla="*/ 4728411 w 4728411"/>
              <a:gd name="connsiteY2" fmla="*/ 6923598 h 13847195"/>
              <a:gd name="connsiteX3" fmla="*/ 3282368 w 4728411"/>
              <a:gd name="connsiteY3" fmla="*/ 13847195 h 13847195"/>
              <a:gd name="connsiteX4" fmla="*/ 0 w 4728411"/>
              <a:gd name="connsiteY4" fmla="*/ 13847195 h 13847195"/>
              <a:gd name="connsiteX5" fmla="*/ 0 w 4728411"/>
              <a:gd name="connsiteY5" fmla="*/ 0 h 13847195"/>
              <a:gd name="connsiteX0" fmla="*/ 0 w 5257800"/>
              <a:gd name="connsiteY0" fmla="*/ 0 h 13847195"/>
              <a:gd name="connsiteX1" fmla="*/ 3282368 w 5257800"/>
              <a:gd name="connsiteY1" fmla="*/ 0 h 13847195"/>
              <a:gd name="connsiteX2" fmla="*/ 5257800 w 5257800"/>
              <a:gd name="connsiteY2" fmla="*/ 4168366 h 13847195"/>
              <a:gd name="connsiteX3" fmla="*/ 3282368 w 5257800"/>
              <a:gd name="connsiteY3" fmla="*/ 13847195 h 13847195"/>
              <a:gd name="connsiteX4" fmla="*/ 0 w 5257800"/>
              <a:gd name="connsiteY4" fmla="*/ 13847195 h 13847195"/>
              <a:gd name="connsiteX5" fmla="*/ 0 w 5257800"/>
              <a:gd name="connsiteY5" fmla="*/ 0 h 13847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57800" h="13847195">
                <a:moveTo>
                  <a:pt x="0" y="0"/>
                </a:moveTo>
                <a:lnTo>
                  <a:pt x="3282368" y="0"/>
                </a:lnTo>
                <a:lnTo>
                  <a:pt x="5257800" y="4168366"/>
                </a:lnTo>
                <a:lnTo>
                  <a:pt x="3282368" y="13847195"/>
                </a:lnTo>
                <a:lnTo>
                  <a:pt x="0" y="1384719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67000"/>
                </a:schemeClr>
              </a:gs>
              <a:gs pos="100000">
                <a:schemeClr val="accent4">
                  <a:alpha val="19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hand pointing at a black background&#10;&#10;AI-generated content may be incorrect.">
            <a:extLst>
              <a:ext uri="{FF2B5EF4-FFF2-40B4-BE49-F238E27FC236}">
                <a16:creationId xmlns:a16="http://schemas.microsoft.com/office/drawing/2014/main" id="{015372AE-AF40-31E3-DBDA-D24B506722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47158" y="369853"/>
            <a:ext cx="3394033" cy="1640965"/>
          </a:xfrm>
          <a:prstGeom prst="rect">
            <a:avLst/>
          </a:prstGeom>
        </p:spPr>
      </p:pic>
      <p:sp>
        <p:nvSpPr>
          <p:cNvPr id="11" name="Arrow: Pentagon 6">
            <a:extLst>
              <a:ext uri="{FF2B5EF4-FFF2-40B4-BE49-F238E27FC236}">
                <a16:creationId xmlns:a16="http://schemas.microsoft.com/office/drawing/2014/main" id="{550491B2-CFF8-B079-B555-B91F7D5BEA33}"/>
              </a:ext>
            </a:extLst>
          </p:cNvPr>
          <p:cNvSpPr/>
          <p:nvPr userDrawn="1"/>
        </p:nvSpPr>
        <p:spPr>
          <a:xfrm rot="16200000">
            <a:off x="4372985" y="-1599217"/>
            <a:ext cx="5066111" cy="13847195"/>
          </a:xfrm>
          <a:custGeom>
            <a:avLst/>
            <a:gdLst>
              <a:gd name="connsiteX0" fmla="*/ 0 w 4728411"/>
              <a:gd name="connsiteY0" fmla="*/ 0 h 13847195"/>
              <a:gd name="connsiteX1" fmla="*/ 3282368 w 4728411"/>
              <a:gd name="connsiteY1" fmla="*/ 0 h 13847195"/>
              <a:gd name="connsiteX2" fmla="*/ 4728411 w 4728411"/>
              <a:gd name="connsiteY2" fmla="*/ 6923598 h 13847195"/>
              <a:gd name="connsiteX3" fmla="*/ 3282368 w 4728411"/>
              <a:gd name="connsiteY3" fmla="*/ 13847195 h 13847195"/>
              <a:gd name="connsiteX4" fmla="*/ 0 w 4728411"/>
              <a:gd name="connsiteY4" fmla="*/ 13847195 h 13847195"/>
              <a:gd name="connsiteX5" fmla="*/ 0 w 4728411"/>
              <a:gd name="connsiteY5" fmla="*/ 0 h 13847195"/>
              <a:gd name="connsiteX0" fmla="*/ 0 w 5257800"/>
              <a:gd name="connsiteY0" fmla="*/ 0 h 13847195"/>
              <a:gd name="connsiteX1" fmla="*/ 3282368 w 5257800"/>
              <a:gd name="connsiteY1" fmla="*/ 0 h 13847195"/>
              <a:gd name="connsiteX2" fmla="*/ 5257800 w 5257800"/>
              <a:gd name="connsiteY2" fmla="*/ 4168366 h 13847195"/>
              <a:gd name="connsiteX3" fmla="*/ 3282368 w 5257800"/>
              <a:gd name="connsiteY3" fmla="*/ 13847195 h 13847195"/>
              <a:gd name="connsiteX4" fmla="*/ 0 w 5257800"/>
              <a:gd name="connsiteY4" fmla="*/ 13847195 h 13847195"/>
              <a:gd name="connsiteX5" fmla="*/ 0 w 5257800"/>
              <a:gd name="connsiteY5" fmla="*/ 0 h 13847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57800" h="13847195">
                <a:moveTo>
                  <a:pt x="0" y="0"/>
                </a:moveTo>
                <a:lnTo>
                  <a:pt x="3282368" y="0"/>
                </a:lnTo>
                <a:lnTo>
                  <a:pt x="5257800" y="4168366"/>
                </a:lnTo>
                <a:lnTo>
                  <a:pt x="3282368" y="13847195"/>
                </a:lnTo>
                <a:lnTo>
                  <a:pt x="0" y="1384719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53535">
                  <a:alpha val="89000"/>
                </a:srgbClr>
              </a:gs>
              <a:gs pos="100000">
                <a:schemeClr val="tx1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hand pointing at a black background&#10;&#10;AI-generated content may be incorrect.">
            <a:extLst>
              <a:ext uri="{FF2B5EF4-FFF2-40B4-BE49-F238E27FC236}">
                <a16:creationId xmlns:a16="http://schemas.microsoft.com/office/drawing/2014/main" id="{98D27BBA-BC7E-3C5C-4676-7E5F7AE1D4C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951"/>
          <a:stretch>
            <a:fillRect/>
          </a:stretch>
        </p:blipFill>
        <p:spPr>
          <a:xfrm>
            <a:off x="9408695" y="443589"/>
            <a:ext cx="938463" cy="153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7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ources">
  <p:cSld name="Resource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-9951" y="-291456"/>
            <a:ext cx="13863197" cy="2091789"/>
            <a:chOff x="0" y="-40481"/>
            <a:chExt cx="9144000" cy="1384272"/>
          </a:xfrm>
        </p:grpSpPr>
        <p:sp>
          <p:nvSpPr>
            <p:cNvPr id="99" name="Google Shape;99;p16"/>
            <p:cNvSpPr/>
            <p:nvPr/>
          </p:nvSpPr>
          <p:spPr>
            <a:xfrm rot="10800000">
              <a:off x="1200" y="799890"/>
              <a:ext cx="9142800" cy="5439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20" dirty="0"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0" y="-40481"/>
              <a:ext cx="9144000" cy="85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20" dirty="0"/>
            </a:p>
          </p:txBody>
        </p:sp>
      </p:grpSp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1088000" y="1788703"/>
            <a:ext cx="5699307" cy="22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90843" lvl="0" indent="-43177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1360">
                <a:solidFill>
                  <a:srgbClr val="000000"/>
                </a:solidFill>
              </a:defRPr>
            </a:lvl1pPr>
            <a:lvl2pPr marL="1381685" lvl="1" indent="-431776" rtl="0">
              <a:spcBef>
                <a:spcPts val="2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○"/>
              <a:defRPr sz="1360">
                <a:solidFill>
                  <a:srgbClr val="000000"/>
                </a:solidFill>
              </a:defRPr>
            </a:lvl2pPr>
            <a:lvl3pPr marL="2072527" lvl="2" indent="-431776" rtl="0">
              <a:spcBef>
                <a:spcPts val="2417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  <a:defRPr sz="1360">
                <a:solidFill>
                  <a:srgbClr val="000000"/>
                </a:solidFill>
              </a:defRPr>
            </a:lvl3pPr>
            <a:lvl4pPr marL="2763370" lvl="3" indent="-431776" rtl="0">
              <a:spcBef>
                <a:spcPts val="2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1360">
                <a:solidFill>
                  <a:srgbClr val="000000"/>
                </a:solidFill>
              </a:defRPr>
            </a:lvl4pPr>
            <a:lvl5pPr marL="3454212" lvl="4" indent="-431776" rtl="0">
              <a:spcBef>
                <a:spcPts val="2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○"/>
              <a:defRPr sz="1360">
                <a:solidFill>
                  <a:srgbClr val="000000"/>
                </a:solidFill>
              </a:defRPr>
            </a:lvl5pPr>
            <a:lvl6pPr marL="4145055" lvl="5" indent="-431776" rtl="0">
              <a:spcBef>
                <a:spcPts val="2417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  <a:defRPr sz="1360">
                <a:solidFill>
                  <a:srgbClr val="000000"/>
                </a:solidFill>
              </a:defRPr>
            </a:lvl6pPr>
            <a:lvl7pPr marL="4835896" lvl="6" indent="-431776" rtl="0">
              <a:spcBef>
                <a:spcPts val="2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1360">
                <a:solidFill>
                  <a:srgbClr val="000000"/>
                </a:solidFill>
              </a:defRPr>
            </a:lvl7pPr>
            <a:lvl8pPr marL="5526739" lvl="7" indent="-431776" rtl="0">
              <a:spcBef>
                <a:spcPts val="2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○"/>
              <a:defRPr sz="1360">
                <a:solidFill>
                  <a:srgbClr val="000000"/>
                </a:solidFill>
              </a:defRPr>
            </a:lvl8pPr>
            <a:lvl9pPr marL="6217582" lvl="8" indent="-431776" rtl="0">
              <a:spcBef>
                <a:spcPts val="2417"/>
              </a:spcBef>
              <a:spcAft>
                <a:spcPts val="2417"/>
              </a:spcAft>
              <a:buClr>
                <a:srgbClr val="000000"/>
              </a:buClr>
              <a:buSzPts val="900"/>
              <a:buChar char="■"/>
              <a:defRPr sz="136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ctrTitle"/>
          </p:nvPr>
        </p:nvSpPr>
        <p:spPr>
          <a:xfrm>
            <a:off x="4655696" y="612508"/>
            <a:ext cx="4506133" cy="1041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Bold"/>
              <a:buNone/>
              <a:defRPr sz="2116" b="0">
                <a:solidFill>
                  <a:schemeClr val="lt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unito Sans ExtraBold"/>
              <a:buNone/>
              <a:defRPr sz="2116" b="0"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0C3C90-020D-AC99-54CD-0582A95BFE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05" b="44167"/>
          <a:stretch/>
        </p:blipFill>
        <p:spPr>
          <a:xfrm>
            <a:off x="1879" y="7067872"/>
            <a:ext cx="1139952" cy="691634"/>
          </a:xfrm>
          <a:prstGeom prst="rect">
            <a:avLst/>
          </a:prstGeom>
        </p:spPr>
      </p:pic>
      <p:sp>
        <p:nvSpPr>
          <p:cNvPr id="3" name="Teardrop 2">
            <a:extLst>
              <a:ext uri="{FF2B5EF4-FFF2-40B4-BE49-F238E27FC236}">
                <a16:creationId xmlns:a16="http://schemas.microsoft.com/office/drawing/2014/main" id="{2210C733-F6E6-CA31-605E-60200AC0AE34}"/>
              </a:ext>
            </a:extLst>
          </p:cNvPr>
          <p:cNvSpPr/>
          <p:nvPr userDrawn="1"/>
        </p:nvSpPr>
        <p:spPr>
          <a:xfrm rot="5400000">
            <a:off x="13106568" y="7072525"/>
            <a:ext cx="725424" cy="725424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4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FA8BE88-7447-ACD1-4DE9-A00F66FA34A1}"/>
              </a:ext>
            </a:extLst>
          </p:cNvPr>
          <p:cNvSpPr txBox="1">
            <a:spLocks/>
          </p:cNvSpPr>
          <p:nvPr userDrawn="1"/>
        </p:nvSpPr>
        <p:spPr>
          <a:xfrm>
            <a:off x="13318148" y="7328366"/>
            <a:ext cx="590127" cy="3634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AECCC-9102-4679-9EB0-528606EA7816}" type="slidenum">
              <a:rPr kumimoji="0" lang="en-US" sz="136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1036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602A0-9FC6-5629-61F5-39FEDB43E701}"/>
              </a:ext>
            </a:extLst>
          </p:cNvPr>
          <p:cNvSpPr txBox="1"/>
          <p:nvPr userDrawn="1"/>
        </p:nvSpPr>
        <p:spPr>
          <a:xfrm>
            <a:off x="70971" y="7400536"/>
            <a:ext cx="290745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36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</a:t>
            </a:r>
          </a:p>
        </p:txBody>
      </p:sp>
    </p:spTree>
    <p:extLst>
      <p:ext uri="{BB962C8B-B14F-4D97-AF65-F5344CB8AC3E}">
        <p14:creationId xmlns:p14="http://schemas.microsoft.com/office/powerpoint/2010/main" val="1048882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bg>
      <p:bgPr>
        <a:noFill/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27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014" y="672483"/>
            <a:ext cx="12875573" cy="86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014" y="1741517"/>
            <a:ext cx="12875573" cy="5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68579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62" r:id="rId2"/>
    <p:sldLayoutId id="2147483682" r:id="rId3"/>
    <p:sldLayoutId id="2147483664" r:id="rId4"/>
    <p:sldLayoutId id="2147483665" r:id="rId5"/>
    <p:sldLayoutId id="2147483666" r:id="rId6"/>
    <p:sldLayoutId id="2147483667" r:id="rId7"/>
    <p:sldLayoutId id="2147483684" r:id="rId8"/>
    <p:sldLayoutId id="2147483668" r:id="rId9"/>
    <p:sldLayoutId id="2147483669" r:id="rId10"/>
    <p:sldLayoutId id="2147483671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81" r:id="rId17"/>
    <p:sldLayoutId id="2147483679" r:id="rId18"/>
    <p:sldLayoutId id="2147483680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62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orient="horz" pos="340">
          <p15:clr>
            <a:srgbClr val="EA4335"/>
          </p15:clr>
        </p15:guide>
        <p15:guide id="3" pos="5306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hyperlink" Target="https://handscom.com/" TargetMode="Externa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kmatz@handscom.com" TargetMode="Externa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2948-12A2-5F0E-9038-73BD8923C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79E4C3-EED7-B6C4-66E6-B878701AC085}"/>
              </a:ext>
            </a:extLst>
          </p:cNvPr>
          <p:cNvSpPr txBox="1"/>
          <p:nvPr/>
        </p:nvSpPr>
        <p:spPr>
          <a:xfrm>
            <a:off x="2428374" y="3958389"/>
            <a:ext cx="9398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Learning &amp; Organizational Development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7F4BA-2425-762B-88FC-88034CC43EFB}"/>
              </a:ext>
            </a:extLst>
          </p:cNvPr>
          <p:cNvSpPr txBox="1"/>
          <p:nvPr/>
        </p:nvSpPr>
        <p:spPr>
          <a:xfrm>
            <a:off x="2428374" y="5446289"/>
            <a:ext cx="9398668" cy="775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SzPts val="1100"/>
            </a:pPr>
            <a:r>
              <a:rPr lang="en-US" dirty="0">
                <a:solidFill>
                  <a:schemeClr val="bg1"/>
                </a:solidFill>
              </a:rPr>
              <a:t>Summary Statistics for </a:t>
            </a:r>
            <a:r>
              <a:rPr lang="en-US" b="1" dirty="0">
                <a:solidFill>
                  <a:schemeClr val="bg1"/>
                </a:solidFill>
              </a:rPr>
              <a:t>{{company}} </a:t>
            </a:r>
            <a:r>
              <a:rPr lang="en-US" dirty="0">
                <a:solidFill>
                  <a:schemeClr val="bg1"/>
                </a:solidFill>
              </a:rPr>
              <a:t>in Hands-On</a:t>
            </a:r>
            <a:r>
              <a:rPr lang="en-US" b="1" dirty="0">
                <a:solidFill>
                  <a:schemeClr val="bg1"/>
                </a:solidFill>
              </a:rPr>
              <a:t> On-Demand </a:t>
            </a:r>
            <a:r>
              <a:rPr lang="en-US" dirty="0">
                <a:solidFill>
                  <a:schemeClr val="bg1"/>
                </a:solidFill>
              </a:rPr>
              <a:t>Learning Programs {{</a:t>
            </a:r>
            <a:r>
              <a:rPr lang="en-US" dirty="0" err="1">
                <a:solidFill>
                  <a:schemeClr val="bg1"/>
                </a:solidFill>
              </a:rPr>
              <a:t>period_phrase</a:t>
            </a:r>
            <a:r>
              <a:rPr lang="en-US" dirty="0">
                <a:solidFill>
                  <a:schemeClr val="bg1"/>
                </a:solidFill>
              </a:rPr>
              <a:t>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E3479D-1931-3505-59DE-B97D01EB93E8}"/>
              </a:ext>
            </a:extLst>
          </p:cNvPr>
          <p:cNvSpPr txBox="1"/>
          <p:nvPr/>
        </p:nvSpPr>
        <p:spPr>
          <a:xfrm>
            <a:off x="0" y="7433846"/>
            <a:ext cx="3996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de-DE" sz="1400" dirty="0">
                <a:solidFill>
                  <a:schemeClr val="bg1"/>
                </a:solidFill>
              </a:rPr>
              <a:t>{{</a:t>
            </a:r>
            <a:r>
              <a:rPr lang="de-DE" sz="1400" dirty="0" err="1">
                <a:solidFill>
                  <a:schemeClr val="bg1"/>
                </a:solidFill>
              </a:rPr>
              <a:t>date_slideshow_created</a:t>
            </a:r>
            <a:r>
              <a:rPr lang="de-DE" sz="1400" dirty="0">
                <a:solidFill>
                  <a:schemeClr val="bg1"/>
                </a:solidFill>
              </a:rPr>
              <a:t>}}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4690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1AF2-0F22-581E-7504-89AE58D2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D2600C-530B-D357-A673-D6272C45DF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83" y="816600"/>
            <a:ext cx="2295882" cy="22958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8D255-E84B-3B27-4FF5-54BC99F29BD3}"/>
              </a:ext>
            </a:extLst>
          </p:cNvPr>
          <p:cNvSpPr txBox="1"/>
          <p:nvPr/>
        </p:nvSpPr>
        <p:spPr>
          <a:xfrm>
            <a:off x="295588" y="3304228"/>
            <a:ext cx="3210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192436-81E6-B4E2-DA99-53F57F317F72}"/>
              </a:ext>
            </a:extLst>
          </p:cNvPr>
          <p:cNvSpPr txBox="1"/>
          <p:nvPr/>
        </p:nvSpPr>
        <p:spPr>
          <a:xfrm>
            <a:off x="4840012" y="1195958"/>
            <a:ext cx="8325713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As of </a:t>
            </a:r>
            <a:r>
              <a:rPr lang="en-US" sz="1800" b="1" dirty="0"/>
              <a:t>mid-January 2026</a:t>
            </a:r>
            <a:r>
              <a:rPr lang="en-US" sz="1800" dirty="0"/>
              <a:t>, {{company}} began a learning partnership with </a:t>
            </a:r>
            <a:r>
              <a:rPr lang="en-US" sz="1800" dirty="0">
                <a:hlinkClick r:id="rId5"/>
              </a:rPr>
              <a:t>Hands On</a:t>
            </a:r>
            <a:r>
              <a:rPr lang="en-US" sz="1800" dirty="0"/>
              <a:t> – a 25+ year learning provider with a strong focus on Life Sciences.</a:t>
            </a:r>
          </a:p>
          <a:p>
            <a:endParaRPr lang="en-US" sz="1800" dirty="0"/>
          </a:p>
          <a:p>
            <a:r>
              <a:rPr lang="en-US" sz="1800" dirty="0"/>
              <a:t>Our current arrangement with Hands On enables us to provide our colleagues with: </a:t>
            </a:r>
          </a:p>
          <a:p>
            <a:endParaRPr lang="en-US" sz="18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Unlimited</a:t>
            </a:r>
            <a:r>
              <a:rPr lang="en-US" sz="1800" dirty="0"/>
              <a:t> monthly access to </a:t>
            </a:r>
            <a:r>
              <a:rPr lang="en-US" sz="1800" b="1" dirty="0"/>
              <a:t>60+ </a:t>
            </a:r>
            <a:r>
              <a:rPr lang="en-US" sz="1800" dirty="0"/>
              <a:t>different learning topics per quarter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Learning topics </a:t>
            </a:r>
            <a:r>
              <a:rPr lang="en-US" sz="1800" b="1" dirty="0"/>
              <a:t>range</a:t>
            </a:r>
            <a:r>
              <a:rPr lang="en-US" sz="1800" dirty="0"/>
              <a:t> from leadership, management, professional development, interpersonal, influencing, communication, business and technical life sciences topics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Our employees are </a:t>
            </a:r>
            <a:r>
              <a:rPr lang="en-US" sz="1800" b="1" dirty="0"/>
              <a:t>provided </a:t>
            </a:r>
            <a:r>
              <a:rPr lang="en-US" sz="1800" dirty="0"/>
              <a:t>with quarterly offerings and learning links, enabling them to sign-up for programs that </a:t>
            </a:r>
            <a:r>
              <a:rPr lang="en-US" sz="1800" b="1" dirty="0"/>
              <a:t>best fit</a:t>
            </a:r>
            <a:r>
              <a:rPr lang="en-US" sz="1800" dirty="0"/>
              <a:t> their learning needs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In addition, {{company}} has access to </a:t>
            </a:r>
            <a:r>
              <a:rPr lang="en-US" sz="1800" b="1" dirty="0"/>
              <a:t>5</a:t>
            </a:r>
            <a:r>
              <a:rPr lang="en-US" sz="1800" dirty="0"/>
              <a:t> different topics every 12 months that are </a:t>
            </a:r>
            <a:r>
              <a:rPr lang="en-US" sz="1800" b="1" dirty="0"/>
              <a:t>company-only sessions </a:t>
            </a:r>
          </a:p>
          <a:p>
            <a:pPr marL="852312" lvl="1" indent="-3429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1800" dirty="0"/>
              <a:t>So far, we have run </a:t>
            </a:r>
            <a:r>
              <a:rPr lang="en-US" sz="1800" b="1" dirty="0"/>
              <a:t>Unconscious Bias </a:t>
            </a:r>
            <a:r>
              <a:rPr lang="en-US" sz="1800" dirty="0"/>
              <a:t>in April 2026 </a:t>
            </a:r>
          </a:p>
          <a:p>
            <a:pPr marL="852312" lvl="1" indent="-3429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1800" dirty="0"/>
              <a:t>We plan to run </a:t>
            </a:r>
            <a:r>
              <a:rPr lang="en-US" sz="1800" b="1" dirty="0"/>
              <a:t>Managing Stress </a:t>
            </a:r>
            <a:r>
              <a:rPr lang="en-US" sz="1800" dirty="0"/>
              <a:t>in May 2026 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9DED3E7-C72C-EE4B-590D-2CD1989876FA}"/>
              </a:ext>
            </a:extLst>
          </p:cNvPr>
          <p:cNvSpPr txBox="1">
            <a:spLocks/>
          </p:cNvSpPr>
          <p:nvPr/>
        </p:nvSpPr>
        <p:spPr>
          <a:xfrm>
            <a:off x="4654099" y="545521"/>
            <a:ext cx="8889999" cy="797220"/>
          </a:xfrm>
          <a:prstGeom prst="rect">
            <a:avLst/>
          </a:prstGeom>
        </p:spPr>
        <p:txBody>
          <a:bodyPr vert="horz" lIns="101882" tIns="50941" rIns="101882" bIns="50941" rtlCol="0">
            <a:noAutofit/>
          </a:bodyPr>
          <a:lstStyle>
            <a:lvl1pPr marL="382059" indent="-382059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7795" indent="-318383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{{company}} Learning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195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CD1C-7323-8F2B-D9FD-A30CEC92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7FC86-FC9C-A752-EDFB-BD0BD27C147F}"/>
              </a:ext>
            </a:extLst>
          </p:cNvPr>
          <p:cNvSpPr txBox="1"/>
          <p:nvPr/>
        </p:nvSpPr>
        <p:spPr>
          <a:xfrm>
            <a:off x="295588" y="3304228"/>
            <a:ext cx="2994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Key Highlights</a:t>
            </a:r>
          </a:p>
        </p:txBody>
      </p:sp>
      <p:pic>
        <p:nvPicPr>
          <p:cNvPr id="1041" name="Picture 104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E8A7E74-2206-737E-3A90-6C2517CA32F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83" y="816600"/>
            <a:ext cx="2295882" cy="22958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8A09B8-F576-C50B-EBDA-75A4ED8222FB}"/>
              </a:ext>
            </a:extLst>
          </p:cNvPr>
          <p:cNvSpPr/>
          <p:nvPr/>
        </p:nvSpPr>
        <p:spPr>
          <a:xfrm>
            <a:off x="5711515" y="1526110"/>
            <a:ext cx="7722617" cy="218295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9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C8438C-AE5E-12C4-2BF2-7A78160A2539}"/>
              </a:ext>
            </a:extLst>
          </p:cNvPr>
          <p:cNvSpPr/>
          <p:nvPr/>
        </p:nvSpPr>
        <p:spPr>
          <a:xfrm>
            <a:off x="5725231" y="4060300"/>
            <a:ext cx="7722617" cy="2656263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9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EE0640-906F-FCB8-5529-03B3A62341B4}"/>
              </a:ext>
            </a:extLst>
          </p:cNvPr>
          <p:cNvSpPr txBox="1"/>
          <p:nvPr/>
        </p:nvSpPr>
        <p:spPr>
          <a:xfrm>
            <a:off x="7098273" y="1690082"/>
            <a:ext cx="5908086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First sign-ups began as of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first_sign_up_date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Last sign-up was on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last_sign_up_date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Total of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total_sign_ups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 sign-ups with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withdrawn_sign_ups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 cancellations prior to actual sessions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Total of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total_attended_sign_ups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 attending sessions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BD7793-ADC7-6692-EBD7-3949D3A74757}"/>
              </a:ext>
            </a:extLst>
          </p:cNvPr>
          <p:cNvSpPr/>
          <p:nvPr/>
        </p:nvSpPr>
        <p:spPr>
          <a:xfrm>
            <a:off x="4403338" y="1603837"/>
            <a:ext cx="2468520" cy="1422400"/>
          </a:xfrm>
          <a:prstGeom prst="roundRect">
            <a:avLst>
              <a:gd name="adj" fmla="val 12203"/>
            </a:avLst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658B652-78CA-B349-54AB-A5638975390F}"/>
              </a:ext>
            </a:extLst>
          </p:cNvPr>
          <p:cNvSpPr txBox="1">
            <a:spLocks/>
          </p:cNvSpPr>
          <p:nvPr/>
        </p:nvSpPr>
        <p:spPr>
          <a:xfrm>
            <a:off x="4586038" y="1773766"/>
            <a:ext cx="2103120" cy="640080"/>
          </a:xfrm>
          <a:prstGeom prst="rect">
            <a:avLst/>
          </a:prstGeom>
        </p:spPr>
        <p:txBody>
          <a:bodyPr vert="horz" lIns="101882" tIns="50941" rIns="101882" bIns="50941" rtlCol="0">
            <a:noAutofit/>
          </a:bodyPr>
          <a:lstStyle>
            <a:lvl1pPr marL="382059" indent="-382059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7795" indent="-318383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Sign-ups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C373E6-9E85-9487-28DD-AF57E3CEBB3D}"/>
              </a:ext>
            </a:extLst>
          </p:cNvPr>
          <p:cNvSpPr/>
          <p:nvPr/>
        </p:nvSpPr>
        <p:spPr>
          <a:xfrm>
            <a:off x="4404219" y="4276307"/>
            <a:ext cx="2468520" cy="1422400"/>
          </a:xfrm>
          <a:prstGeom prst="roundRect">
            <a:avLst>
              <a:gd name="adj" fmla="val 12203"/>
            </a:avLst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D963C8C-CBFF-9B8B-8D52-7D1D6ACC39E0}"/>
              </a:ext>
            </a:extLst>
          </p:cNvPr>
          <p:cNvSpPr txBox="1">
            <a:spLocks/>
          </p:cNvSpPr>
          <p:nvPr/>
        </p:nvSpPr>
        <p:spPr>
          <a:xfrm>
            <a:off x="4586038" y="4458495"/>
            <a:ext cx="2468520" cy="640080"/>
          </a:xfrm>
          <a:prstGeom prst="rect">
            <a:avLst/>
          </a:prstGeom>
        </p:spPr>
        <p:txBody>
          <a:bodyPr vert="horz" lIns="101882" tIns="50941" rIns="101882" bIns="50941" rtlCol="0">
            <a:noAutofit/>
          </a:bodyPr>
          <a:lstStyle>
            <a:lvl1pPr marL="382059" indent="-382059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7795" indent="-318383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Attendance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784C31-E177-A959-9B4E-F8E19FE85944}"/>
              </a:ext>
            </a:extLst>
          </p:cNvPr>
          <p:cNvSpPr txBox="1"/>
          <p:nvPr/>
        </p:nvSpPr>
        <p:spPr>
          <a:xfrm>
            <a:off x="7098273" y="4235632"/>
            <a:ext cx="5908087" cy="2734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6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First attended session was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first_attended_date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 –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first_attended_topic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</a:t>
            </a:r>
          </a:p>
          <a:p>
            <a:pPr marL="285750" indent="-285750">
              <a:lnSpc>
                <a:spcPts val="16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Last attended session was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last_attended_date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 –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last_attended_topic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</a:t>
            </a:r>
          </a:p>
          <a:p>
            <a:pPr marL="285750" indent="-285750">
              <a:lnSpc>
                <a:spcPts val="16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A total of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total_sessions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 separate sessions attended</a:t>
            </a:r>
          </a:p>
          <a:p>
            <a:pPr marL="285750" indent="-285750">
              <a:lnSpc>
                <a:spcPts val="16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A total of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unique_topics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 unique learning topics attended</a:t>
            </a:r>
          </a:p>
          <a:p>
            <a:pPr marL="285750" indent="-285750">
              <a:lnSpc>
                <a:spcPts val="16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A total of {{</a:t>
            </a:r>
            <a:r>
              <a:rPr lang="en-US" sz="1600" dirty="0" err="1">
                <a:latin typeface="Avenir Next LT Pro" panose="020B0504020202020204" pitchFamily="34" charset="0"/>
                <a:cs typeface="Arial" panose="020B0604020202020204" pitchFamily="34" charset="0"/>
              </a:rPr>
              <a:t>unique_attendees</a:t>
            </a:r>
            <a:r>
              <a:rPr lang="en-US" sz="1600" dirty="0">
                <a:latin typeface="Avenir Next LT Pro" panose="020B0504020202020204" pitchFamily="34" charset="0"/>
                <a:cs typeface="Arial" panose="020B0604020202020204" pitchFamily="34" charset="0"/>
              </a:rPr>
              <a:t>}} unique learning attendees from {{company}} in Hands On On-Demand programs (unique meaning individual employees)</a:t>
            </a:r>
          </a:p>
          <a:p>
            <a:pPr marL="285750" indent="-285750">
              <a:lnSpc>
                <a:spcPts val="16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04D44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48452F-3595-8EAA-2557-67500DE11415}"/>
              </a:ext>
            </a:extLst>
          </p:cNvPr>
          <p:cNvSpPr txBox="1"/>
          <p:nvPr/>
        </p:nvSpPr>
        <p:spPr>
          <a:xfrm>
            <a:off x="3976253" y="7036937"/>
            <a:ext cx="93786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NOTE: Statistics on this slide only pertain to Hands On </a:t>
            </a:r>
            <a:r>
              <a:rPr lang="en-US" sz="1600" b="1" dirty="0"/>
              <a:t>on-demand </a:t>
            </a:r>
            <a:r>
              <a:rPr lang="en-US" sz="1600" dirty="0"/>
              <a:t>programs {{</a:t>
            </a:r>
            <a:r>
              <a:rPr lang="en-US" sz="1600" dirty="0" err="1"/>
              <a:t>period_phrase</a:t>
            </a:r>
            <a:r>
              <a:rPr lang="en-US" sz="1600" dirty="0"/>
              <a:t>}}. Programs outside this period are not represented.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E623C72D-4EEF-2B1B-CDAD-C709D5AD19CC}"/>
              </a:ext>
            </a:extLst>
          </p:cNvPr>
          <p:cNvSpPr txBox="1">
            <a:spLocks/>
          </p:cNvSpPr>
          <p:nvPr/>
        </p:nvSpPr>
        <p:spPr>
          <a:xfrm>
            <a:off x="4464913" y="353781"/>
            <a:ext cx="8889999" cy="797220"/>
          </a:xfrm>
          <a:prstGeom prst="rect">
            <a:avLst/>
          </a:prstGeom>
        </p:spPr>
        <p:txBody>
          <a:bodyPr vert="horz" lIns="101882" tIns="50941" rIns="101882" bIns="50941" rtlCol="0">
            <a:noAutofit/>
          </a:bodyPr>
          <a:lstStyle>
            <a:lvl1pPr marL="382059" indent="-382059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7795" indent="-318383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Attendance in Hands On Learning Programs {{</a:t>
            </a:r>
            <a:r>
              <a:rPr lang="en-US" sz="2400" b="1" dirty="0" err="1">
                <a:solidFill>
                  <a:schemeClr val="bg2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period_phrase</a:t>
            </a:r>
            <a:r>
              <a:rPr lang="en-US" sz="2400" b="1" dirty="0">
                <a:solidFill>
                  <a:schemeClr val="bg2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}}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6195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DC154-2070-96A1-CD4C-35218F19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1CD055-C63C-74FC-376B-84BE04827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2247"/>
            <a:ext cx="13817600" cy="1589445"/>
          </a:xfrm>
        </p:spPr>
        <p:txBody>
          <a:bodyPr/>
          <a:lstStyle/>
          <a:p>
            <a:r>
              <a:rPr lang="en-US" sz="3600" b="1" dirty="0">
                <a:latin typeface="+mn-lt"/>
              </a:rPr>
              <a:t>Most Attended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On-Demand Programs (Learning Topics)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B94A4D-7BF0-FD13-06E7-735477610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599329"/>
              </p:ext>
            </p:extLst>
          </p:nvPr>
        </p:nvGraphicFramePr>
        <p:xfrm>
          <a:off x="1407781" y="3002210"/>
          <a:ext cx="1110244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325857178"/>
                    </a:ext>
                  </a:extLst>
                </a:gridCol>
                <a:gridCol w="7558602">
                  <a:extLst>
                    <a:ext uri="{9D8B030D-6E8A-4147-A177-3AD203B41FA5}">
                      <a16:colId xmlns:a16="http://schemas.microsoft.com/office/drawing/2014/main" val="2219783747"/>
                    </a:ext>
                  </a:extLst>
                </a:gridCol>
                <a:gridCol w="2629446">
                  <a:extLst>
                    <a:ext uri="{9D8B030D-6E8A-4147-A177-3AD203B41FA5}">
                      <a16:colId xmlns:a16="http://schemas.microsoft.com/office/drawing/2014/main" val="351410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e-DE" sz="2000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de-DE" sz="20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err="1"/>
                        <a:t>Sign-ups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814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e-DE" sz="2000" dirty="0"/>
                        <a:t>{{</a:t>
                      </a:r>
                      <a:r>
                        <a:rPr lang="de-DE" sz="2000" dirty="0" err="1"/>
                        <a:t>n_rank</a:t>
                      </a:r>
                      <a:r>
                        <a:rPr lang="de-DE" sz="2000" dirty="0"/>
                        <a:t>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e-DE" sz="2000" dirty="0"/>
                        <a:t>{{</a:t>
                      </a:r>
                      <a:r>
                        <a:rPr lang="de-DE" sz="2000" dirty="0" err="1"/>
                        <a:t>top_n_programs_name</a:t>
                      </a:r>
                      <a:r>
                        <a:rPr lang="de-DE" sz="2000" dirty="0"/>
                        <a:t>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2000" dirty="0"/>
                        <a:t>{{</a:t>
                      </a:r>
                      <a:r>
                        <a:rPr lang="de-DE" sz="2000" dirty="0" err="1"/>
                        <a:t>top_n_programs_count</a:t>
                      </a:r>
                      <a:r>
                        <a:rPr lang="de-DE" sz="2000" dirty="0"/>
                        <a:t>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144013"/>
                  </a:ext>
                </a:extLst>
              </a:tr>
            </a:tbl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CF7C94-8D9A-6439-4E4B-CEA89AB092D6}"/>
              </a:ext>
            </a:extLst>
          </p:cNvPr>
          <p:cNvSpPr txBox="1">
            <a:spLocks/>
          </p:cNvSpPr>
          <p:nvPr/>
        </p:nvSpPr>
        <p:spPr>
          <a:xfrm>
            <a:off x="1407781" y="2478610"/>
            <a:ext cx="9514827" cy="797220"/>
          </a:xfrm>
          <a:prstGeom prst="rect">
            <a:avLst/>
          </a:prstGeom>
        </p:spPr>
        <p:txBody>
          <a:bodyPr vert="horz" lIns="101882" tIns="50941" rIns="101882" bIns="50941" rtlCol="0">
            <a:noAutofit/>
          </a:bodyPr>
          <a:lstStyle>
            <a:lvl1pPr marL="382059" indent="-382059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7795" indent="-318383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{{period}}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183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249AA-4686-4CC4-6A64-E23F97A4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78FA3D-A382-E009-70FC-C98C8D8F4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2247"/>
            <a:ext cx="13817600" cy="1589445"/>
          </a:xfrm>
        </p:spPr>
        <p:txBody>
          <a:bodyPr/>
          <a:lstStyle/>
          <a:p>
            <a:r>
              <a:rPr lang="en-US" sz="3600" b="1" dirty="0">
                <a:latin typeface="+mn-lt"/>
              </a:rPr>
              <a:t>Total {{company}} On-Demand Learning Topics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({{period}})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41C422-89B5-B4DC-1270-68D037C8F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768323"/>
              </p:ext>
            </p:extLst>
          </p:nvPr>
        </p:nvGraphicFramePr>
        <p:xfrm>
          <a:off x="310647" y="2927294"/>
          <a:ext cx="13196305" cy="5791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39261">
                  <a:extLst>
                    <a:ext uri="{9D8B030D-6E8A-4147-A177-3AD203B41FA5}">
                      <a16:colId xmlns:a16="http://schemas.microsoft.com/office/drawing/2014/main" val="75550760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80457179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872953964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1135549277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12708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solidFill>
                            <a:schemeClr val="bg1"/>
                          </a:solidFill>
                          <a:effectLst/>
                          <a:sym typeface="Arial"/>
                        </a:rPr>
                        <a:t>{{programs_table_category_p1}}</a:t>
                      </a:r>
                      <a:endParaRPr lang="de-DE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{{programs_table_topic_p1}}</a:t>
                      </a: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57775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7880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FFDB-3F82-6A70-7077-A384B741C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04265A-8691-3F18-EF09-89AD82833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2247"/>
            <a:ext cx="13817600" cy="1589445"/>
          </a:xfrm>
        </p:spPr>
        <p:txBody>
          <a:bodyPr/>
          <a:lstStyle/>
          <a:p>
            <a:r>
              <a:rPr lang="en-US" sz="3600" b="1" dirty="0">
                <a:latin typeface="+mn-lt"/>
              </a:rPr>
              <a:t>Total {{company}} On-Demand Learning Topics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({{period}})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A181B2-7798-093D-BA9C-D73BEE21F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209150"/>
              </p:ext>
            </p:extLst>
          </p:nvPr>
        </p:nvGraphicFramePr>
        <p:xfrm>
          <a:off x="310647" y="2927294"/>
          <a:ext cx="13196305" cy="5791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39261">
                  <a:extLst>
                    <a:ext uri="{9D8B030D-6E8A-4147-A177-3AD203B41FA5}">
                      <a16:colId xmlns:a16="http://schemas.microsoft.com/office/drawing/2014/main" val="75550760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80457179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872953964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1135549277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12708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solidFill>
                            <a:schemeClr val="bg1"/>
                          </a:solidFill>
                          <a:effectLst/>
                          <a:sym typeface="Arial"/>
                        </a:rPr>
                        <a:t>{{programs_table_category_p2}}</a:t>
                      </a:r>
                      <a:endParaRPr lang="de-DE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{{programs_table_topic_p2}}</a:t>
                      </a: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57775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0521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8137-DDC7-A86E-C558-101DECFF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301973-1633-6055-4A69-D59F8F827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2247"/>
            <a:ext cx="13817600" cy="1589445"/>
          </a:xfrm>
        </p:spPr>
        <p:txBody>
          <a:bodyPr/>
          <a:lstStyle/>
          <a:p>
            <a:r>
              <a:rPr lang="en-US" sz="3600" b="1" dirty="0">
                <a:latin typeface="+mn-lt"/>
              </a:rPr>
              <a:t>Total {{company}} On-Demand Learning Topics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({{period}})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4DB989-72AD-B4B2-B976-16708ACFC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233571"/>
              </p:ext>
            </p:extLst>
          </p:nvPr>
        </p:nvGraphicFramePr>
        <p:xfrm>
          <a:off x="310647" y="2927294"/>
          <a:ext cx="13196305" cy="5791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39261">
                  <a:extLst>
                    <a:ext uri="{9D8B030D-6E8A-4147-A177-3AD203B41FA5}">
                      <a16:colId xmlns:a16="http://schemas.microsoft.com/office/drawing/2014/main" val="75550760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80457179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872953964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1135549277"/>
                    </a:ext>
                  </a:extLst>
                </a:gridCol>
                <a:gridCol w="2639261">
                  <a:extLst>
                    <a:ext uri="{9D8B030D-6E8A-4147-A177-3AD203B41FA5}">
                      <a16:colId xmlns:a16="http://schemas.microsoft.com/office/drawing/2014/main" val="12708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solidFill>
                            <a:schemeClr val="bg1"/>
                          </a:solidFill>
                          <a:effectLst/>
                          <a:sym typeface="Arial"/>
                        </a:rPr>
                        <a:t>{{programs_table_category_p3}}</a:t>
                      </a:r>
                      <a:endParaRPr lang="de-DE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{{programs_table_topic_p3}}</a:t>
                      </a: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57775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5583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2DF8-A7BC-E23D-8A9A-F8375610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93568B-5458-369B-0A39-B6747D57B5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83" y="816600"/>
            <a:ext cx="2295882" cy="22958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A30A86-422C-0AF4-0FB6-4527D10F4686}"/>
              </a:ext>
            </a:extLst>
          </p:cNvPr>
          <p:cNvSpPr txBox="1"/>
          <p:nvPr/>
        </p:nvSpPr>
        <p:spPr>
          <a:xfrm>
            <a:off x="295588" y="3304228"/>
            <a:ext cx="32107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Program Evaluations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97B8BD-EF8F-D4B2-9A65-3D2BB14DA5DD}"/>
              </a:ext>
            </a:extLst>
          </p:cNvPr>
          <p:cNvSpPr txBox="1"/>
          <p:nvPr/>
        </p:nvSpPr>
        <p:spPr>
          <a:xfrm>
            <a:off x="5108821" y="2696022"/>
            <a:ext cx="8325713" cy="416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8156" marR="0" lvl="0" indent="-518156" algn="l" defTabSz="1018824" rtl="0" eaLnBrk="1" fontAlgn="auto" latinLnBrk="0" hangingPunct="1">
              <a:lnSpc>
                <a:spcPct val="100000"/>
              </a:lnSpc>
              <a:spcBef>
                <a:spcPts val="453"/>
              </a:spcBef>
              <a:spcAft>
                <a:spcPts val="2400"/>
              </a:spcAft>
              <a:buClr>
                <a:srgbClr val="191919"/>
              </a:buClr>
              <a:buSzPct val="8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What did you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learn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 from this program? </a:t>
            </a:r>
          </a:p>
          <a:p>
            <a:pPr marL="518156" marR="0" lvl="0" indent="-518156" algn="l" defTabSz="1018824" rtl="0" eaLnBrk="1" fontAlgn="auto" latinLnBrk="0" hangingPunct="1">
              <a:lnSpc>
                <a:spcPct val="100000"/>
              </a:lnSpc>
              <a:spcBef>
                <a:spcPts val="453"/>
              </a:spcBef>
              <a:spcAft>
                <a:spcPts val="2400"/>
              </a:spcAft>
              <a:buClr>
                <a:srgbClr val="191919"/>
              </a:buClr>
              <a:buSzPct val="8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List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1 – 2 actions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you will take as a result of your learning from this program? </a:t>
            </a:r>
          </a:p>
          <a:p>
            <a:pPr marL="518156" marR="0" lvl="0" indent="-518156" algn="l" defTabSz="1018824" rtl="0" eaLnBrk="1" fontAlgn="auto" latinLnBrk="0" hangingPunct="1">
              <a:lnSpc>
                <a:spcPct val="100000"/>
              </a:lnSpc>
              <a:spcBef>
                <a:spcPts val="453"/>
              </a:spcBef>
              <a:spcAft>
                <a:spcPts val="2400"/>
              </a:spcAft>
              <a:buClr>
                <a:srgbClr val="191919"/>
              </a:buClr>
              <a:buSzPct val="8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List 1 – 2 items you might recommend to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improve this program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? </a:t>
            </a:r>
          </a:p>
          <a:p>
            <a:pPr marL="518156" marR="0" lvl="0" indent="-518156" algn="l" defTabSz="1018824" rtl="0" eaLnBrk="1" fontAlgn="auto" latinLnBrk="0" hangingPunct="1">
              <a:lnSpc>
                <a:spcPct val="100000"/>
              </a:lnSpc>
              <a:spcBef>
                <a:spcPts val="453"/>
              </a:spcBef>
              <a:spcAft>
                <a:spcPts val="2400"/>
              </a:spcAft>
              <a:buClr>
                <a:srgbClr val="191919"/>
              </a:buClr>
              <a:buSzPct val="8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Please share any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other comments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9AB2495-8198-D595-9F5A-6E678FCCF6B4}"/>
              </a:ext>
            </a:extLst>
          </p:cNvPr>
          <p:cNvSpPr txBox="1">
            <a:spLocks/>
          </p:cNvSpPr>
          <p:nvPr/>
        </p:nvSpPr>
        <p:spPr>
          <a:xfrm>
            <a:off x="4182768" y="874933"/>
            <a:ext cx="8889999" cy="797220"/>
          </a:xfrm>
          <a:prstGeom prst="rect">
            <a:avLst/>
          </a:prstGeom>
        </p:spPr>
        <p:txBody>
          <a:bodyPr vert="horz" lIns="101882" tIns="50941" rIns="101882" bIns="50941" rtlCol="0">
            <a:noAutofit/>
          </a:bodyPr>
          <a:lstStyle>
            <a:lvl1pPr marL="382059" indent="-382059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7795" indent="-318383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Hands On On-Demand Program Evaluations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9C703-E8F1-D558-F997-0227225BDA7A}"/>
              </a:ext>
            </a:extLst>
          </p:cNvPr>
          <p:cNvSpPr txBox="1"/>
          <p:nvPr/>
        </p:nvSpPr>
        <p:spPr>
          <a:xfrm>
            <a:off x="4464912" y="1672153"/>
            <a:ext cx="8325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Hands On uses a qualitative program evaluation format, which contains the following questions: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8396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E6DA-00ED-E0D5-96BB-D363D6DE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FFB737F-2387-7FA3-53B8-A913760332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83" y="816600"/>
            <a:ext cx="2295882" cy="22958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F77208-B5D2-9DFE-32C5-E35ECDF1B609}"/>
              </a:ext>
            </a:extLst>
          </p:cNvPr>
          <p:cNvSpPr txBox="1"/>
          <p:nvPr/>
        </p:nvSpPr>
        <p:spPr>
          <a:xfrm>
            <a:off x="295588" y="3304228"/>
            <a:ext cx="32107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Program Evaluation</a:t>
            </a:r>
          </a:p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F3F3F3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Results 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0069A4B-AE58-526C-4F5B-917ABC708FD7}"/>
              </a:ext>
            </a:extLst>
          </p:cNvPr>
          <p:cNvSpPr txBox="1">
            <a:spLocks/>
          </p:cNvSpPr>
          <p:nvPr/>
        </p:nvSpPr>
        <p:spPr>
          <a:xfrm>
            <a:off x="4216206" y="530689"/>
            <a:ext cx="8889999" cy="797220"/>
          </a:xfrm>
          <a:prstGeom prst="rect">
            <a:avLst/>
          </a:prstGeom>
        </p:spPr>
        <p:txBody>
          <a:bodyPr vert="horz" lIns="101882" tIns="50941" rIns="101882" bIns="50941" rtlCol="0">
            <a:noAutofit/>
          </a:bodyPr>
          <a:lstStyle>
            <a:lvl1pPr marL="382059" indent="-382059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7795" indent="-318383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b="1" dirty="0">
                <a:solidFill>
                  <a:srgbClr val="434343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{{period}} Aggregate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Evaluation Results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32FA9-BC55-074F-561C-D5C0A46575D8}"/>
              </a:ext>
            </a:extLst>
          </p:cNvPr>
          <p:cNvSpPr txBox="1"/>
          <p:nvPr/>
        </p:nvSpPr>
        <p:spPr>
          <a:xfrm>
            <a:off x="4643857" y="1831946"/>
            <a:ext cx="8325713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spcBef>
                <a:spcPts val="600"/>
              </a:spcBef>
              <a:buSzPts val="1100"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{{</a:t>
            </a:r>
            <a:r>
              <a:rPr lang="en-US" sz="1800" b="1" dirty="0" err="1">
                <a:latin typeface="Avenir Next LT Pro" panose="020B0504020202020204" pitchFamily="34" charset="0"/>
                <a:cs typeface="Arial" panose="020B0604020202020204" pitchFamily="34" charset="0"/>
              </a:rPr>
              <a:t>total_sessions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}}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sessions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attended by {{company}} employees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{{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period_phrase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}},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{{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total_evaluation_count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}}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 of these had completed program evaluations (assessing participant feedback post each session) </a:t>
            </a:r>
          </a:p>
          <a:p>
            <a:pPr marR="0" lvl="0" algn="just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venir Next LT Pro"/>
              <a:ea typeface="Arial"/>
              <a:cs typeface="Arial"/>
              <a:sym typeface="Arial"/>
            </a:endParaRPr>
          </a:p>
          <a:p>
            <a:pPr marL="285750" marR="0" lvl="0" indent="-285750" algn="just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Hands On evaluations for on-demand programs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anonymous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, so it is not possible to discern whether these evaluations came from {{company}} attendees or others </a:t>
            </a:r>
          </a:p>
          <a:p>
            <a:pPr marR="0" lvl="0" algn="just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venir Next LT Pro"/>
              <a:ea typeface="Arial"/>
              <a:cs typeface="Arial"/>
              <a:sym typeface="Arial"/>
            </a:endParaRPr>
          </a:p>
          <a:p>
            <a:pPr marL="285750" lvl="0" indent="-285750" algn="just">
              <a:spcBef>
                <a:spcPts val="600"/>
              </a:spcBef>
              <a:buSzPts val="1100"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Of the </a:t>
            </a:r>
            <a:r>
              <a:rPr lang="en-US" sz="1800" b="1" dirty="0">
                <a:solidFill>
                  <a:srgbClr val="231F20"/>
                </a:solidFill>
                <a:ea typeface="Arial"/>
                <a:cs typeface="Arial"/>
                <a:sym typeface="Arial"/>
              </a:rPr>
              <a:t>{{</a:t>
            </a:r>
            <a:r>
              <a:rPr lang="en-US" sz="1800" b="1" dirty="0" err="1">
                <a:solidFill>
                  <a:srgbClr val="231F20"/>
                </a:solidFill>
                <a:ea typeface="Arial"/>
                <a:cs typeface="Arial"/>
                <a:sym typeface="Arial"/>
              </a:rPr>
              <a:t>total_evaluation_count</a:t>
            </a:r>
            <a:r>
              <a:rPr lang="en-US" sz="1800" b="1" dirty="0">
                <a:solidFill>
                  <a:srgbClr val="231F20"/>
                </a:solidFill>
                <a:ea typeface="Arial"/>
                <a:cs typeface="Arial"/>
                <a:sym typeface="Arial"/>
              </a:rPr>
              <a:t>}}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 program evaluations assessed </a:t>
            </a:r>
            <a:r>
              <a:rPr lang="en-US" sz="1800" dirty="0"/>
              <a:t>{{</a:t>
            </a:r>
            <a:r>
              <a:rPr lang="en-US" sz="1800" dirty="0" err="1"/>
              <a:t>period_phrase</a:t>
            </a:r>
            <a:r>
              <a:rPr lang="en-US" sz="1800" dirty="0"/>
              <a:t>}}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(those pertaining to programs that {{company}} employees attended): </a:t>
            </a:r>
          </a:p>
          <a:p>
            <a:pPr marR="0" lvl="0" algn="just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venir Next LT Pro"/>
              <a:ea typeface="Arial"/>
              <a:cs typeface="Arial"/>
              <a:sym typeface="Arial"/>
            </a:endParaRPr>
          </a:p>
          <a:p>
            <a:pPr marL="742950" marR="0" lvl="1" indent="-285750" algn="just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Most common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positive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comments related to relevance of the topics, quality of facilitator and materials </a:t>
            </a:r>
          </a:p>
          <a:p>
            <a:pPr marL="742950" marR="0" lvl="1" indent="-285750" algn="just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Most common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areas for improvement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were requests for more industry-specific examples, shorter breakout activities, and longer sessions </a:t>
            </a:r>
          </a:p>
          <a:p>
            <a:pPr marL="285750" marR="0" lvl="0" indent="-285750" algn="just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  <a:sym typeface="Arial"/>
            </a:endParaRPr>
          </a:p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637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6F8BE-7DBE-CCC5-DBAA-CB3B0E893525}"/>
              </a:ext>
            </a:extLst>
          </p:cNvPr>
          <p:cNvSpPr txBox="1"/>
          <p:nvPr/>
        </p:nvSpPr>
        <p:spPr>
          <a:xfrm>
            <a:off x="484774" y="3224480"/>
            <a:ext cx="32107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Learning Value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F56E4E-157F-ACE9-28CF-510A508E5EE1}"/>
              </a:ext>
            </a:extLst>
          </p:cNvPr>
          <p:cNvSpPr txBox="1">
            <a:spLocks/>
          </p:cNvSpPr>
          <p:nvPr/>
        </p:nvSpPr>
        <p:spPr>
          <a:xfrm>
            <a:off x="4464913" y="1035185"/>
            <a:ext cx="8889999" cy="797220"/>
          </a:xfrm>
          <a:prstGeom prst="rect">
            <a:avLst/>
          </a:prstGeom>
        </p:spPr>
        <p:txBody>
          <a:bodyPr vert="horz" lIns="101882" tIns="50941" rIns="101882" bIns="50941" rtlCol="0">
            <a:noAutofit/>
          </a:bodyPr>
          <a:lstStyle>
            <a:lvl1pPr marL="382059" indent="-382059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7795" indent="-318383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Learning Value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1DA1A-F28F-5DEC-ADAF-46803158792D}"/>
              </a:ext>
            </a:extLst>
          </p:cNvPr>
          <p:cNvSpPr txBox="1"/>
          <p:nvPr/>
        </p:nvSpPr>
        <p:spPr>
          <a:xfrm>
            <a:off x="5176577" y="1832405"/>
            <a:ext cx="8325713" cy="6417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Retail Costs</a:t>
            </a:r>
          </a:p>
          <a:p>
            <a:pPr marL="795162" lvl="1" indent="-285750">
              <a:spcBef>
                <a:spcPts val="600"/>
              </a:spcBef>
              <a:buSzPts val="1100"/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{{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company}} employees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attended a total 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of 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</a:rPr>
              <a:t>{{</a:t>
            </a:r>
            <a:r>
              <a:rPr lang="en-US" dirty="0" err="1">
                <a:solidFill>
                  <a:srgbClr val="231F20"/>
                </a:solidFill>
                <a:latin typeface="Avenir Next LT Pro"/>
                <a:cs typeface="Arial"/>
              </a:rPr>
              <a:t>total_sessions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</a:rPr>
              <a:t>}}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learning sessions 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from {{period}}</a:t>
            </a:r>
          </a:p>
          <a:p>
            <a:pPr marL="795162" lvl="1" indent="-285750">
              <a:spcBef>
                <a:spcPts val="600"/>
              </a:spcBef>
              <a:buSzPts val="1100"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Hands On’s normal pricing for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these programs is $</a:t>
            </a:r>
            <a:r>
              <a:rPr lang="en-US" dirty="0">
                <a:solidFill>
                  <a:srgbClr val="231F20"/>
                </a:solidFill>
                <a:ea typeface="Arial"/>
                <a:cs typeface="Arial"/>
                <a:sym typeface="Arial"/>
              </a:rPr>
              <a:t>{{</a:t>
            </a:r>
            <a:r>
              <a:rPr lang="en-US" dirty="0" err="1">
                <a:solidFill>
                  <a:srgbClr val="231F20"/>
                </a:solidFill>
                <a:ea typeface="Arial"/>
                <a:cs typeface="Arial"/>
                <a:sym typeface="Arial"/>
              </a:rPr>
              <a:t>cost_per_training</a:t>
            </a:r>
            <a:r>
              <a:rPr lang="en-US" dirty="0">
                <a:solidFill>
                  <a:srgbClr val="231F20"/>
                </a:solidFill>
                <a:ea typeface="Arial"/>
                <a:cs typeface="Arial"/>
                <a:sym typeface="Arial"/>
              </a:rPr>
              <a:t>}}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per participant for most programs. Technical programs are typically higher at $595.00 or more per participant </a:t>
            </a:r>
          </a:p>
          <a:p>
            <a:pPr marL="795162" lvl="1" indent="-285750">
              <a:spcBef>
                <a:spcPts val="600"/>
              </a:spcBef>
              <a:buSzPts val="1100"/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Our activity level 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equates to ${{</a:t>
            </a:r>
            <a:r>
              <a:rPr lang="en-US" dirty="0" err="1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total_training_cost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}} in retail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training costs  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(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</a:rPr>
              <a:t>{{</a:t>
            </a:r>
            <a:r>
              <a:rPr lang="en-US" dirty="0" err="1">
                <a:solidFill>
                  <a:srgbClr val="231F20"/>
                </a:solidFill>
                <a:latin typeface="Avenir Next LT Pro"/>
                <a:cs typeface="Arial"/>
              </a:rPr>
              <a:t>total_attended_sign_ups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</a:rPr>
              <a:t>}}</a:t>
            </a: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 attendees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x avg. ${{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cost_per_training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Arial"/>
                <a:cs typeface="Arial"/>
                <a:sym typeface="Arial"/>
              </a:rPr>
              <a:t>}} per participant per program) </a:t>
            </a:r>
          </a:p>
          <a:p>
            <a:pPr marL="285750" marR="0" lvl="0" indent="-285750" algn="l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+mn-ea"/>
                <a:cs typeface="Arial"/>
                <a:sym typeface="Arial"/>
              </a:rPr>
              <a:t>Our Costs </a:t>
            </a:r>
          </a:p>
          <a:p>
            <a:pPr marL="795162" marR="0" lvl="1" indent="-285750" algn="l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{{company}}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+mn-ea"/>
                <a:cs typeface="Arial"/>
                <a:sym typeface="Arial"/>
              </a:rPr>
              <a:t> is working with Hands On through a learning subscription </a:t>
            </a:r>
          </a:p>
          <a:p>
            <a:pPr marL="795162" marR="0" lvl="1" indent="-285750" algn="l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+mn-ea"/>
                <a:cs typeface="Arial"/>
                <a:sym typeface="Arial"/>
              </a:rPr>
              <a:t>Our costs are flat at $4k per month </a:t>
            </a:r>
          </a:p>
          <a:p>
            <a:pPr marL="795162" marR="0" lvl="1" indent="-285750" algn="l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231F20"/>
                </a:solidFill>
                <a:latin typeface="Avenir Next LT Pro"/>
                <a:cs typeface="Arial"/>
                <a:sym typeface="Arial"/>
              </a:rPr>
              <a:t>{{company}} has paid Hands On $16,000.00 to date ($4k per month) </a:t>
            </a:r>
          </a:p>
          <a:p>
            <a:pPr marL="795162" marR="0" lvl="1" indent="-285750" algn="l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/>
                <a:ea typeface="+mn-ea"/>
                <a:cs typeface="Arial"/>
                <a:sym typeface="Arial"/>
              </a:rPr>
              <a:t>The delta in our learning value is over $50,000.00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  <a:sym typeface="Arial"/>
            </a:endParaRPr>
          </a:p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venir Next LT Pro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9290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ED75-2253-1F57-EB34-C04FE34E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37686-6ABE-8907-91CB-C7FAF4A00FF1}"/>
              </a:ext>
            </a:extLst>
          </p:cNvPr>
          <p:cNvSpPr txBox="1"/>
          <p:nvPr/>
        </p:nvSpPr>
        <p:spPr>
          <a:xfrm>
            <a:off x="1302855" y="3886200"/>
            <a:ext cx="729071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Thank you!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FD3BA6-D35C-E233-B9E2-A545961A229A}"/>
              </a:ext>
            </a:extLst>
          </p:cNvPr>
          <p:cNvGrpSpPr/>
          <p:nvPr/>
        </p:nvGrpSpPr>
        <p:grpSpPr>
          <a:xfrm>
            <a:off x="3111500" y="5432784"/>
            <a:ext cx="6484256" cy="1292085"/>
            <a:chOff x="4591050" y="6620234"/>
            <a:chExt cx="6484256" cy="129208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EFD5354-6331-C6B3-CA32-8DDBD347698F}"/>
                </a:ext>
              </a:extLst>
            </p:cNvPr>
            <p:cNvSpPr txBox="1"/>
            <p:nvPr/>
          </p:nvSpPr>
          <p:spPr>
            <a:xfrm>
              <a:off x="6717062" y="6620234"/>
              <a:ext cx="4358244" cy="12920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1018824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Kathryn Matz, Senior Partner, Hands On </a:t>
              </a:r>
            </a:p>
            <a:p>
              <a:pPr marL="0" marR="0" lvl="0" indent="0" algn="l" defTabSz="1018824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kmatz@handscom.com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0" marR="0" lvl="0" indent="0" algn="l" defTabSz="1018824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+1 415.425.4991</a:t>
              </a:r>
            </a:p>
          </p:txBody>
        </p:sp>
        <p:pic>
          <p:nvPicPr>
            <p:cNvPr id="4" name="Graphic 3" descr="Email with solid fill">
              <a:extLst>
                <a:ext uri="{FF2B5EF4-FFF2-40B4-BE49-F238E27FC236}">
                  <a16:creationId xmlns:a16="http://schemas.microsoft.com/office/drawing/2014/main" id="{936C42A9-5534-C8E1-3E7B-6C37CCEB1D4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29465" y="7145721"/>
              <a:ext cx="310896" cy="310896"/>
            </a:xfrm>
            <a:prstGeom prst="rect">
              <a:avLst/>
            </a:prstGeom>
          </p:spPr>
        </p:pic>
        <p:pic>
          <p:nvPicPr>
            <p:cNvPr id="5" name="Graphic 4" descr="Receiver with solid fill">
              <a:extLst>
                <a:ext uri="{FF2B5EF4-FFF2-40B4-BE49-F238E27FC236}">
                  <a16:creationId xmlns:a16="http://schemas.microsoft.com/office/drawing/2014/main" id="{A3E86FBC-1821-B9A7-643D-8B3D0CF02F7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5471" y="7571313"/>
              <a:ext cx="310895" cy="31089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9C247CE-315F-865C-07B9-5C0E4B14D4B9}"/>
                </a:ext>
              </a:extLst>
            </p:cNvPr>
            <p:cNvSpPr txBox="1"/>
            <p:nvPr/>
          </p:nvSpPr>
          <p:spPr>
            <a:xfrm>
              <a:off x="4591050" y="6910614"/>
              <a:ext cx="135810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Contact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776AA98-FF78-08E6-0961-997887E5049B}"/>
                </a:ext>
              </a:extLst>
            </p:cNvPr>
            <p:cNvCxnSpPr/>
            <p:nvPr/>
          </p:nvCxnSpPr>
          <p:spPr>
            <a:xfrm>
              <a:off x="5922284" y="6791093"/>
              <a:ext cx="0" cy="84346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30881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arketing Newsletter">
  <a:themeElements>
    <a:clrScheme name="Custom 45">
      <a:dk1>
        <a:srgbClr val="191919"/>
      </a:dk1>
      <a:lt1>
        <a:srgbClr val="F3F3F3"/>
      </a:lt1>
      <a:dk2>
        <a:srgbClr val="434343"/>
      </a:dk2>
      <a:lt2>
        <a:srgbClr val="F3F3F3"/>
      </a:lt2>
      <a:accent1>
        <a:srgbClr val="248E9C"/>
      </a:accent1>
      <a:accent2>
        <a:srgbClr val="191919"/>
      </a:accent2>
      <a:accent3>
        <a:srgbClr val="FFFFFF"/>
      </a:accent3>
      <a:accent4>
        <a:srgbClr val="33CCCC"/>
      </a:accent4>
      <a:accent5>
        <a:srgbClr val="0099CC"/>
      </a:accent5>
      <a:accent6>
        <a:srgbClr val="434343"/>
      </a:accent6>
      <a:hlink>
        <a:srgbClr val="029198"/>
      </a:hlink>
      <a:folHlink>
        <a:srgbClr val="0099CC"/>
      </a:folHlink>
    </a:clrScheme>
    <a:fontScheme name="Custom 9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Office PowerPoint</Application>
  <PresentationFormat>Custom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Courier New</vt:lpstr>
      <vt:lpstr>Assistant Light</vt:lpstr>
      <vt:lpstr>Avenir Next LT Pro</vt:lpstr>
      <vt:lpstr>Aptos</vt:lpstr>
      <vt:lpstr>Arial</vt:lpstr>
      <vt:lpstr>Nunito Sans ExtraBold</vt:lpstr>
      <vt:lpstr>Nunito Sans</vt:lpstr>
      <vt:lpstr>Pontano Sans</vt:lpstr>
      <vt:lpstr>Marketing Newsletter</vt:lpstr>
      <vt:lpstr>PowerPoint Presentation</vt:lpstr>
      <vt:lpstr>PowerPoint Presentation</vt:lpstr>
      <vt:lpstr>PowerPoint Presentation</vt:lpstr>
      <vt:lpstr>Most Attended On-Demand Programs (Learning Topics) </vt:lpstr>
      <vt:lpstr>Total {{company}} On-Demand Learning Topics ({{period}})</vt:lpstr>
      <vt:lpstr>Total {{company}} On-Demand Learning Topics ({{period}})</vt:lpstr>
      <vt:lpstr>Total {{company}} On-Demand Learning Topics ({{period}})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Christine</dc:creator>
  <cp:lastModifiedBy>Hergoss, Julian</cp:lastModifiedBy>
  <cp:revision>344</cp:revision>
  <cp:lastPrinted>2020-02-07T18:45:31Z</cp:lastPrinted>
  <dcterms:created xsi:type="dcterms:W3CDTF">2018-02-15T18:30:24Z</dcterms:created>
  <dcterms:modified xsi:type="dcterms:W3CDTF">2026-05-20T18:03:13Z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5D5D8130-87AB-409D-82C4-52AFBCC2DFA5</vt:lpwstr>
  </property>
  <property fmtid="{D5CDD505-2E9C-101B-9397-08002B2CF9AE}" pid="3" name="ArticulatePath">
    <vt:lpwstr>2020_HandsOn_Overview</vt:lpwstr>
  </property>
</Properties>
</file>