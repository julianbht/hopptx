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comments/modernComment_14D_C09DC68.xml" ContentType="application/vnd.ms-powerpoint.comments+xml"/>
  <Override PartName="/ppt/tags/tag4.xml" ContentType="application/vnd.openxmlformats-officedocument.presentationml.tags+xml"/>
  <Override PartName="/ppt/comments/modernComment_142_87ABFE6B.xml" ContentType="application/vnd.ms-powerpoint.comments+xml"/>
  <Override PartName="/ppt/tags/tag5.xml" ContentType="application/vnd.openxmlformats-officedocument.presentationml.tags+xml"/>
  <Override PartName="/ppt/comments/modernComment_145_AF58CB61.xml" ContentType="application/vnd.ms-powerpoint.comments+xml"/>
  <Override PartName="/ppt/tags/tag6.xml" ContentType="application/vnd.openxmlformats-officedocument.presentationml.tags+xml"/>
  <Override PartName="/ppt/comments/modernComment_14E_9EFC207E.xml" ContentType="application/vnd.ms-powerpoint.comments+xml"/>
  <Override PartName="/ppt/tags/tag7.xml" ContentType="application/vnd.openxmlformats-officedocument.presentationml.tags+xml"/>
  <Override PartName="/ppt/comments/modernComment_14F_A0D64162.xml" ContentType="application/vnd.ms-powerpoint.comments+xml"/>
  <Override PartName="/ppt/tags/tag8.xml" ContentType="application/vnd.openxmlformats-officedocument.presentationml.tags+xml"/>
  <Override PartName="/ppt/comments/modernComment_150_DD8359EC.xml" ContentType="application/vnd.ms-powerpoint.comments+xml"/>
  <Override PartName="/ppt/comments/modernComment_152_67AB75BF.xml" ContentType="application/vnd.ms-powerpoint.comments+xml"/>
  <Override PartName="/ppt/tags/tag9.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60" r:id="rId1"/>
  </p:sldMasterIdLst>
  <p:notesMasterIdLst>
    <p:notesMasterId r:id="rId11"/>
  </p:notesMasterIdLst>
  <p:sldIdLst>
    <p:sldId id="321" r:id="rId2"/>
    <p:sldId id="333" r:id="rId3"/>
    <p:sldId id="322" r:id="rId4"/>
    <p:sldId id="325" r:id="rId5"/>
    <p:sldId id="334" r:id="rId6"/>
    <p:sldId id="335" r:id="rId7"/>
    <p:sldId id="336" r:id="rId8"/>
    <p:sldId id="338" r:id="rId9"/>
    <p:sldId id="339" r:id="rId10"/>
  </p:sldIdLst>
  <p:sldSz cx="13817600" cy="7772400"/>
  <p:notesSz cx="6858000" cy="9144000"/>
  <p:embeddedFontLst>
    <p:embeddedFont>
      <p:font typeface="Assistant Light" pitchFamily="2" charset="-79"/>
      <p:regular r:id="rId12"/>
    </p:embeddedFont>
    <p:embeddedFont>
      <p:font typeface="Avenir Next LT Pro" panose="020B0504020202020204" pitchFamily="34" charset="0"/>
      <p:regular r:id="rId13"/>
      <p:bold r:id="rId14"/>
      <p:italic r:id="rId15"/>
      <p:boldItalic r:id="rId16"/>
    </p:embeddedFont>
    <p:embeddedFont>
      <p:font typeface="Nunito Sans" pitchFamily="2" charset="0"/>
      <p:regular r:id="rId17"/>
      <p:bold r:id="rId18"/>
      <p:italic r:id="rId19"/>
      <p:boldItalic r:id="rId20"/>
    </p:embeddedFont>
    <p:embeddedFont>
      <p:font typeface="Nunito Sans ExtraBold" pitchFamily="2" charset="0"/>
      <p:bold r:id="rId21"/>
      <p:boldItalic r:id="rId22"/>
    </p:embeddedFont>
    <p:embeddedFont>
      <p:font typeface="Pontano Sans" panose="020B0604020202020204" charset="0"/>
      <p:regular r:id="rId23"/>
      <p:bold r:id="rId24"/>
    </p:embeddedFont>
  </p:embeddedFontLst>
  <p:custDataLst>
    <p:tags r:id="rId25"/>
  </p:custDataLst>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3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692A83-89C3-F14D-5176-6B9ECEB6194B}" name="Info, Hands On" initials="IH" userId="S::info@handscom.com::4560adac-733b-4fda-b579-3c6a4b66184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hryn Matz" initials="K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9999"/>
    <a:srgbClr val="C3D3D3"/>
    <a:srgbClr val="515353"/>
    <a:srgbClr val="EB831D"/>
    <a:srgbClr val="16BAC5"/>
    <a:srgbClr val="7FD9DF"/>
    <a:srgbClr val="604D44"/>
    <a:srgbClr val="30323D"/>
    <a:srgbClr val="FFFC31"/>
    <a:srgbClr val="F5A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59" autoAdjust="0"/>
    <p:restoredTop sz="94404" autoAdjust="0"/>
  </p:normalViewPr>
  <p:slideViewPr>
    <p:cSldViewPr snapToGrid="0">
      <p:cViewPr varScale="1">
        <p:scale>
          <a:sx n="46" d="100"/>
          <a:sy n="46" d="100"/>
        </p:scale>
        <p:origin x="51" y="182"/>
      </p:cViewPr>
      <p:guideLst>
        <p:guide orient="horz" pos="2448"/>
        <p:guide pos="4352"/>
      </p:guideLst>
    </p:cSldViewPr>
  </p:slideViewPr>
  <p:notesTextViewPr>
    <p:cViewPr>
      <p:scale>
        <a:sx n="1" d="1"/>
        <a:sy n="1" d="1"/>
      </p:scale>
      <p:origin x="0" y="0"/>
    </p:cViewPr>
  </p:notesTextViewPr>
  <p:sorterViewPr>
    <p:cViewPr>
      <p:scale>
        <a:sx n="140" d="100"/>
        <a:sy n="140" d="100"/>
      </p:scale>
      <p:origin x="0" y="-735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4D_C09DC68.xml><?xml version="1.0" encoding="utf-8"?>
<p188:cmLst xmlns:a="http://schemas.openxmlformats.org/drawingml/2006/main" xmlns:r="http://schemas.openxmlformats.org/officeDocument/2006/relationships" xmlns:p188="http://schemas.microsoft.com/office/powerpoint/2018/8/main">
  <p188:cm id="{4B8FF82B-C57E-4BC9-96C4-11FC0EDD8690}" authorId="{1F692A83-89C3-F14D-5176-6B9ECEB6194B}" created="2026-04-24T12:35:53.835">
    <pc:sldMkLst xmlns:pc="http://schemas.microsoft.com/office/powerpoint/2013/main/command">
      <pc:docMk/>
      <pc:sldMk cId="201972840" sldId="333"/>
    </pc:sldMkLst>
    <p188:txBody>
      <a:bodyPr/>
      <a:lstStyle/>
      <a:p>
        <a:r>
          <a:rPr lang="en-US"/>
          <a:t>This slide, I will always have to prepare but you can use this as your template </a:t>
        </a:r>
      </a:p>
    </p188:txBody>
  </p188:cm>
</p188:cmLst>
</file>

<file path=ppt/comments/modernComment_14E_9EFC207E.xml><?xml version="1.0" encoding="utf-8"?>
<p188:cmLst xmlns:a="http://schemas.openxmlformats.org/drawingml/2006/main" xmlns:r="http://schemas.openxmlformats.org/officeDocument/2006/relationships" xmlns:p188="http://schemas.microsoft.com/office/powerpoint/2018/8/main">
  <p188:cm id="{F8B64317-9DB1-4A50-9D71-E2FA9E4E1F9E}" authorId="{1F692A83-89C3-F14D-5176-6B9ECEB6194B}" created="2026-04-24T12:40:50.057">
    <pc:sldMkLst xmlns:pc="http://schemas.microsoft.com/office/powerpoint/2013/main/command">
      <pc:docMk/>
      <pc:sldMk cId="2667323518" sldId="334"/>
    </pc:sldMkLst>
    <p188:txBody>
      <a:bodyPr/>
      <a:lstStyle/>
      <a:p>
        <a:r>
          <a:rPr lang="en-US"/>
          <a:t>Note your font in the header of this slide is incorrect font style.  Please fix to be consistent with rest of deck 
Note 
Business Skills go first, 
Then Technical Skills, then 
LeadingOthers, etc. … In the same order on this slide.  </a:t>
        </a:r>
      </a:p>
    </p188:txBody>
  </p188:cm>
</p188:cmLst>
</file>

<file path=ppt/comments/modernComment_14F_A0D64162.xml><?xml version="1.0" encoding="utf-8"?>
<p188:cmLst xmlns:a="http://schemas.openxmlformats.org/drawingml/2006/main" xmlns:r="http://schemas.openxmlformats.org/officeDocument/2006/relationships" xmlns:p188="http://schemas.microsoft.com/office/powerpoint/2018/8/main">
  <p188:cm id="{EF572F55-E796-4968-9BF9-E1E57DA557EF}" authorId="{1F692A83-89C3-F14D-5176-6B9ECEB6194B}" created="2026-04-24T12:41:09.094">
    <pc:sldMkLst xmlns:pc="http://schemas.microsoft.com/office/powerpoint/2013/main/command">
      <pc:docMk/>
      <pc:sldMk cId="2698396002" sldId="335"/>
    </pc:sldMkLst>
    <p188:txBody>
      <a:bodyPr/>
      <a:lstStyle/>
      <a:p>
        <a:r>
          <a:rPr lang="en-US"/>
          <a:t>Please incorporate this slide into all decks and its text stays static</a:t>
        </a:r>
      </a:p>
    </p188:txBody>
  </p188:cm>
</p188:cmLst>
</file>

<file path=ppt/comments/modernComment_142_87ABFE6B.xml><?xml version="1.0" encoding="utf-8"?>
<p188:cmLst xmlns:a="http://schemas.openxmlformats.org/drawingml/2006/main" xmlns:r="http://schemas.openxmlformats.org/officeDocument/2006/relationships" xmlns:p188="http://schemas.microsoft.com/office/powerpoint/2018/8/main">
  <p188:cm id="{2A5D316C-4EAA-4992-8579-404B4B485227}" authorId="{1F692A83-89C3-F14D-5176-6B9ECEB6194B}" created="2026-04-24T12:37:34.829">
    <pc:sldMkLst xmlns:pc="http://schemas.microsoft.com/office/powerpoint/2013/main/command">
      <pc:docMk/>
      <pc:sldMk cId="2276195947" sldId="322"/>
    </pc:sldMkLst>
    <p188:txBody>
      <a:bodyPr/>
      <a:lstStyle/>
      <a:p>
        <a:r>
          <a:rPr lang="en-US"/>
          <a:t>I would double-check the text in the boxes of this slide, as I updated your template, including items in yellow highlight </a:t>
        </a:r>
      </a:p>
    </p188:txBody>
  </p188:cm>
</p188:cmLst>
</file>

<file path=ppt/comments/modernComment_145_AF58CB61.xml><?xml version="1.0" encoding="utf-8"?>
<p188:cmLst xmlns:a="http://schemas.openxmlformats.org/drawingml/2006/main" xmlns:r="http://schemas.openxmlformats.org/officeDocument/2006/relationships" xmlns:p188="http://schemas.microsoft.com/office/powerpoint/2018/8/main">
  <p188:cm id="{1FDA7ED3-824F-405C-8AA0-D5808312BF14}" authorId="{1F692A83-89C3-F14D-5176-6B9ECEB6194B}" created="2026-04-24T12:39:52.145">
    <pc:sldMkLst xmlns:pc="http://schemas.microsoft.com/office/powerpoint/2013/main/command">
      <pc:docMk/>
      <pc:sldMk cId="2941832033" sldId="325"/>
    </pc:sldMkLst>
    <p188:txBody>
      <a:bodyPr/>
      <a:lstStyle/>
      <a:p>
        <a:r>
          <a:rPr lang="en-US"/>
          <a:t>This needs to show the top 8 to 10 most attended … If you have several that are at the same number, the 8 - 10 rule won’t apply … it needs to pull in all with the same number that were the highest, e.g.,we had 4 topics with 5 sign-ups … all should be included even in total surpasses 8 - 10 because otherwise it’s misleading 
Note, I deleted the Least Attended slide, a we don’t need that / which was next in the original </a:t>
        </a:r>
      </a:p>
    </p188:txBody>
  </p188:cm>
</p188:cmLst>
</file>

<file path=ppt/comments/modernComment_150_DD8359EC.xml><?xml version="1.0" encoding="utf-8"?>
<p188:cmLst xmlns:a="http://schemas.openxmlformats.org/drawingml/2006/main" xmlns:r="http://schemas.openxmlformats.org/officeDocument/2006/relationships" xmlns:p188="http://schemas.microsoft.com/office/powerpoint/2018/8/main">
  <p188:cm id="{0180F4B2-D006-442C-AE45-6BFB707C9388}" authorId="{1F692A83-89C3-F14D-5176-6B9ECEB6194B}" created="2026-04-24T12:42:14.582">
    <pc:sldMkLst xmlns:pc="http://schemas.microsoft.com/office/powerpoint/2013/main/command">
      <pc:docMk/>
      <pc:sldMk cId="3716372972" sldId="336"/>
    </pc:sldMkLst>
    <p188:txBody>
      <a:bodyPr/>
      <a:lstStyle/>
      <a:p>
        <a:r>
          <a:rPr lang="en-US"/>
          <a:t>Please add this slide to your deck … items in yellow are programmable per company</a:t>
        </a:r>
      </a:p>
    </p188:txBody>
  </p188:cm>
</p188:cmLst>
</file>

<file path=ppt/comments/modernComment_152_67AB75BF.xml><?xml version="1.0" encoding="utf-8"?>
<p188:cmLst xmlns:a="http://schemas.openxmlformats.org/drawingml/2006/main" xmlns:r="http://schemas.openxmlformats.org/officeDocument/2006/relationships" xmlns:p188="http://schemas.microsoft.com/office/powerpoint/2018/8/main">
  <p188:cm id="{94452A1A-C853-4878-B9AE-BFBCAE6C0EB3}" authorId="{1F692A83-89C3-F14D-5176-6B9ECEB6194B}" created="2026-04-24T12:43:12.827">
    <pc:sldMkLst xmlns:pc="http://schemas.microsoft.com/office/powerpoint/2013/main/command">
      <pc:docMk/>
      <pc:sldMk cId="1739290047" sldId="338"/>
    </pc:sldMkLst>
    <p188:txBody>
      <a:bodyPr/>
      <a:lstStyle/>
      <a:p>
        <a:r>
          <a:rPr lang="en-US"/>
          <a:t>Please add this slide to all company decks.  All items in yellow are programmable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BDAE8-5F0E-44F4-92FB-4D79DC65797D}" type="datetimeFigureOut">
              <a:rPr lang="en-US" smtClean="0"/>
              <a:t>4/24/2026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4E261-2EC2-4FA3-8012-78A541401E22}" type="slidenum">
              <a:rPr lang="en-US" smtClean="0"/>
              <a:t>‹#›</a:t>
            </a:fld>
            <a:endParaRPr lang="en-US" dirty="0"/>
          </a:p>
        </p:txBody>
      </p:sp>
    </p:spTree>
    <p:extLst>
      <p:ext uri="{BB962C8B-B14F-4D97-AF65-F5344CB8AC3E}">
        <p14:creationId xmlns:p14="http://schemas.microsoft.com/office/powerpoint/2010/main" val="3246885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reserve="1">
  <p:cSld name="1_Opening slide">
    <p:spTree>
      <p:nvGrpSpPr>
        <p:cNvPr id="1" name="Shape 8"/>
        <p:cNvGrpSpPr/>
        <p:nvPr/>
      </p:nvGrpSpPr>
      <p:grpSpPr>
        <a:xfrm>
          <a:off x="0" y="0"/>
          <a:ext cx="0" cy="0"/>
          <a:chOff x="0" y="0"/>
          <a:chExt cx="0" cy="0"/>
        </a:xfrm>
      </p:grpSpPr>
      <p:sp>
        <p:nvSpPr>
          <p:cNvPr id="8" name="Google Shape;39;p4">
            <a:extLst>
              <a:ext uri="{FF2B5EF4-FFF2-40B4-BE49-F238E27FC236}">
                <a16:creationId xmlns:a16="http://schemas.microsoft.com/office/drawing/2014/main" id="{BF0E5F8A-6BDA-E05B-762F-FEC2D098F1A4}"/>
              </a:ext>
            </a:extLst>
          </p:cNvPr>
          <p:cNvSpPr/>
          <p:nvPr userDrawn="1"/>
        </p:nvSpPr>
        <p:spPr>
          <a:xfrm>
            <a:off x="-339" y="-2646"/>
            <a:ext cx="4356439" cy="7789440"/>
          </a:xfrm>
          <a:custGeom>
            <a:avLst/>
            <a:gdLst>
              <a:gd name="connsiteX0" fmla="*/ 0 w 8001200"/>
              <a:gd name="connsiteY0" fmla="*/ 3809800 h 7619600"/>
              <a:gd name="connsiteX1" fmla="*/ 1904900 w 8001200"/>
              <a:gd name="connsiteY1" fmla="*/ 2 h 7619600"/>
              <a:gd name="connsiteX2" fmla="*/ 6096300 w 8001200"/>
              <a:gd name="connsiteY2" fmla="*/ 2 h 7619600"/>
              <a:gd name="connsiteX3" fmla="*/ 8001200 w 8001200"/>
              <a:gd name="connsiteY3" fmla="*/ 3809800 h 7619600"/>
              <a:gd name="connsiteX4" fmla="*/ 6096300 w 8001200"/>
              <a:gd name="connsiteY4" fmla="*/ 7619598 h 7619600"/>
              <a:gd name="connsiteX5" fmla="*/ 1904900 w 8001200"/>
              <a:gd name="connsiteY5" fmla="*/ 7619598 h 7619600"/>
              <a:gd name="connsiteX6" fmla="*/ 0 w 8001200"/>
              <a:gd name="connsiteY6" fmla="*/ 3809800 h 7619600"/>
              <a:gd name="connsiteX0" fmla="*/ 0 w 8001200"/>
              <a:gd name="connsiteY0" fmla="*/ 3809798 h 7619596"/>
              <a:gd name="connsiteX1" fmla="*/ 1904900 w 8001200"/>
              <a:gd name="connsiteY1" fmla="*/ 0 h 7619596"/>
              <a:gd name="connsiteX2" fmla="*/ 6401100 w 8001200"/>
              <a:gd name="connsiteY2" fmla="*/ 666750 h 7619596"/>
              <a:gd name="connsiteX3" fmla="*/ 8001200 w 8001200"/>
              <a:gd name="connsiteY3" fmla="*/ 3809798 h 7619596"/>
              <a:gd name="connsiteX4" fmla="*/ 6096300 w 8001200"/>
              <a:gd name="connsiteY4" fmla="*/ 7619596 h 7619596"/>
              <a:gd name="connsiteX5" fmla="*/ 1904900 w 8001200"/>
              <a:gd name="connsiteY5" fmla="*/ 7619596 h 7619596"/>
              <a:gd name="connsiteX6" fmla="*/ 0 w 8001200"/>
              <a:gd name="connsiteY6" fmla="*/ 3809798 h 7619596"/>
              <a:gd name="connsiteX0" fmla="*/ 0 w 8001200"/>
              <a:gd name="connsiteY0" fmla="*/ 3238298 h 7048096"/>
              <a:gd name="connsiteX1" fmla="*/ 2095400 w 8001200"/>
              <a:gd name="connsiteY1" fmla="*/ 0 h 7048096"/>
              <a:gd name="connsiteX2" fmla="*/ 6401100 w 8001200"/>
              <a:gd name="connsiteY2" fmla="*/ 95250 h 7048096"/>
              <a:gd name="connsiteX3" fmla="*/ 8001200 w 8001200"/>
              <a:gd name="connsiteY3" fmla="*/ 3238298 h 7048096"/>
              <a:gd name="connsiteX4" fmla="*/ 6096300 w 8001200"/>
              <a:gd name="connsiteY4" fmla="*/ 7048096 h 7048096"/>
              <a:gd name="connsiteX5" fmla="*/ 1904900 w 8001200"/>
              <a:gd name="connsiteY5" fmla="*/ 7048096 h 7048096"/>
              <a:gd name="connsiteX6" fmla="*/ 0 w 8001200"/>
              <a:gd name="connsiteY6" fmla="*/ 3238298 h 7048096"/>
              <a:gd name="connsiteX0" fmla="*/ 0 w 8001200"/>
              <a:gd name="connsiteY0" fmla="*/ 3143048 h 6952846"/>
              <a:gd name="connsiteX1" fmla="*/ 1904900 w 8001200"/>
              <a:gd name="connsiteY1" fmla="*/ 0 h 6952846"/>
              <a:gd name="connsiteX2" fmla="*/ 6401100 w 8001200"/>
              <a:gd name="connsiteY2" fmla="*/ 0 h 6952846"/>
              <a:gd name="connsiteX3" fmla="*/ 8001200 w 8001200"/>
              <a:gd name="connsiteY3" fmla="*/ 3143048 h 6952846"/>
              <a:gd name="connsiteX4" fmla="*/ 6096300 w 8001200"/>
              <a:gd name="connsiteY4" fmla="*/ 6952846 h 6952846"/>
              <a:gd name="connsiteX5" fmla="*/ 1904900 w 8001200"/>
              <a:gd name="connsiteY5" fmla="*/ 6952846 h 6952846"/>
              <a:gd name="connsiteX6" fmla="*/ 0 w 8001200"/>
              <a:gd name="connsiteY6" fmla="*/ 3143048 h 6952846"/>
              <a:gd name="connsiteX0" fmla="*/ 0 w 6096300"/>
              <a:gd name="connsiteY0" fmla="*/ 6952846 h 6952846"/>
              <a:gd name="connsiteX1" fmla="*/ 0 w 6096300"/>
              <a:gd name="connsiteY1" fmla="*/ 0 h 6952846"/>
              <a:gd name="connsiteX2" fmla="*/ 4496200 w 6096300"/>
              <a:gd name="connsiteY2" fmla="*/ 0 h 6952846"/>
              <a:gd name="connsiteX3" fmla="*/ 6096300 w 6096300"/>
              <a:gd name="connsiteY3" fmla="*/ 3143048 h 6952846"/>
              <a:gd name="connsiteX4" fmla="*/ 4191400 w 6096300"/>
              <a:gd name="connsiteY4" fmla="*/ 6952846 h 6952846"/>
              <a:gd name="connsiteX5" fmla="*/ 0 w 6096300"/>
              <a:gd name="connsiteY5" fmla="*/ 6952846 h 6952846"/>
              <a:gd name="connsiteX0" fmla="*/ 0 w 5029500"/>
              <a:gd name="connsiteY0" fmla="*/ 6952846 h 6952846"/>
              <a:gd name="connsiteX1" fmla="*/ 0 w 5029500"/>
              <a:gd name="connsiteY1" fmla="*/ 0 h 6952846"/>
              <a:gd name="connsiteX2" fmla="*/ 44962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077100 w 5029500"/>
              <a:gd name="connsiteY4" fmla="*/ 6933796 h 6952846"/>
              <a:gd name="connsiteX5" fmla="*/ 0 w 50295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4077100 w 4572300"/>
              <a:gd name="connsiteY4" fmla="*/ 6933796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55990 w 4572300"/>
              <a:gd name="connsiteY4" fmla="*/ 6943743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388842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456555 w 4572300"/>
              <a:gd name="connsiteY4" fmla="*/ 6943745 h 6952846"/>
              <a:gd name="connsiteX5" fmla="*/ 0 w 4572300"/>
              <a:gd name="connsiteY5" fmla="*/ 6952846 h 6952846"/>
              <a:gd name="connsiteX0" fmla="*/ 0 w 4280608"/>
              <a:gd name="connsiteY0" fmla="*/ 6952846 h 6952846"/>
              <a:gd name="connsiteX1" fmla="*/ 0 w 4280608"/>
              <a:gd name="connsiteY1" fmla="*/ 0 h 6952846"/>
              <a:gd name="connsiteX2" fmla="*/ 3479001 w 4280608"/>
              <a:gd name="connsiteY2" fmla="*/ 0 h 6952846"/>
              <a:gd name="connsiteX3" fmla="*/ 4280608 w 4280608"/>
              <a:gd name="connsiteY3" fmla="*/ 3450687 h 6952846"/>
              <a:gd name="connsiteX4" fmla="*/ 3456555 w 4280608"/>
              <a:gd name="connsiteY4" fmla="*/ 6943745 h 6952846"/>
              <a:gd name="connsiteX5" fmla="*/ 0 w 4280608"/>
              <a:gd name="connsiteY5" fmla="*/ 6952846 h 695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0608" h="6952846">
                <a:moveTo>
                  <a:pt x="0" y="6952846"/>
                </a:moveTo>
                <a:lnTo>
                  <a:pt x="0" y="0"/>
                </a:lnTo>
                <a:lnTo>
                  <a:pt x="3479001" y="0"/>
                </a:lnTo>
                <a:lnTo>
                  <a:pt x="4280608" y="3450687"/>
                </a:lnTo>
                <a:lnTo>
                  <a:pt x="3456555" y="6943745"/>
                </a:lnTo>
                <a:lnTo>
                  <a:pt x="0" y="6952846"/>
                </a:lnTo>
                <a:close/>
              </a:path>
            </a:pathLst>
          </a:custGeom>
          <a:gradFill>
            <a:gsLst>
              <a:gs pos="8000">
                <a:schemeClr val="tx2">
                  <a:lumMod val="10000"/>
                </a:schemeClr>
              </a:gs>
              <a:gs pos="100000">
                <a:schemeClr val="accent3">
                  <a:lumMod val="50000"/>
                </a:schemeClr>
              </a:gs>
            </a:gsLst>
            <a:lin ang="13500000" scaled="1"/>
          </a:gradFill>
          <a:ln>
            <a:noFill/>
          </a:ln>
          <a:effectLst>
            <a:outerShdw blurRad="50800" dist="38100" dir="2700000" algn="tl"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j-lt"/>
            </a:endParaRPr>
          </a:p>
        </p:txBody>
      </p:sp>
      <p:sp>
        <p:nvSpPr>
          <p:cNvPr id="10" name="Google Shape;10;p2"/>
          <p:cNvSpPr txBox="1">
            <a:spLocks noGrp="1"/>
          </p:cNvSpPr>
          <p:nvPr>
            <p:ph type="ctrTitle"/>
          </p:nvPr>
        </p:nvSpPr>
        <p:spPr>
          <a:xfrm>
            <a:off x="406592" y="2749784"/>
            <a:ext cx="3821471" cy="3252236"/>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3000"/>
              <a:buFont typeface="Nunito Sans ExtraBold"/>
              <a:buNone/>
              <a:defRPr sz="4080">
                <a:solidFill>
                  <a:schemeClr val="lt1"/>
                </a:solidFill>
                <a:latin typeface="+mj-lt"/>
                <a:ea typeface="Nunito Sans ExtraBold"/>
                <a:cs typeface="Nunito Sans ExtraBold"/>
                <a:sym typeface="Nunito Sans ExtraBold"/>
              </a:defRPr>
            </a:lvl1pPr>
            <a:lvl2pPr lvl="1" algn="r" rtl="0">
              <a:spcBef>
                <a:spcPts val="0"/>
              </a:spcBef>
              <a:spcAft>
                <a:spcPts val="0"/>
              </a:spcAft>
              <a:buClr>
                <a:schemeClr val="lt1"/>
              </a:buClr>
              <a:buSzPts val="3000"/>
              <a:buNone/>
              <a:defRPr sz="4533">
                <a:solidFill>
                  <a:schemeClr val="lt1"/>
                </a:solidFill>
              </a:defRPr>
            </a:lvl2pPr>
            <a:lvl3pPr lvl="2" algn="r" rtl="0">
              <a:spcBef>
                <a:spcPts val="0"/>
              </a:spcBef>
              <a:spcAft>
                <a:spcPts val="0"/>
              </a:spcAft>
              <a:buClr>
                <a:schemeClr val="lt1"/>
              </a:buClr>
              <a:buSzPts val="3000"/>
              <a:buNone/>
              <a:defRPr sz="4533">
                <a:solidFill>
                  <a:schemeClr val="lt1"/>
                </a:solidFill>
              </a:defRPr>
            </a:lvl3pPr>
            <a:lvl4pPr lvl="3" algn="r" rtl="0">
              <a:spcBef>
                <a:spcPts val="0"/>
              </a:spcBef>
              <a:spcAft>
                <a:spcPts val="0"/>
              </a:spcAft>
              <a:buClr>
                <a:schemeClr val="lt1"/>
              </a:buClr>
              <a:buSzPts val="3000"/>
              <a:buNone/>
              <a:defRPr sz="4533">
                <a:solidFill>
                  <a:schemeClr val="lt1"/>
                </a:solidFill>
              </a:defRPr>
            </a:lvl4pPr>
            <a:lvl5pPr lvl="4" algn="r" rtl="0">
              <a:spcBef>
                <a:spcPts val="0"/>
              </a:spcBef>
              <a:spcAft>
                <a:spcPts val="0"/>
              </a:spcAft>
              <a:buClr>
                <a:schemeClr val="lt1"/>
              </a:buClr>
              <a:buSzPts val="3000"/>
              <a:buNone/>
              <a:defRPr sz="4533">
                <a:solidFill>
                  <a:schemeClr val="lt1"/>
                </a:solidFill>
              </a:defRPr>
            </a:lvl5pPr>
            <a:lvl6pPr lvl="5" algn="r" rtl="0">
              <a:spcBef>
                <a:spcPts val="0"/>
              </a:spcBef>
              <a:spcAft>
                <a:spcPts val="0"/>
              </a:spcAft>
              <a:buClr>
                <a:schemeClr val="lt1"/>
              </a:buClr>
              <a:buSzPts val="3000"/>
              <a:buNone/>
              <a:defRPr sz="4533">
                <a:solidFill>
                  <a:schemeClr val="lt1"/>
                </a:solidFill>
              </a:defRPr>
            </a:lvl6pPr>
            <a:lvl7pPr lvl="6" algn="r" rtl="0">
              <a:spcBef>
                <a:spcPts val="0"/>
              </a:spcBef>
              <a:spcAft>
                <a:spcPts val="0"/>
              </a:spcAft>
              <a:buClr>
                <a:schemeClr val="lt1"/>
              </a:buClr>
              <a:buSzPts val="3000"/>
              <a:buNone/>
              <a:defRPr sz="4533">
                <a:solidFill>
                  <a:schemeClr val="lt1"/>
                </a:solidFill>
              </a:defRPr>
            </a:lvl7pPr>
            <a:lvl8pPr lvl="7" algn="r" rtl="0">
              <a:spcBef>
                <a:spcPts val="0"/>
              </a:spcBef>
              <a:spcAft>
                <a:spcPts val="0"/>
              </a:spcAft>
              <a:buClr>
                <a:schemeClr val="lt1"/>
              </a:buClr>
              <a:buSzPts val="3000"/>
              <a:buNone/>
              <a:defRPr sz="4533">
                <a:solidFill>
                  <a:schemeClr val="lt1"/>
                </a:solidFill>
              </a:defRPr>
            </a:lvl8pPr>
            <a:lvl9pPr lvl="8" algn="r" rtl="0">
              <a:spcBef>
                <a:spcPts val="0"/>
              </a:spcBef>
              <a:spcAft>
                <a:spcPts val="0"/>
              </a:spcAft>
              <a:buClr>
                <a:schemeClr val="lt1"/>
              </a:buClr>
              <a:buSzPts val="3000"/>
              <a:buNone/>
              <a:defRPr sz="4533">
                <a:solidFill>
                  <a:schemeClr val="lt1"/>
                </a:solidFill>
              </a:defRPr>
            </a:lvl9pPr>
          </a:lstStyle>
          <a:p>
            <a:endParaRPr dirty="0"/>
          </a:p>
        </p:txBody>
      </p:sp>
      <p:sp>
        <p:nvSpPr>
          <p:cNvPr id="11" name="Google Shape;11;p2"/>
          <p:cNvSpPr txBox="1">
            <a:spLocks noGrp="1"/>
          </p:cNvSpPr>
          <p:nvPr>
            <p:ph type="subTitle" idx="1"/>
          </p:nvPr>
        </p:nvSpPr>
        <p:spPr>
          <a:xfrm>
            <a:off x="5366298" y="1666317"/>
            <a:ext cx="6576507" cy="1083467"/>
          </a:xfrm>
          <a:prstGeom prst="rect">
            <a:avLst/>
          </a:prstGeom>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1200"/>
              <a:buFont typeface="Pontano Sans"/>
              <a:buNone/>
              <a:defRPr sz="1813">
                <a:solidFill>
                  <a:schemeClr val="tx1"/>
                </a:solidFill>
                <a:latin typeface="+mj-lt"/>
                <a:ea typeface="Pontano Sans"/>
                <a:cs typeface="Pontano Sans"/>
                <a:sym typeface="Pontano Sans"/>
              </a:defRPr>
            </a:lvl1pPr>
            <a:lvl2pPr lvl="1"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2pPr>
            <a:lvl3pPr lvl="2"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3pPr>
            <a:lvl4pPr lvl="3"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4pPr>
            <a:lvl5pPr lvl="4"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5pPr>
            <a:lvl6pPr lvl="5"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6pPr>
            <a:lvl7pPr lvl="6"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7pPr>
            <a:lvl8pPr lvl="7"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8pPr>
            <a:lvl9pPr lvl="8"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9pPr>
          </a:lstStyle>
          <a:p>
            <a:endParaRPr dirty="0"/>
          </a:p>
        </p:txBody>
      </p:sp>
      <p:pic>
        <p:nvPicPr>
          <p:cNvPr id="3" name="Picture 2">
            <a:extLst>
              <a:ext uri="{FF2B5EF4-FFF2-40B4-BE49-F238E27FC236}">
                <a16:creationId xmlns:a16="http://schemas.microsoft.com/office/drawing/2014/main" id="{61E01D72-47B9-0A1F-4DB5-E3332EA1FC71}"/>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4" name="Teardrop 3">
            <a:extLst>
              <a:ext uri="{FF2B5EF4-FFF2-40B4-BE49-F238E27FC236}">
                <a16:creationId xmlns:a16="http://schemas.microsoft.com/office/drawing/2014/main" id="{6DC03848-8641-D339-ECD7-9EAF9948B643}"/>
              </a:ext>
            </a:extLst>
          </p:cNvPr>
          <p:cNvSpPr/>
          <p:nvPr/>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mj-lt"/>
              <a:ea typeface="+mn-ea"/>
              <a:cs typeface="+mn-cs"/>
            </a:endParaRPr>
          </a:p>
        </p:txBody>
      </p:sp>
      <p:sp>
        <p:nvSpPr>
          <p:cNvPr id="5" name="Slide Number Placeholder 5">
            <a:extLst>
              <a:ext uri="{FF2B5EF4-FFF2-40B4-BE49-F238E27FC236}">
                <a16:creationId xmlns:a16="http://schemas.microsoft.com/office/drawing/2014/main" id="{091F327A-2733-7331-142F-C09972DEB886}"/>
              </a:ext>
            </a:extLst>
          </p:cNvPr>
          <p:cNvSpPr txBox="1">
            <a:spLocks/>
          </p:cNvSpPr>
          <p:nvPr/>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mj-lt"/>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mj-lt"/>
              <a:ea typeface="+mn-ea"/>
              <a:cs typeface="+mn-cs"/>
            </a:endParaRPr>
          </a:p>
        </p:txBody>
      </p:sp>
      <p:sp>
        <p:nvSpPr>
          <p:cNvPr id="6" name="TextBox 5">
            <a:extLst>
              <a:ext uri="{FF2B5EF4-FFF2-40B4-BE49-F238E27FC236}">
                <a16:creationId xmlns:a16="http://schemas.microsoft.com/office/drawing/2014/main" id="{D37E78D0-7ABC-82BD-BD3E-63E4CC2293F1}"/>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mj-lt"/>
                <a:ea typeface="+mn-ea"/>
                <a:cs typeface="+mn-cs"/>
              </a:rPr>
              <a:t>Hands On</a:t>
            </a:r>
          </a:p>
        </p:txBody>
      </p:sp>
      <p:pic>
        <p:nvPicPr>
          <p:cNvPr id="7" name="Picture 6" descr="Icon&#10;&#10;Description automatically generated">
            <a:extLst>
              <a:ext uri="{FF2B5EF4-FFF2-40B4-BE49-F238E27FC236}">
                <a16:creationId xmlns:a16="http://schemas.microsoft.com/office/drawing/2014/main" id="{05C3374C-950E-AAE4-F33F-5FEFA0869BF6}"/>
              </a:ext>
            </a:extLst>
          </p:cNvPr>
          <p:cNvPicPr>
            <a:picLocks noChangeAspect="1"/>
          </p:cNvPicPr>
          <p:nvPr userDrawn="1"/>
        </p:nvPicPr>
        <p:blipFill>
          <a:blip r:embed="rId3" cstate="print">
            <a:alphaModFix amt="5000"/>
            <a:biLevel thresh="25000"/>
            <a:extLst>
              <a:ext uri="{28A0092B-C50C-407E-A947-70E740481C1C}">
                <a14:useLocalDpi xmlns:a14="http://schemas.microsoft.com/office/drawing/2010/main"/>
              </a:ext>
            </a:extLst>
          </a:blip>
          <a:srcRect/>
          <a:stretch/>
        </p:blipFill>
        <p:spPr>
          <a:xfrm flipH="1">
            <a:off x="-9954" y="849208"/>
            <a:ext cx="3821472" cy="5152812"/>
          </a:xfrm>
          <a:prstGeom prst="rect">
            <a:avLst/>
          </a:prstGeom>
          <a:ln>
            <a:noFill/>
          </a:ln>
        </p:spPr>
      </p:pic>
    </p:spTree>
    <p:extLst>
      <p:ext uri="{BB962C8B-B14F-4D97-AF65-F5344CB8AC3E}">
        <p14:creationId xmlns:p14="http://schemas.microsoft.com/office/powerpoint/2010/main" val="1394768365"/>
      </p:ext>
    </p:extLst>
  </p:cSld>
  <p:clrMapOvr>
    <a:masterClrMapping/>
  </p:clrMapOvr>
  <p:extLst>
    <p:ext uri="{DCECCB84-F9BA-43D5-87BE-67443E8EF086}">
      <p15:sldGuideLst xmlns:p15="http://schemas.microsoft.com/office/powerpoint/2012/main">
        <p15:guide id="1" pos="2551">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pening slide" preserve="1" userDrawn="1">
  <p:cSld name="1_Opening slide">
    <p:spTree>
      <p:nvGrpSpPr>
        <p:cNvPr id="1" name="Shape 8"/>
        <p:cNvGrpSpPr/>
        <p:nvPr/>
      </p:nvGrpSpPr>
      <p:grpSpPr>
        <a:xfrm>
          <a:off x="0" y="0"/>
          <a:ext cx="0" cy="0"/>
          <a:chOff x="0" y="0"/>
          <a:chExt cx="0" cy="0"/>
        </a:xfrm>
      </p:grpSpPr>
      <p:sp>
        <p:nvSpPr>
          <p:cNvPr id="5" name="Google Shape;43;p5">
            <a:extLst>
              <a:ext uri="{FF2B5EF4-FFF2-40B4-BE49-F238E27FC236}">
                <a16:creationId xmlns:a16="http://schemas.microsoft.com/office/drawing/2014/main" id="{69A41DAB-B4E0-65C3-F75C-B4E049D11864}"/>
              </a:ext>
            </a:extLst>
          </p:cNvPr>
          <p:cNvSpPr/>
          <p:nvPr userDrawn="1"/>
        </p:nvSpPr>
        <p:spPr>
          <a:xfrm>
            <a:off x="5040743" y="-41820"/>
            <a:ext cx="8800113" cy="7814220"/>
          </a:xfrm>
          <a:custGeom>
            <a:avLst/>
            <a:gdLst>
              <a:gd name="connsiteX0" fmla="*/ 62865 w 229743"/>
              <a:gd name="connsiteY0" fmla="*/ 43 h 206545"/>
              <a:gd name="connsiteX1" fmla="*/ 0 w 229743"/>
              <a:gd name="connsiteY1" fmla="*/ 206545 h 206545"/>
              <a:gd name="connsiteX2" fmla="*/ 229743 w 229743"/>
              <a:gd name="connsiteY2" fmla="*/ 206545 h 206545"/>
              <a:gd name="connsiteX3" fmla="*/ 229743 w 229743"/>
              <a:gd name="connsiteY3" fmla="*/ 3238 h 206545"/>
              <a:gd name="connsiteX4" fmla="*/ 62865 w 229743"/>
              <a:gd name="connsiteY4" fmla="*/ 43 h 206545"/>
              <a:gd name="connsiteX0" fmla="*/ 62865 w 229743"/>
              <a:gd name="connsiteY0" fmla="*/ 345 h 206847"/>
              <a:gd name="connsiteX1" fmla="*/ 0 w 229743"/>
              <a:gd name="connsiteY1" fmla="*/ 206847 h 206847"/>
              <a:gd name="connsiteX2" fmla="*/ 229743 w 229743"/>
              <a:gd name="connsiteY2" fmla="*/ 206847 h 206847"/>
              <a:gd name="connsiteX3" fmla="*/ 229088 w 229743"/>
              <a:gd name="connsiteY3" fmla="*/ 0 h 206847"/>
              <a:gd name="connsiteX4" fmla="*/ 62865 w 229743"/>
              <a:gd name="connsiteY4" fmla="*/ 345 h 206847"/>
              <a:gd name="connsiteX0" fmla="*/ 62865 w 230427"/>
              <a:gd name="connsiteY0" fmla="*/ 345 h 206847"/>
              <a:gd name="connsiteX1" fmla="*/ 0 w 230427"/>
              <a:gd name="connsiteY1" fmla="*/ 206847 h 206847"/>
              <a:gd name="connsiteX2" fmla="*/ 229743 w 230427"/>
              <a:gd name="connsiteY2" fmla="*/ 206847 h 206847"/>
              <a:gd name="connsiteX3" fmla="*/ 230399 w 230427"/>
              <a:gd name="connsiteY3" fmla="*/ 0 h 206847"/>
              <a:gd name="connsiteX4" fmla="*/ 62865 w 230427"/>
              <a:gd name="connsiteY4" fmla="*/ 345 h 206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27" h="206847" extrusionOk="0">
                <a:moveTo>
                  <a:pt x="62865" y="345"/>
                </a:moveTo>
                <a:lnTo>
                  <a:pt x="0" y="206847"/>
                </a:lnTo>
                <a:lnTo>
                  <a:pt x="229743" y="206847"/>
                </a:lnTo>
                <a:cubicBezTo>
                  <a:pt x="229525" y="137898"/>
                  <a:pt x="230617" y="68949"/>
                  <a:pt x="230399" y="0"/>
                </a:cubicBezTo>
                <a:lnTo>
                  <a:pt x="62865" y="345"/>
                </a:lnTo>
                <a:close/>
              </a:path>
            </a:pathLst>
          </a:custGeom>
          <a:gradFill>
            <a:gsLst>
              <a:gs pos="72000">
                <a:schemeClr val="accent1"/>
              </a:gs>
              <a:gs pos="41124">
                <a:schemeClr val="accent1">
                  <a:lumMod val="50000"/>
                </a:schemeClr>
              </a:gs>
              <a:gs pos="10000">
                <a:schemeClr val="accent6">
                  <a:lumMod val="50000"/>
                </a:schemeClr>
              </a:gs>
            </a:gsLst>
            <a:lin ang="13500000" scaled="1"/>
          </a:gradFill>
          <a:ln>
            <a:noFill/>
          </a:ln>
          <a:effectLst>
            <a:outerShdw blurRad="50800" dist="38100" dir="10800000" algn="r" rotWithShape="0">
              <a:prstClr val="black">
                <a:alpha val="40000"/>
              </a:prstClr>
            </a:outerShdw>
          </a:effectLst>
        </p:spPr>
        <p:txBody>
          <a:bodyPr/>
          <a:lstStyle/>
          <a:p>
            <a:endParaRPr lang="de-DE"/>
          </a:p>
        </p:txBody>
      </p:sp>
      <p:sp>
        <p:nvSpPr>
          <p:cNvPr id="10" name="Google Shape;10;p2"/>
          <p:cNvSpPr txBox="1">
            <a:spLocks noGrp="1"/>
          </p:cNvSpPr>
          <p:nvPr>
            <p:ph type="ctrTitle"/>
          </p:nvPr>
        </p:nvSpPr>
        <p:spPr>
          <a:xfrm>
            <a:off x="7178701" y="2663955"/>
            <a:ext cx="5499840" cy="2693253"/>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3000"/>
              <a:buFont typeface="Nunito Sans ExtraBold"/>
              <a:buNone/>
              <a:defRPr sz="4533">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3000"/>
              <a:buNone/>
              <a:defRPr sz="4533">
                <a:solidFill>
                  <a:schemeClr val="lt1"/>
                </a:solidFill>
              </a:defRPr>
            </a:lvl2pPr>
            <a:lvl3pPr lvl="2" algn="r" rtl="0">
              <a:spcBef>
                <a:spcPts val="0"/>
              </a:spcBef>
              <a:spcAft>
                <a:spcPts val="0"/>
              </a:spcAft>
              <a:buClr>
                <a:schemeClr val="lt1"/>
              </a:buClr>
              <a:buSzPts val="3000"/>
              <a:buNone/>
              <a:defRPr sz="4533">
                <a:solidFill>
                  <a:schemeClr val="lt1"/>
                </a:solidFill>
              </a:defRPr>
            </a:lvl3pPr>
            <a:lvl4pPr lvl="3" algn="r" rtl="0">
              <a:spcBef>
                <a:spcPts val="0"/>
              </a:spcBef>
              <a:spcAft>
                <a:spcPts val="0"/>
              </a:spcAft>
              <a:buClr>
                <a:schemeClr val="lt1"/>
              </a:buClr>
              <a:buSzPts val="3000"/>
              <a:buNone/>
              <a:defRPr sz="4533">
                <a:solidFill>
                  <a:schemeClr val="lt1"/>
                </a:solidFill>
              </a:defRPr>
            </a:lvl4pPr>
            <a:lvl5pPr lvl="4" algn="r" rtl="0">
              <a:spcBef>
                <a:spcPts val="0"/>
              </a:spcBef>
              <a:spcAft>
                <a:spcPts val="0"/>
              </a:spcAft>
              <a:buClr>
                <a:schemeClr val="lt1"/>
              </a:buClr>
              <a:buSzPts val="3000"/>
              <a:buNone/>
              <a:defRPr sz="4533">
                <a:solidFill>
                  <a:schemeClr val="lt1"/>
                </a:solidFill>
              </a:defRPr>
            </a:lvl5pPr>
            <a:lvl6pPr lvl="5" algn="r" rtl="0">
              <a:spcBef>
                <a:spcPts val="0"/>
              </a:spcBef>
              <a:spcAft>
                <a:spcPts val="0"/>
              </a:spcAft>
              <a:buClr>
                <a:schemeClr val="lt1"/>
              </a:buClr>
              <a:buSzPts val="3000"/>
              <a:buNone/>
              <a:defRPr sz="4533">
                <a:solidFill>
                  <a:schemeClr val="lt1"/>
                </a:solidFill>
              </a:defRPr>
            </a:lvl6pPr>
            <a:lvl7pPr lvl="6" algn="r" rtl="0">
              <a:spcBef>
                <a:spcPts val="0"/>
              </a:spcBef>
              <a:spcAft>
                <a:spcPts val="0"/>
              </a:spcAft>
              <a:buClr>
                <a:schemeClr val="lt1"/>
              </a:buClr>
              <a:buSzPts val="3000"/>
              <a:buNone/>
              <a:defRPr sz="4533">
                <a:solidFill>
                  <a:schemeClr val="lt1"/>
                </a:solidFill>
              </a:defRPr>
            </a:lvl7pPr>
            <a:lvl8pPr lvl="7" algn="r" rtl="0">
              <a:spcBef>
                <a:spcPts val="0"/>
              </a:spcBef>
              <a:spcAft>
                <a:spcPts val="0"/>
              </a:spcAft>
              <a:buClr>
                <a:schemeClr val="lt1"/>
              </a:buClr>
              <a:buSzPts val="3000"/>
              <a:buNone/>
              <a:defRPr sz="4533">
                <a:solidFill>
                  <a:schemeClr val="lt1"/>
                </a:solidFill>
              </a:defRPr>
            </a:lvl8pPr>
            <a:lvl9pPr lvl="8" algn="r" rtl="0">
              <a:spcBef>
                <a:spcPts val="0"/>
              </a:spcBef>
              <a:spcAft>
                <a:spcPts val="0"/>
              </a:spcAft>
              <a:buClr>
                <a:schemeClr val="lt1"/>
              </a:buClr>
              <a:buSzPts val="3000"/>
              <a:buNone/>
              <a:defRPr sz="4533">
                <a:solidFill>
                  <a:schemeClr val="lt1"/>
                </a:solidFill>
              </a:defRPr>
            </a:lvl9pPr>
          </a:lstStyle>
          <a:p>
            <a:endParaRPr dirty="0"/>
          </a:p>
        </p:txBody>
      </p:sp>
      <p:pic>
        <p:nvPicPr>
          <p:cNvPr id="3" name="Picture 2">
            <a:extLst>
              <a:ext uri="{FF2B5EF4-FFF2-40B4-BE49-F238E27FC236}">
                <a16:creationId xmlns:a16="http://schemas.microsoft.com/office/drawing/2014/main" id="{E7EA68A1-9857-2454-59EB-CF12FD4F9B01}"/>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Slide Number Placeholder 5">
            <a:extLst>
              <a:ext uri="{FF2B5EF4-FFF2-40B4-BE49-F238E27FC236}">
                <a16:creationId xmlns:a16="http://schemas.microsoft.com/office/drawing/2014/main" id="{DA06ABBA-C993-68B6-941A-6F1B3341FE47}"/>
              </a:ext>
            </a:extLst>
          </p:cNvPr>
          <p:cNvSpPr txBox="1">
            <a:spLocks/>
          </p:cNvSpPr>
          <p:nvPr/>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xtBox 6">
            <a:extLst>
              <a:ext uri="{FF2B5EF4-FFF2-40B4-BE49-F238E27FC236}">
                <a16:creationId xmlns:a16="http://schemas.microsoft.com/office/drawing/2014/main" id="{2265C636-23DC-DA22-DFE3-7CA07451FDD9}"/>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rgbClr val="191919"/>
                </a:solidFill>
                <a:effectLst/>
                <a:uLnTx/>
                <a:uFillTx/>
                <a:latin typeface="Avenir Next LT Pro"/>
                <a:ea typeface="+mn-ea"/>
                <a:cs typeface="+mn-cs"/>
              </a:rPr>
              <a:t>Hands On</a:t>
            </a:r>
          </a:p>
        </p:txBody>
      </p:sp>
      <p:sp>
        <p:nvSpPr>
          <p:cNvPr id="8" name="Teardrop 7">
            <a:extLst>
              <a:ext uri="{FF2B5EF4-FFF2-40B4-BE49-F238E27FC236}">
                <a16:creationId xmlns:a16="http://schemas.microsoft.com/office/drawing/2014/main" id="{7280BECC-272E-9948-435B-D8A831EF0658}"/>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63123CA1-35F5-0D5F-52A3-AD42960EC757}"/>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3954899985"/>
      </p:ext>
    </p:extLst>
  </p:cSld>
  <p:clrMapOvr>
    <a:masterClrMapping/>
  </p:clrMapOvr>
  <p:extLst>
    <p:ext uri="{DCECCB84-F9BA-43D5-87BE-67443E8EF086}">
      <p15:sldGuideLst xmlns:p15="http://schemas.microsoft.com/office/powerpoint/2012/main">
        <p15:guide id="1" pos="255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pening slide" preserve="1" userDrawn="1">
  <p:cSld name="1_Opening slide">
    <p:spTree>
      <p:nvGrpSpPr>
        <p:cNvPr id="1" name="Shape 8"/>
        <p:cNvGrpSpPr/>
        <p:nvPr/>
      </p:nvGrpSpPr>
      <p:grpSpPr>
        <a:xfrm>
          <a:off x="0" y="0"/>
          <a:ext cx="0" cy="0"/>
          <a:chOff x="0" y="0"/>
          <a:chExt cx="0" cy="0"/>
        </a:xfrm>
      </p:grpSpPr>
      <p:sp>
        <p:nvSpPr>
          <p:cNvPr id="5" name="Google Shape;43;p5">
            <a:extLst>
              <a:ext uri="{FF2B5EF4-FFF2-40B4-BE49-F238E27FC236}">
                <a16:creationId xmlns:a16="http://schemas.microsoft.com/office/drawing/2014/main" id="{69A41DAB-B4E0-65C3-F75C-B4E049D11864}"/>
              </a:ext>
            </a:extLst>
          </p:cNvPr>
          <p:cNvSpPr/>
          <p:nvPr userDrawn="1"/>
        </p:nvSpPr>
        <p:spPr>
          <a:xfrm>
            <a:off x="5040743" y="-41820"/>
            <a:ext cx="8800113" cy="7814220"/>
          </a:xfrm>
          <a:custGeom>
            <a:avLst/>
            <a:gdLst>
              <a:gd name="connsiteX0" fmla="*/ 62865 w 229743"/>
              <a:gd name="connsiteY0" fmla="*/ 43 h 206545"/>
              <a:gd name="connsiteX1" fmla="*/ 0 w 229743"/>
              <a:gd name="connsiteY1" fmla="*/ 206545 h 206545"/>
              <a:gd name="connsiteX2" fmla="*/ 229743 w 229743"/>
              <a:gd name="connsiteY2" fmla="*/ 206545 h 206545"/>
              <a:gd name="connsiteX3" fmla="*/ 229743 w 229743"/>
              <a:gd name="connsiteY3" fmla="*/ 3238 h 206545"/>
              <a:gd name="connsiteX4" fmla="*/ 62865 w 229743"/>
              <a:gd name="connsiteY4" fmla="*/ 43 h 206545"/>
              <a:gd name="connsiteX0" fmla="*/ 62865 w 229743"/>
              <a:gd name="connsiteY0" fmla="*/ 345 h 206847"/>
              <a:gd name="connsiteX1" fmla="*/ 0 w 229743"/>
              <a:gd name="connsiteY1" fmla="*/ 206847 h 206847"/>
              <a:gd name="connsiteX2" fmla="*/ 229743 w 229743"/>
              <a:gd name="connsiteY2" fmla="*/ 206847 h 206847"/>
              <a:gd name="connsiteX3" fmla="*/ 229088 w 229743"/>
              <a:gd name="connsiteY3" fmla="*/ 0 h 206847"/>
              <a:gd name="connsiteX4" fmla="*/ 62865 w 229743"/>
              <a:gd name="connsiteY4" fmla="*/ 345 h 206847"/>
              <a:gd name="connsiteX0" fmla="*/ 62865 w 230427"/>
              <a:gd name="connsiteY0" fmla="*/ 345 h 206847"/>
              <a:gd name="connsiteX1" fmla="*/ 0 w 230427"/>
              <a:gd name="connsiteY1" fmla="*/ 206847 h 206847"/>
              <a:gd name="connsiteX2" fmla="*/ 229743 w 230427"/>
              <a:gd name="connsiteY2" fmla="*/ 206847 h 206847"/>
              <a:gd name="connsiteX3" fmla="*/ 230399 w 230427"/>
              <a:gd name="connsiteY3" fmla="*/ 0 h 206847"/>
              <a:gd name="connsiteX4" fmla="*/ 62865 w 230427"/>
              <a:gd name="connsiteY4" fmla="*/ 345 h 206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27" h="206847" extrusionOk="0">
                <a:moveTo>
                  <a:pt x="62865" y="345"/>
                </a:moveTo>
                <a:lnTo>
                  <a:pt x="0" y="206847"/>
                </a:lnTo>
                <a:lnTo>
                  <a:pt x="229743" y="206847"/>
                </a:lnTo>
                <a:cubicBezTo>
                  <a:pt x="229525" y="137898"/>
                  <a:pt x="230617" y="68949"/>
                  <a:pt x="230399" y="0"/>
                </a:cubicBezTo>
                <a:lnTo>
                  <a:pt x="62865" y="345"/>
                </a:lnTo>
                <a:close/>
              </a:path>
            </a:pathLst>
          </a:custGeom>
          <a:gradFill>
            <a:gsLst>
              <a:gs pos="69000">
                <a:schemeClr val="accent1">
                  <a:lumMod val="75000"/>
                </a:schemeClr>
              </a:gs>
              <a:gs pos="0">
                <a:schemeClr val="accent6">
                  <a:lumMod val="50000"/>
                </a:schemeClr>
              </a:gs>
              <a:gs pos="31000">
                <a:schemeClr val="accent5">
                  <a:lumMod val="50000"/>
                </a:schemeClr>
              </a:gs>
            </a:gsLst>
            <a:lin ang="13500000" scaled="1"/>
          </a:gradFill>
          <a:ln>
            <a:noFill/>
          </a:ln>
          <a:effectLst>
            <a:outerShdw blurRad="50800" dist="38100" dir="10800000" algn="r" rotWithShape="0">
              <a:prstClr val="black">
                <a:alpha val="40000"/>
              </a:prstClr>
            </a:outerShdw>
          </a:effectLst>
        </p:spPr>
      </p:sp>
      <p:sp>
        <p:nvSpPr>
          <p:cNvPr id="10" name="Google Shape;10;p2"/>
          <p:cNvSpPr txBox="1">
            <a:spLocks noGrp="1"/>
          </p:cNvSpPr>
          <p:nvPr>
            <p:ph type="ctrTitle"/>
          </p:nvPr>
        </p:nvSpPr>
        <p:spPr>
          <a:xfrm>
            <a:off x="7178701" y="2663955"/>
            <a:ext cx="5499840" cy="2693253"/>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3000"/>
              <a:buFont typeface="Nunito Sans ExtraBold"/>
              <a:buNone/>
              <a:defRPr sz="4533">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3000"/>
              <a:buNone/>
              <a:defRPr sz="4533">
                <a:solidFill>
                  <a:schemeClr val="lt1"/>
                </a:solidFill>
              </a:defRPr>
            </a:lvl2pPr>
            <a:lvl3pPr lvl="2" algn="r" rtl="0">
              <a:spcBef>
                <a:spcPts val="0"/>
              </a:spcBef>
              <a:spcAft>
                <a:spcPts val="0"/>
              </a:spcAft>
              <a:buClr>
                <a:schemeClr val="lt1"/>
              </a:buClr>
              <a:buSzPts val="3000"/>
              <a:buNone/>
              <a:defRPr sz="4533">
                <a:solidFill>
                  <a:schemeClr val="lt1"/>
                </a:solidFill>
              </a:defRPr>
            </a:lvl3pPr>
            <a:lvl4pPr lvl="3" algn="r" rtl="0">
              <a:spcBef>
                <a:spcPts val="0"/>
              </a:spcBef>
              <a:spcAft>
                <a:spcPts val="0"/>
              </a:spcAft>
              <a:buClr>
                <a:schemeClr val="lt1"/>
              </a:buClr>
              <a:buSzPts val="3000"/>
              <a:buNone/>
              <a:defRPr sz="4533">
                <a:solidFill>
                  <a:schemeClr val="lt1"/>
                </a:solidFill>
              </a:defRPr>
            </a:lvl4pPr>
            <a:lvl5pPr lvl="4" algn="r" rtl="0">
              <a:spcBef>
                <a:spcPts val="0"/>
              </a:spcBef>
              <a:spcAft>
                <a:spcPts val="0"/>
              </a:spcAft>
              <a:buClr>
                <a:schemeClr val="lt1"/>
              </a:buClr>
              <a:buSzPts val="3000"/>
              <a:buNone/>
              <a:defRPr sz="4533">
                <a:solidFill>
                  <a:schemeClr val="lt1"/>
                </a:solidFill>
              </a:defRPr>
            </a:lvl5pPr>
            <a:lvl6pPr lvl="5" algn="r" rtl="0">
              <a:spcBef>
                <a:spcPts val="0"/>
              </a:spcBef>
              <a:spcAft>
                <a:spcPts val="0"/>
              </a:spcAft>
              <a:buClr>
                <a:schemeClr val="lt1"/>
              </a:buClr>
              <a:buSzPts val="3000"/>
              <a:buNone/>
              <a:defRPr sz="4533">
                <a:solidFill>
                  <a:schemeClr val="lt1"/>
                </a:solidFill>
              </a:defRPr>
            </a:lvl6pPr>
            <a:lvl7pPr lvl="6" algn="r" rtl="0">
              <a:spcBef>
                <a:spcPts val="0"/>
              </a:spcBef>
              <a:spcAft>
                <a:spcPts val="0"/>
              </a:spcAft>
              <a:buClr>
                <a:schemeClr val="lt1"/>
              </a:buClr>
              <a:buSzPts val="3000"/>
              <a:buNone/>
              <a:defRPr sz="4533">
                <a:solidFill>
                  <a:schemeClr val="lt1"/>
                </a:solidFill>
              </a:defRPr>
            </a:lvl7pPr>
            <a:lvl8pPr lvl="7" algn="r" rtl="0">
              <a:spcBef>
                <a:spcPts val="0"/>
              </a:spcBef>
              <a:spcAft>
                <a:spcPts val="0"/>
              </a:spcAft>
              <a:buClr>
                <a:schemeClr val="lt1"/>
              </a:buClr>
              <a:buSzPts val="3000"/>
              <a:buNone/>
              <a:defRPr sz="4533">
                <a:solidFill>
                  <a:schemeClr val="lt1"/>
                </a:solidFill>
              </a:defRPr>
            </a:lvl8pPr>
            <a:lvl9pPr lvl="8" algn="r" rtl="0">
              <a:spcBef>
                <a:spcPts val="0"/>
              </a:spcBef>
              <a:spcAft>
                <a:spcPts val="0"/>
              </a:spcAft>
              <a:buClr>
                <a:schemeClr val="lt1"/>
              </a:buClr>
              <a:buSzPts val="3000"/>
              <a:buNone/>
              <a:defRPr sz="4533">
                <a:solidFill>
                  <a:schemeClr val="lt1"/>
                </a:solidFill>
              </a:defRPr>
            </a:lvl9pPr>
          </a:lstStyle>
          <a:p>
            <a:endParaRPr dirty="0"/>
          </a:p>
        </p:txBody>
      </p:sp>
      <p:pic>
        <p:nvPicPr>
          <p:cNvPr id="3" name="Picture 2">
            <a:extLst>
              <a:ext uri="{FF2B5EF4-FFF2-40B4-BE49-F238E27FC236}">
                <a16:creationId xmlns:a16="http://schemas.microsoft.com/office/drawing/2014/main" id="{E7EA68A1-9857-2454-59EB-CF12FD4F9B01}"/>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Slide Number Placeholder 5">
            <a:extLst>
              <a:ext uri="{FF2B5EF4-FFF2-40B4-BE49-F238E27FC236}">
                <a16:creationId xmlns:a16="http://schemas.microsoft.com/office/drawing/2014/main" id="{DA06ABBA-C993-68B6-941A-6F1B3341FE47}"/>
              </a:ext>
            </a:extLst>
          </p:cNvPr>
          <p:cNvSpPr txBox="1">
            <a:spLocks/>
          </p:cNvSpPr>
          <p:nvPr/>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xtBox 6">
            <a:extLst>
              <a:ext uri="{FF2B5EF4-FFF2-40B4-BE49-F238E27FC236}">
                <a16:creationId xmlns:a16="http://schemas.microsoft.com/office/drawing/2014/main" id="{2265C636-23DC-DA22-DFE3-7CA07451FDD9}"/>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rgbClr val="191919"/>
                </a:solidFill>
                <a:effectLst/>
                <a:uLnTx/>
                <a:uFillTx/>
                <a:latin typeface="Avenir Next LT Pro"/>
                <a:ea typeface="+mn-ea"/>
                <a:cs typeface="+mn-cs"/>
              </a:rPr>
              <a:t>Hands On</a:t>
            </a:r>
          </a:p>
        </p:txBody>
      </p:sp>
      <p:sp>
        <p:nvSpPr>
          <p:cNvPr id="8" name="Teardrop 7">
            <a:extLst>
              <a:ext uri="{FF2B5EF4-FFF2-40B4-BE49-F238E27FC236}">
                <a16:creationId xmlns:a16="http://schemas.microsoft.com/office/drawing/2014/main" id="{7280BECC-272E-9948-435B-D8A831EF0658}"/>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63123CA1-35F5-0D5F-52A3-AD42960EC757}"/>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2966925145"/>
      </p:ext>
    </p:extLst>
  </p:cSld>
  <p:clrMapOvr>
    <a:masterClrMapping/>
  </p:clrMapOvr>
  <p:extLst>
    <p:ext uri="{DCECCB84-F9BA-43D5-87BE-67443E8EF086}">
      <p15:sldGuideLst xmlns:p15="http://schemas.microsoft.com/office/powerpoint/2012/main">
        <p15:guide id="1" pos="255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1" userDrawn="1">
  <p:cSld name="Section 1">
    <p:bg>
      <p:bgPr>
        <a:solidFill>
          <a:srgbClr val="FFFFFF"/>
        </a:solidFill>
        <a:effectLst/>
      </p:bgPr>
    </p:bg>
    <p:spTree>
      <p:nvGrpSpPr>
        <p:cNvPr id="1" name="Shape 37"/>
        <p:cNvGrpSpPr/>
        <p:nvPr/>
      </p:nvGrpSpPr>
      <p:grpSpPr>
        <a:xfrm>
          <a:off x="0" y="0"/>
          <a:ext cx="0" cy="0"/>
          <a:chOff x="0" y="0"/>
          <a:chExt cx="0" cy="0"/>
        </a:xfrm>
      </p:grpSpPr>
      <p:sp>
        <p:nvSpPr>
          <p:cNvPr id="11" name="Google Shape;39;p4">
            <a:extLst>
              <a:ext uri="{FF2B5EF4-FFF2-40B4-BE49-F238E27FC236}">
                <a16:creationId xmlns:a16="http://schemas.microsoft.com/office/drawing/2014/main" id="{255C77E8-6113-D6CB-6090-9FBB7BA855B3}"/>
              </a:ext>
            </a:extLst>
          </p:cNvPr>
          <p:cNvSpPr/>
          <p:nvPr userDrawn="1"/>
        </p:nvSpPr>
        <p:spPr>
          <a:xfrm>
            <a:off x="-339" y="-2646"/>
            <a:ext cx="4356439" cy="7789440"/>
          </a:xfrm>
          <a:custGeom>
            <a:avLst/>
            <a:gdLst>
              <a:gd name="connsiteX0" fmla="*/ 0 w 8001200"/>
              <a:gd name="connsiteY0" fmla="*/ 3809800 h 7619600"/>
              <a:gd name="connsiteX1" fmla="*/ 1904900 w 8001200"/>
              <a:gd name="connsiteY1" fmla="*/ 2 h 7619600"/>
              <a:gd name="connsiteX2" fmla="*/ 6096300 w 8001200"/>
              <a:gd name="connsiteY2" fmla="*/ 2 h 7619600"/>
              <a:gd name="connsiteX3" fmla="*/ 8001200 w 8001200"/>
              <a:gd name="connsiteY3" fmla="*/ 3809800 h 7619600"/>
              <a:gd name="connsiteX4" fmla="*/ 6096300 w 8001200"/>
              <a:gd name="connsiteY4" fmla="*/ 7619598 h 7619600"/>
              <a:gd name="connsiteX5" fmla="*/ 1904900 w 8001200"/>
              <a:gd name="connsiteY5" fmla="*/ 7619598 h 7619600"/>
              <a:gd name="connsiteX6" fmla="*/ 0 w 8001200"/>
              <a:gd name="connsiteY6" fmla="*/ 3809800 h 7619600"/>
              <a:gd name="connsiteX0" fmla="*/ 0 w 8001200"/>
              <a:gd name="connsiteY0" fmla="*/ 3809798 h 7619596"/>
              <a:gd name="connsiteX1" fmla="*/ 1904900 w 8001200"/>
              <a:gd name="connsiteY1" fmla="*/ 0 h 7619596"/>
              <a:gd name="connsiteX2" fmla="*/ 6401100 w 8001200"/>
              <a:gd name="connsiteY2" fmla="*/ 666750 h 7619596"/>
              <a:gd name="connsiteX3" fmla="*/ 8001200 w 8001200"/>
              <a:gd name="connsiteY3" fmla="*/ 3809798 h 7619596"/>
              <a:gd name="connsiteX4" fmla="*/ 6096300 w 8001200"/>
              <a:gd name="connsiteY4" fmla="*/ 7619596 h 7619596"/>
              <a:gd name="connsiteX5" fmla="*/ 1904900 w 8001200"/>
              <a:gd name="connsiteY5" fmla="*/ 7619596 h 7619596"/>
              <a:gd name="connsiteX6" fmla="*/ 0 w 8001200"/>
              <a:gd name="connsiteY6" fmla="*/ 3809798 h 7619596"/>
              <a:gd name="connsiteX0" fmla="*/ 0 w 8001200"/>
              <a:gd name="connsiteY0" fmla="*/ 3238298 h 7048096"/>
              <a:gd name="connsiteX1" fmla="*/ 2095400 w 8001200"/>
              <a:gd name="connsiteY1" fmla="*/ 0 h 7048096"/>
              <a:gd name="connsiteX2" fmla="*/ 6401100 w 8001200"/>
              <a:gd name="connsiteY2" fmla="*/ 95250 h 7048096"/>
              <a:gd name="connsiteX3" fmla="*/ 8001200 w 8001200"/>
              <a:gd name="connsiteY3" fmla="*/ 3238298 h 7048096"/>
              <a:gd name="connsiteX4" fmla="*/ 6096300 w 8001200"/>
              <a:gd name="connsiteY4" fmla="*/ 7048096 h 7048096"/>
              <a:gd name="connsiteX5" fmla="*/ 1904900 w 8001200"/>
              <a:gd name="connsiteY5" fmla="*/ 7048096 h 7048096"/>
              <a:gd name="connsiteX6" fmla="*/ 0 w 8001200"/>
              <a:gd name="connsiteY6" fmla="*/ 3238298 h 7048096"/>
              <a:gd name="connsiteX0" fmla="*/ 0 w 8001200"/>
              <a:gd name="connsiteY0" fmla="*/ 3143048 h 6952846"/>
              <a:gd name="connsiteX1" fmla="*/ 1904900 w 8001200"/>
              <a:gd name="connsiteY1" fmla="*/ 0 h 6952846"/>
              <a:gd name="connsiteX2" fmla="*/ 6401100 w 8001200"/>
              <a:gd name="connsiteY2" fmla="*/ 0 h 6952846"/>
              <a:gd name="connsiteX3" fmla="*/ 8001200 w 8001200"/>
              <a:gd name="connsiteY3" fmla="*/ 3143048 h 6952846"/>
              <a:gd name="connsiteX4" fmla="*/ 6096300 w 8001200"/>
              <a:gd name="connsiteY4" fmla="*/ 6952846 h 6952846"/>
              <a:gd name="connsiteX5" fmla="*/ 1904900 w 8001200"/>
              <a:gd name="connsiteY5" fmla="*/ 6952846 h 6952846"/>
              <a:gd name="connsiteX6" fmla="*/ 0 w 8001200"/>
              <a:gd name="connsiteY6" fmla="*/ 3143048 h 6952846"/>
              <a:gd name="connsiteX0" fmla="*/ 0 w 6096300"/>
              <a:gd name="connsiteY0" fmla="*/ 6952846 h 6952846"/>
              <a:gd name="connsiteX1" fmla="*/ 0 w 6096300"/>
              <a:gd name="connsiteY1" fmla="*/ 0 h 6952846"/>
              <a:gd name="connsiteX2" fmla="*/ 4496200 w 6096300"/>
              <a:gd name="connsiteY2" fmla="*/ 0 h 6952846"/>
              <a:gd name="connsiteX3" fmla="*/ 6096300 w 6096300"/>
              <a:gd name="connsiteY3" fmla="*/ 3143048 h 6952846"/>
              <a:gd name="connsiteX4" fmla="*/ 4191400 w 6096300"/>
              <a:gd name="connsiteY4" fmla="*/ 6952846 h 6952846"/>
              <a:gd name="connsiteX5" fmla="*/ 0 w 6096300"/>
              <a:gd name="connsiteY5" fmla="*/ 6952846 h 6952846"/>
              <a:gd name="connsiteX0" fmla="*/ 0 w 5029500"/>
              <a:gd name="connsiteY0" fmla="*/ 6952846 h 6952846"/>
              <a:gd name="connsiteX1" fmla="*/ 0 w 5029500"/>
              <a:gd name="connsiteY1" fmla="*/ 0 h 6952846"/>
              <a:gd name="connsiteX2" fmla="*/ 44962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077100 w 5029500"/>
              <a:gd name="connsiteY4" fmla="*/ 6933796 h 6952846"/>
              <a:gd name="connsiteX5" fmla="*/ 0 w 50295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4077100 w 4572300"/>
              <a:gd name="connsiteY4" fmla="*/ 6933796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55990 w 4572300"/>
              <a:gd name="connsiteY4" fmla="*/ 6943743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388842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456555 w 4572300"/>
              <a:gd name="connsiteY4" fmla="*/ 6943745 h 6952846"/>
              <a:gd name="connsiteX5" fmla="*/ 0 w 4572300"/>
              <a:gd name="connsiteY5" fmla="*/ 6952846 h 6952846"/>
              <a:gd name="connsiteX0" fmla="*/ 0 w 4280608"/>
              <a:gd name="connsiteY0" fmla="*/ 6952846 h 6952846"/>
              <a:gd name="connsiteX1" fmla="*/ 0 w 4280608"/>
              <a:gd name="connsiteY1" fmla="*/ 0 h 6952846"/>
              <a:gd name="connsiteX2" fmla="*/ 3479001 w 4280608"/>
              <a:gd name="connsiteY2" fmla="*/ 0 h 6952846"/>
              <a:gd name="connsiteX3" fmla="*/ 4280608 w 4280608"/>
              <a:gd name="connsiteY3" fmla="*/ 3450687 h 6952846"/>
              <a:gd name="connsiteX4" fmla="*/ 3456555 w 4280608"/>
              <a:gd name="connsiteY4" fmla="*/ 6943745 h 6952846"/>
              <a:gd name="connsiteX5" fmla="*/ 0 w 4280608"/>
              <a:gd name="connsiteY5" fmla="*/ 6952846 h 695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0608" h="6952846">
                <a:moveTo>
                  <a:pt x="0" y="6952846"/>
                </a:moveTo>
                <a:lnTo>
                  <a:pt x="0" y="0"/>
                </a:lnTo>
                <a:lnTo>
                  <a:pt x="3479001" y="0"/>
                </a:lnTo>
                <a:lnTo>
                  <a:pt x="4280608" y="3450687"/>
                </a:lnTo>
                <a:lnTo>
                  <a:pt x="3456555" y="6943745"/>
                </a:lnTo>
                <a:lnTo>
                  <a:pt x="0" y="6952846"/>
                </a:lnTo>
                <a:close/>
              </a:path>
            </a:pathLst>
          </a:custGeom>
          <a:gradFill flip="none" rotWithShape="1">
            <a:gsLst>
              <a:gs pos="31760">
                <a:schemeClr val="accent1"/>
              </a:gs>
              <a:gs pos="0">
                <a:schemeClr val="accent1">
                  <a:lumMod val="50000"/>
                </a:schemeClr>
              </a:gs>
              <a:gs pos="100000">
                <a:schemeClr val="accent2"/>
              </a:gs>
            </a:gsLst>
            <a:lin ang="2700000" scaled="1"/>
            <a:tileRect/>
          </a:gradFill>
          <a:ln>
            <a:noFill/>
          </a:ln>
          <a:effectLst>
            <a:outerShdw blurRad="50800" dist="38100" dir="2700000" algn="tl"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j-lt"/>
            </a:endParaRPr>
          </a:p>
        </p:txBody>
      </p:sp>
      <p:pic>
        <p:nvPicPr>
          <p:cNvPr id="4" name="Picture 3">
            <a:extLst>
              <a:ext uri="{FF2B5EF4-FFF2-40B4-BE49-F238E27FC236}">
                <a16:creationId xmlns:a16="http://schemas.microsoft.com/office/drawing/2014/main" id="{8A4AE151-A890-F312-5DED-DE1305A5B669}"/>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8CB157A4-7C14-9602-6F65-2118AA5982AF}"/>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pic>
        <p:nvPicPr>
          <p:cNvPr id="8" name="Picture 7" descr="Icon&#10;&#10;Description automatically generated">
            <a:extLst>
              <a:ext uri="{FF2B5EF4-FFF2-40B4-BE49-F238E27FC236}">
                <a16:creationId xmlns:a16="http://schemas.microsoft.com/office/drawing/2014/main" id="{E9CF12AF-9605-7A0C-02AC-BAC8EE4A4548}"/>
              </a:ext>
            </a:extLst>
          </p:cNvPr>
          <p:cNvPicPr>
            <a:picLocks noChangeAspect="1"/>
          </p:cNvPicPr>
          <p:nvPr userDrawn="1"/>
        </p:nvPicPr>
        <p:blipFill>
          <a:blip r:embed="rId3" cstate="print">
            <a:duotone>
              <a:schemeClr val="accent4">
                <a:shade val="45000"/>
                <a:satMod val="135000"/>
              </a:schemeClr>
              <a:prstClr val="white"/>
            </a:duotone>
            <a:alphaModFix amt="5000"/>
            <a:extLst>
              <a:ext uri="{28A0092B-C50C-407E-A947-70E740481C1C}">
                <a14:useLocalDpi xmlns:a14="http://schemas.microsoft.com/office/drawing/2010/main"/>
              </a:ext>
            </a:extLst>
          </a:blip>
          <a:srcRect/>
          <a:stretch/>
        </p:blipFill>
        <p:spPr>
          <a:xfrm flipH="1">
            <a:off x="-9954" y="849208"/>
            <a:ext cx="3821472" cy="5152812"/>
          </a:xfrm>
          <a:prstGeom prst="rect">
            <a:avLst/>
          </a:prstGeom>
          <a:ln>
            <a:noFill/>
          </a:ln>
        </p:spPr>
      </p:pic>
      <p:sp>
        <p:nvSpPr>
          <p:cNvPr id="2" name="Slide Number Placeholder 5">
            <a:extLst>
              <a:ext uri="{FF2B5EF4-FFF2-40B4-BE49-F238E27FC236}">
                <a16:creationId xmlns:a16="http://schemas.microsoft.com/office/drawing/2014/main" id="{339146EB-ACC6-717C-A753-41715C288BBF}"/>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3" name="Teardrop 2">
            <a:extLst>
              <a:ext uri="{FF2B5EF4-FFF2-40B4-BE49-F238E27FC236}">
                <a16:creationId xmlns:a16="http://schemas.microsoft.com/office/drawing/2014/main" id="{5679CD6B-B96F-78B9-E7BA-EC1E82950B9B}"/>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10" name="Slide Number Placeholder 5">
            <a:extLst>
              <a:ext uri="{FF2B5EF4-FFF2-40B4-BE49-F238E27FC236}">
                <a16:creationId xmlns:a16="http://schemas.microsoft.com/office/drawing/2014/main" id="{63663ED5-F8D5-1BF0-A3D2-D90DBDA66427}"/>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3380777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1" preserve="1" userDrawn="1">
  <p:cSld name="1_Section 1">
    <p:bg>
      <p:bgPr>
        <a:solidFill>
          <a:srgbClr val="FFFFFF"/>
        </a:solidFill>
        <a:effectLst/>
      </p:bgPr>
    </p:bg>
    <p:spTree>
      <p:nvGrpSpPr>
        <p:cNvPr id="1" name="Shape 37"/>
        <p:cNvGrpSpPr/>
        <p:nvPr/>
      </p:nvGrpSpPr>
      <p:grpSpPr>
        <a:xfrm>
          <a:off x="0" y="0"/>
          <a:ext cx="0" cy="0"/>
          <a:chOff x="0" y="0"/>
          <a:chExt cx="0" cy="0"/>
        </a:xfrm>
      </p:grpSpPr>
      <p:sp>
        <p:nvSpPr>
          <p:cNvPr id="9" name="Google Shape;39;p4">
            <a:extLst>
              <a:ext uri="{FF2B5EF4-FFF2-40B4-BE49-F238E27FC236}">
                <a16:creationId xmlns:a16="http://schemas.microsoft.com/office/drawing/2014/main" id="{17BAD5E4-04B1-D5EC-378E-D478647BCEFC}"/>
              </a:ext>
            </a:extLst>
          </p:cNvPr>
          <p:cNvSpPr/>
          <p:nvPr userDrawn="1"/>
        </p:nvSpPr>
        <p:spPr>
          <a:xfrm>
            <a:off x="-340" y="-2646"/>
            <a:ext cx="5023613" cy="7789440"/>
          </a:xfrm>
          <a:custGeom>
            <a:avLst/>
            <a:gdLst>
              <a:gd name="connsiteX0" fmla="*/ 0 w 8001200"/>
              <a:gd name="connsiteY0" fmla="*/ 3809800 h 7619600"/>
              <a:gd name="connsiteX1" fmla="*/ 1904900 w 8001200"/>
              <a:gd name="connsiteY1" fmla="*/ 2 h 7619600"/>
              <a:gd name="connsiteX2" fmla="*/ 6096300 w 8001200"/>
              <a:gd name="connsiteY2" fmla="*/ 2 h 7619600"/>
              <a:gd name="connsiteX3" fmla="*/ 8001200 w 8001200"/>
              <a:gd name="connsiteY3" fmla="*/ 3809800 h 7619600"/>
              <a:gd name="connsiteX4" fmla="*/ 6096300 w 8001200"/>
              <a:gd name="connsiteY4" fmla="*/ 7619598 h 7619600"/>
              <a:gd name="connsiteX5" fmla="*/ 1904900 w 8001200"/>
              <a:gd name="connsiteY5" fmla="*/ 7619598 h 7619600"/>
              <a:gd name="connsiteX6" fmla="*/ 0 w 8001200"/>
              <a:gd name="connsiteY6" fmla="*/ 3809800 h 7619600"/>
              <a:gd name="connsiteX0" fmla="*/ 0 w 8001200"/>
              <a:gd name="connsiteY0" fmla="*/ 3809798 h 7619596"/>
              <a:gd name="connsiteX1" fmla="*/ 1904900 w 8001200"/>
              <a:gd name="connsiteY1" fmla="*/ 0 h 7619596"/>
              <a:gd name="connsiteX2" fmla="*/ 6401100 w 8001200"/>
              <a:gd name="connsiteY2" fmla="*/ 666750 h 7619596"/>
              <a:gd name="connsiteX3" fmla="*/ 8001200 w 8001200"/>
              <a:gd name="connsiteY3" fmla="*/ 3809798 h 7619596"/>
              <a:gd name="connsiteX4" fmla="*/ 6096300 w 8001200"/>
              <a:gd name="connsiteY4" fmla="*/ 7619596 h 7619596"/>
              <a:gd name="connsiteX5" fmla="*/ 1904900 w 8001200"/>
              <a:gd name="connsiteY5" fmla="*/ 7619596 h 7619596"/>
              <a:gd name="connsiteX6" fmla="*/ 0 w 8001200"/>
              <a:gd name="connsiteY6" fmla="*/ 3809798 h 7619596"/>
              <a:gd name="connsiteX0" fmla="*/ 0 w 8001200"/>
              <a:gd name="connsiteY0" fmla="*/ 3238298 h 7048096"/>
              <a:gd name="connsiteX1" fmla="*/ 2095400 w 8001200"/>
              <a:gd name="connsiteY1" fmla="*/ 0 h 7048096"/>
              <a:gd name="connsiteX2" fmla="*/ 6401100 w 8001200"/>
              <a:gd name="connsiteY2" fmla="*/ 95250 h 7048096"/>
              <a:gd name="connsiteX3" fmla="*/ 8001200 w 8001200"/>
              <a:gd name="connsiteY3" fmla="*/ 3238298 h 7048096"/>
              <a:gd name="connsiteX4" fmla="*/ 6096300 w 8001200"/>
              <a:gd name="connsiteY4" fmla="*/ 7048096 h 7048096"/>
              <a:gd name="connsiteX5" fmla="*/ 1904900 w 8001200"/>
              <a:gd name="connsiteY5" fmla="*/ 7048096 h 7048096"/>
              <a:gd name="connsiteX6" fmla="*/ 0 w 8001200"/>
              <a:gd name="connsiteY6" fmla="*/ 3238298 h 7048096"/>
              <a:gd name="connsiteX0" fmla="*/ 0 w 8001200"/>
              <a:gd name="connsiteY0" fmla="*/ 3143048 h 6952846"/>
              <a:gd name="connsiteX1" fmla="*/ 1904900 w 8001200"/>
              <a:gd name="connsiteY1" fmla="*/ 0 h 6952846"/>
              <a:gd name="connsiteX2" fmla="*/ 6401100 w 8001200"/>
              <a:gd name="connsiteY2" fmla="*/ 0 h 6952846"/>
              <a:gd name="connsiteX3" fmla="*/ 8001200 w 8001200"/>
              <a:gd name="connsiteY3" fmla="*/ 3143048 h 6952846"/>
              <a:gd name="connsiteX4" fmla="*/ 6096300 w 8001200"/>
              <a:gd name="connsiteY4" fmla="*/ 6952846 h 6952846"/>
              <a:gd name="connsiteX5" fmla="*/ 1904900 w 8001200"/>
              <a:gd name="connsiteY5" fmla="*/ 6952846 h 6952846"/>
              <a:gd name="connsiteX6" fmla="*/ 0 w 8001200"/>
              <a:gd name="connsiteY6" fmla="*/ 3143048 h 6952846"/>
              <a:gd name="connsiteX0" fmla="*/ 0 w 6096300"/>
              <a:gd name="connsiteY0" fmla="*/ 6952846 h 6952846"/>
              <a:gd name="connsiteX1" fmla="*/ 0 w 6096300"/>
              <a:gd name="connsiteY1" fmla="*/ 0 h 6952846"/>
              <a:gd name="connsiteX2" fmla="*/ 4496200 w 6096300"/>
              <a:gd name="connsiteY2" fmla="*/ 0 h 6952846"/>
              <a:gd name="connsiteX3" fmla="*/ 6096300 w 6096300"/>
              <a:gd name="connsiteY3" fmla="*/ 3143048 h 6952846"/>
              <a:gd name="connsiteX4" fmla="*/ 4191400 w 6096300"/>
              <a:gd name="connsiteY4" fmla="*/ 6952846 h 6952846"/>
              <a:gd name="connsiteX5" fmla="*/ 0 w 6096300"/>
              <a:gd name="connsiteY5" fmla="*/ 6952846 h 6952846"/>
              <a:gd name="connsiteX0" fmla="*/ 0 w 5029500"/>
              <a:gd name="connsiteY0" fmla="*/ 6952846 h 6952846"/>
              <a:gd name="connsiteX1" fmla="*/ 0 w 5029500"/>
              <a:gd name="connsiteY1" fmla="*/ 0 h 6952846"/>
              <a:gd name="connsiteX2" fmla="*/ 44962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077100 w 5029500"/>
              <a:gd name="connsiteY4" fmla="*/ 6933796 h 6952846"/>
              <a:gd name="connsiteX5" fmla="*/ 0 w 50295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4077100 w 4572300"/>
              <a:gd name="connsiteY4" fmla="*/ 6933796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55990 w 4572300"/>
              <a:gd name="connsiteY4" fmla="*/ 6943743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388842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456555 w 4572300"/>
              <a:gd name="connsiteY4" fmla="*/ 6943745 h 6952846"/>
              <a:gd name="connsiteX5" fmla="*/ 0 w 4572300"/>
              <a:gd name="connsiteY5" fmla="*/ 6952846 h 695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72300" h="6952846">
                <a:moveTo>
                  <a:pt x="0" y="6952846"/>
                </a:moveTo>
                <a:lnTo>
                  <a:pt x="0" y="0"/>
                </a:lnTo>
                <a:lnTo>
                  <a:pt x="3479001" y="0"/>
                </a:lnTo>
                <a:lnTo>
                  <a:pt x="4572300" y="3462023"/>
                </a:lnTo>
                <a:lnTo>
                  <a:pt x="3456555" y="6943745"/>
                </a:lnTo>
                <a:lnTo>
                  <a:pt x="0" y="6952846"/>
                </a:lnTo>
                <a:close/>
              </a:path>
            </a:pathLst>
          </a:custGeom>
          <a:gradFill>
            <a:gsLst>
              <a:gs pos="17000">
                <a:schemeClr val="bg2">
                  <a:lumMod val="50000"/>
                </a:schemeClr>
              </a:gs>
              <a:gs pos="100000">
                <a:schemeClr val="accent1"/>
              </a:gs>
            </a:gsLst>
            <a:lin ang="13500000" scaled="1"/>
          </a:gradFill>
          <a:ln>
            <a:noFill/>
          </a:ln>
          <a:effectLst>
            <a:outerShdw blurRad="50800" dist="38100" dir="2700000" algn="tl"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j-lt"/>
            </a:endParaRPr>
          </a:p>
        </p:txBody>
      </p:sp>
      <p:pic>
        <p:nvPicPr>
          <p:cNvPr id="4" name="Picture 3">
            <a:extLst>
              <a:ext uri="{FF2B5EF4-FFF2-40B4-BE49-F238E27FC236}">
                <a16:creationId xmlns:a16="http://schemas.microsoft.com/office/drawing/2014/main" id="{8A4AE151-A890-F312-5DED-DE1305A5B669}"/>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8CB157A4-7C14-9602-6F65-2118AA5982AF}"/>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pic>
        <p:nvPicPr>
          <p:cNvPr id="8" name="Picture 7" descr="Icon&#10;&#10;Description automatically generated">
            <a:extLst>
              <a:ext uri="{FF2B5EF4-FFF2-40B4-BE49-F238E27FC236}">
                <a16:creationId xmlns:a16="http://schemas.microsoft.com/office/drawing/2014/main" id="{E9CF12AF-9605-7A0C-02AC-BAC8EE4A4548}"/>
              </a:ext>
            </a:extLst>
          </p:cNvPr>
          <p:cNvPicPr>
            <a:picLocks noChangeAspect="1"/>
          </p:cNvPicPr>
          <p:nvPr userDrawn="1"/>
        </p:nvPicPr>
        <p:blipFill>
          <a:blip r:embed="rId3" cstate="print">
            <a:duotone>
              <a:schemeClr val="accent4">
                <a:shade val="45000"/>
                <a:satMod val="135000"/>
              </a:schemeClr>
              <a:prstClr val="white"/>
            </a:duotone>
            <a:alphaModFix amt="5000"/>
            <a:extLst>
              <a:ext uri="{28A0092B-C50C-407E-A947-70E740481C1C}">
                <a14:useLocalDpi xmlns:a14="http://schemas.microsoft.com/office/drawing/2010/main"/>
              </a:ext>
            </a:extLst>
          </a:blip>
          <a:srcRect/>
          <a:stretch/>
        </p:blipFill>
        <p:spPr>
          <a:xfrm flipH="1">
            <a:off x="-9954" y="849208"/>
            <a:ext cx="3821472" cy="5152812"/>
          </a:xfrm>
          <a:prstGeom prst="rect">
            <a:avLst/>
          </a:prstGeom>
          <a:ln>
            <a:noFill/>
          </a:ln>
        </p:spPr>
      </p:pic>
      <p:sp>
        <p:nvSpPr>
          <p:cNvPr id="2" name="Slide Number Placeholder 5">
            <a:extLst>
              <a:ext uri="{FF2B5EF4-FFF2-40B4-BE49-F238E27FC236}">
                <a16:creationId xmlns:a16="http://schemas.microsoft.com/office/drawing/2014/main" id="{47E94575-7284-6E02-0F64-D9CF4238F7E4}"/>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3" name="Teardrop 2">
            <a:extLst>
              <a:ext uri="{FF2B5EF4-FFF2-40B4-BE49-F238E27FC236}">
                <a16:creationId xmlns:a16="http://schemas.microsoft.com/office/drawing/2014/main" id="{EC6DC668-F155-5FF8-DAC3-5275835CE63B}"/>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10" name="Slide Number Placeholder 5">
            <a:extLst>
              <a:ext uri="{FF2B5EF4-FFF2-40B4-BE49-F238E27FC236}">
                <a16:creationId xmlns:a16="http://schemas.microsoft.com/office/drawing/2014/main" id="{7748C7E5-A4C2-3590-7C08-5FFCB2ED13DD}"/>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3543807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subtitle" userDrawn="1">
  <p:cSld name="Title + subtitle">
    <p:bg>
      <p:bgPr>
        <a:solidFill>
          <a:srgbClr val="FFFFFF"/>
        </a:solidFill>
        <a:effectLst/>
      </p:bgPr>
    </p:bg>
    <p:spTree>
      <p:nvGrpSpPr>
        <p:cNvPr id="1" name="Shape 42"/>
        <p:cNvGrpSpPr/>
        <p:nvPr/>
      </p:nvGrpSpPr>
      <p:grpSpPr>
        <a:xfrm>
          <a:off x="0" y="0"/>
          <a:ext cx="0" cy="0"/>
          <a:chOff x="0" y="0"/>
          <a:chExt cx="0" cy="0"/>
        </a:xfrm>
      </p:grpSpPr>
      <p:sp>
        <p:nvSpPr>
          <p:cNvPr id="43" name="Google Shape;43;p5"/>
          <p:cNvSpPr/>
          <p:nvPr/>
        </p:nvSpPr>
        <p:spPr>
          <a:xfrm flipH="1">
            <a:off x="0" y="-43180"/>
            <a:ext cx="8850406" cy="7858760"/>
          </a:xfrm>
          <a:custGeom>
            <a:avLst/>
            <a:gdLst>
              <a:gd name="connsiteX0" fmla="*/ 63646 w 229743"/>
              <a:gd name="connsiteY0" fmla="*/ 952 h 208026"/>
              <a:gd name="connsiteX1" fmla="*/ 0 w 229743"/>
              <a:gd name="connsiteY1" fmla="*/ 208026 h 208026"/>
              <a:gd name="connsiteX2" fmla="*/ 229743 w 229743"/>
              <a:gd name="connsiteY2" fmla="*/ 208026 h 208026"/>
              <a:gd name="connsiteX3" fmla="*/ 229743 w 229743"/>
              <a:gd name="connsiteY3" fmla="*/ 0 h 208026"/>
              <a:gd name="connsiteX4" fmla="*/ 63646 w 229743"/>
              <a:gd name="connsiteY4" fmla="*/ 952 h 208026"/>
              <a:gd name="connsiteX0" fmla="*/ 47252 w 213349"/>
              <a:gd name="connsiteY0" fmla="*/ 952 h 208026"/>
              <a:gd name="connsiteX1" fmla="*/ 0 w 213349"/>
              <a:gd name="connsiteY1" fmla="*/ 208026 h 208026"/>
              <a:gd name="connsiteX2" fmla="*/ 213349 w 213349"/>
              <a:gd name="connsiteY2" fmla="*/ 208026 h 208026"/>
              <a:gd name="connsiteX3" fmla="*/ 213349 w 213349"/>
              <a:gd name="connsiteY3" fmla="*/ 0 h 208026"/>
              <a:gd name="connsiteX4" fmla="*/ 47252 w 213349"/>
              <a:gd name="connsiteY4" fmla="*/ 952 h 208026"/>
              <a:gd name="connsiteX0" fmla="*/ 46732 w 213349"/>
              <a:gd name="connsiteY0" fmla="*/ 666 h 208026"/>
              <a:gd name="connsiteX1" fmla="*/ 0 w 213349"/>
              <a:gd name="connsiteY1" fmla="*/ 208026 h 208026"/>
              <a:gd name="connsiteX2" fmla="*/ 213349 w 213349"/>
              <a:gd name="connsiteY2" fmla="*/ 208026 h 208026"/>
              <a:gd name="connsiteX3" fmla="*/ 213349 w 213349"/>
              <a:gd name="connsiteY3" fmla="*/ 0 h 208026"/>
              <a:gd name="connsiteX4" fmla="*/ 46732 w 213349"/>
              <a:gd name="connsiteY4" fmla="*/ 666 h 208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49" h="208026" extrusionOk="0">
                <a:moveTo>
                  <a:pt x="46732" y="666"/>
                </a:moveTo>
                <a:lnTo>
                  <a:pt x="0" y="208026"/>
                </a:lnTo>
                <a:lnTo>
                  <a:pt x="213349" y="208026"/>
                </a:lnTo>
                <a:lnTo>
                  <a:pt x="213349" y="0"/>
                </a:lnTo>
                <a:lnTo>
                  <a:pt x="46732" y="666"/>
                </a:lnTo>
                <a:close/>
              </a:path>
            </a:pathLst>
          </a:custGeom>
          <a:gradFill flip="none" rotWithShape="1">
            <a:gsLst>
              <a:gs pos="0">
                <a:schemeClr val="accent2">
                  <a:lumMod val="75000"/>
                  <a:lumOff val="25000"/>
                </a:schemeClr>
              </a:gs>
              <a:gs pos="100000">
                <a:schemeClr val="tx1"/>
              </a:gs>
            </a:gsLst>
            <a:lin ang="1800000" scaled="0"/>
            <a:tileRect/>
          </a:gradFill>
          <a:ln>
            <a:noFill/>
          </a:ln>
          <a:effectLst>
            <a:outerShdw blurRad="50800" dist="38100" dir="2700000" algn="tl" rotWithShape="0">
              <a:prstClr val="black">
                <a:alpha val="40000"/>
              </a:prstClr>
            </a:outerShdw>
          </a:effectLst>
        </p:spPr>
      </p:sp>
      <p:pic>
        <p:nvPicPr>
          <p:cNvPr id="3" name="Picture 2">
            <a:extLst>
              <a:ext uri="{FF2B5EF4-FFF2-40B4-BE49-F238E27FC236}">
                <a16:creationId xmlns:a16="http://schemas.microsoft.com/office/drawing/2014/main" id="{02A2597B-6AA3-F68C-37B3-0904F9885C8C}"/>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TextBox 5">
            <a:extLst>
              <a:ext uri="{FF2B5EF4-FFF2-40B4-BE49-F238E27FC236}">
                <a16:creationId xmlns:a16="http://schemas.microsoft.com/office/drawing/2014/main" id="{C8270949-3B6C-607B-FD84-E8A0B24BBF3F}"/>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2" name="Slide Number Placeholder 5">
            <a:extLst>
              <a:ext uri="{FF2B5EF4-FFF2-40B4-BE49-F238E27FC236}">
                <a16:creationId xmlns:a16="http://schemas.microsoft.com/office/drawing/2014/main" id="{D9A54574-4791-997F-8567-F800ADA1372F}"/>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ardrop 6">
            <a:extLst>
              <a:ext uri="{FF2B5EF4-FFF2-40B4-BE49-F238E27FC236}">
                <a16:creationId xmlns:a16="http://schemas.microsoft.com/office/drawing/2014/main" id="{BF8B09D7-B9F9-E3E1-2F82-E4E2D3E4E4A1}"/>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8" name="Slide Number Placeholder 5">
            <a:extLst>
              <a:ext uri="{FF2B5EF4-FFF2-40B4-BE49-F238E27FC236}">
                <a16:creationId xmlns:a16="http://schemas.microsoft.com/office/drawing/2014/main" id="{187673EB-CE87-CA5C-CC36-38069D9314D4}"/>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49625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subtitle" preserve="1">
  <p:cSld name="1_Title + subtitle">
    <p:spTree>
      <p:nvGrpSpPr>
        <p:cNvPr id="1" name="Shape 42"/>
        <p:cNvGrpSpPr/>
        <p:nvPr/>
      </p:nvGrpSpPr>
      <p:grpSpPr>
        <a:xfrm>
          <a:off x="0" y="0"/>
          <a:ext cx="0" cy="0"/>
          <a:chOff x="0" y="0"/>
          <a:chExt cx="0" cy="0"/>
        </a:xfrm>
      </p:grpSpPr>
      <p:sp>
        <p:nvSpPr>
          <p:cNvPr id="43" name="Google Shape;43;p5"/>
          <p:cNvSpPr/>
          <p:nvPr/>
        </p:nvSpPr>
        <p:spPr>
          <a:xfrm flipH="1">
            <a:off x="-2" y="-63656"/>
            <a:ext cx="6908802" cy="7858760"/>
          </a:xfrm>
          <a:prstGeom prst="rect">
            <a:avLst/>
          </a:prstGeom>
          <a:solidFill>
            <a:schemeClr val="bg2"/>
          </a:solidFill>
          <a:ln>
            <a:noFill/>
          </a:ln>
        </p:spPr>
      </p:sp>
      <p:sp>
        <p:nvSpPr>
          <p:cNvPr id="44" name="Google Shape;44;p5"/>
          <p:cNvSpPr txBox="1">
            <a:spLocks noGrp="1"/>
          </p:cNvSpPr>
          <p:nvPr>
            <p:ph type="ctrTitle"/>
          </p:nvPr>
        </p:nvSpPr>
        <p:spPr>
          <a:xfrm>
            <a:off x="952944" y="2507708"/>
            <a:ext cx="5843920" cy="1466533"/>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300"/>
              <a:buNone/>
              <a:defRPr sz="1964">
                <a:solidFill>
                  <a:schemeClr val="lt1"/>
                </a:solidFill>
              </a:defRPr>
            </a:lvl1pPr>
            <a:lvl2pPr lvl="1" rtl="0">
              <a:spcBef>
                <a:spcPts val="0"/>
              </a:spcBef>
              <a:spcAft>
                <a:spcPts val="0"/>
              </a:spcAft>
              <a:buClr>
                <a:schemeClr val="lt1"/>
              </a:buClr>
              <a:buSzPts val="1300"/>
              <a:buNone/>
              <a:defRPr sz="1964">
                <a:solidFill>
                  <a:schemeClr val="lt1"/>
                </a:solidFill>
              </a:defRPr>
            </a:lvl2pPr>
            <a:lvl3pPr lvl="2" rtl="0">
              <a:spcBef>
                <a:spcPts val="0"/>
              </a:spcBef>
              <a:spcAft>
                <a:spcPts val="0"/>
              </a:spcAft>
              <a:buClr>
                <a:schemeClr val="lt1"/>
              </a:buClr>
              <a:buSzPts val="1300"/>
              <a:buNone/>
              <a:defRPr sz="1964">
                <a:solidFill>
                  <a:schemeClr val="lt1"/>
                </a:solidFill>
              </a:defRPr>
            </a:lvl3pPr>
            <a:lvl4pPr lvl="3" rtl="0">
              <a:spcBef>
                <a:spcPts val="0"/>
              </a:spcBef>
              <a:spcAft>
                <a:spcPts val="0"/>
              </a:spcAft>
              <a:buClr>
                <a:schemeClr val="lt1"/>
              </a:buClr>
              <a:buSzPts val="1300"/>
              <a:buNone/>
              <a:defRPr sz="1964">
                <a:solidFill>
                  <a:schemeClr val="lt1"/>
                </a:solidFill>
              </a:defRPr>
            </a:lvl4pPr>
            <a:lvl5pPr lvl="4" rtl="0">
              <a:spcBef>
                <a:spcPts val="0"/>
              </a:spcBef>
              <a:spcAft>
                <a:spcPts val="0"/>
              </a:spcAft>
              <a:buClr>
                <a:schemeClr val="lt1"/>
              </a:buClr>
              <a:buSzPts val="1300"/>
              <a:buNone/>
              <a:defRPr sz="1964">
                <a:solidFill>
                  <a:schemeClr val="lt1"/>
                </a:solidFill>
              </a:defRPr>
            </a:lvl5pPr>
            <a:lvl6pPr lvl="5" rtl="0">
              <a:spcBef>
                <a:spcPts val="0"/>
              </a:spcBef>
              <a:spcAft>
                <a:spcPts val="0"/>
              </a:spcAft>
              <a:buClr>
                <a:schemeClr val="lt1"/>
              </a:buClr>
              <a:buSzPts val="1300"/>
              <a:buNone/>
              <a:defRPr sz="1964">
                <a:solidFill>
                  <a:schemeClr val="lt1"/>
                </a:solidFill>
              </a:defRPr>
            </a:lvl6pPr>
            <a:lvl7pPr lvl="6" rtl="0">
              <a:spcBef>
                <a:spcPts val="0"/>
              </a:spcBef>
              <a:spcAft>
                <a:spcPts val="0"/>
              </a:spcAft>
              <a:buClr>
                <a:schemeClr val="lt1"/>
              </a:buClr>
              <a:buSzPts val="1300"/>
              <a:buNone/>
              <a:defRPr sz="1964">
                <a:solidFill>
                  <a:schemeClr val="lt1"/>
                </a:solidFill>
              </a:defRPr>
            </a:lvl7pPr>
            <a:lvl8pPr lvl="7" rtl="0">
              <a:spcBef>
                <a:spcPts val="0"/>
              </a:spcBef>
              <a:spcAft>
                <a:spcPts val="0"/>
              </a:spcAft>
              <a:buClr>
                <a:schemeClr val="lt1"/>
              </a:buClr>
              <a:buSzPts val="1300"/>
              <a:buNone/>
              <a:defRPr sz="1964">
                <a:solidFill>
                  <a:schemeClr val="lt1"/>
                </a:solidFill>
              </a:defRPr>
            </a:lvl8pPr>
            <a:lvl9pPr lvl="8" rtl="0">
              <a:spcBef>
                <a:spcPts val="0"/>
              </a:spcBef>
              <a:spcAft>
                <a:spcPts val="0"/>
              </a:spcAft>
              <a:buClr>
                <a:schemeClr val="lt1"/>
              </a:buClr>
              <a:buSzPts val="1300"/>
              <a:buNone/>
              <a:defRPr sz="1964">
                <a:solidFill>
                  <a:schemeClr val="lt1"/>
                </a:solidFill>
              </a:defRPr>
            </a:lvl9pPr>
          </a:lstStyle>
          <a:p>
            <a:endParaRPr/>
          </a:p>
        </p:txBody>
      </p:sp>
      <p:sp>
        <p:nvSpPr>
          <p:cNvPr id="45" name="Google Shape;45;p5"/>
          <p:cNvSpPr txBox="1">
            <a:spLocks noGrp="1"/>
          </p:cNvSpPr>
          <p:nvPr>
            <p:ph type="subTitle" idx="1"/>
          </p:nvPr>
        </p:nvSpPr>
        <p:spPr>
          <a:xfrm>
            <a:off x="952944" y="3798159"/>
            <a:ext cx="5047867" cy="1466533"/>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100"/>
              <a:buNone/>
              <a:defRPr sz="1663">
                <a:solidFill>
                  <a:schemeClr val="lt1"/>
                </a:solidFill>
              </a:defRPr>
            </a:lvl1pPr>
            <a:lvl2pPr lvl="1" rtl="0">
              <a:lnSpc>
                <a:spcPct val="100000"/>
              </a:lnSpc>
              <a:spcBef>
                <a:spcPts val="0"/>
              </a:spcBef>
              <a:spcAft>
                <a:spcPts val="0"/>
              </a:spcAft>
              <a:buClr>
                <a:schemeClr val="lt1"/>
              </a:buClr>
              <a:buSzPts val="1100"/>
              <a:buNone/>
              <a:defRPr sz="1663">
                <a:solidFill>
                  <a:schemeClr val="lt1"/>
                </a:solidFill>
              </a:defRPr>
            </a:lvl2pPr>
            <a:lvl3pPr lvl="2" rtl="0">
              <a:lnSpc>
                <a:spcPct val="100000"/>
              </a:lnSpc>
              <a:spcBef>
                <a:spcPts val="0"/>
              </a:spcBef>
              <a:spcAft>
                <a:spcPts val="0"/>
              </a:spcAft>
              <a:buClr>
                <a:schemeClr val="lt1"/>
              </a:buClr>
              <a:buSzPts val="1100"/>
              <a:buNone/>
              <a:defRPr sz="1663">
                <a:solidFill>
                  <a:schemeClr val="lt1"/>
                </a:solidFill>
              </a:defRPr>
            </a:lvl3pPr>
            <a:lvl4pPr lvl="3" rtl="0">
              <a:lnSpc>
                <a:spcPct val="100000"/>
              </a:lnSpc>
              <a:spcBef>
                <a:spcPts val="0"/>
              </a:spcBef>
              <a:spcAft>
                <a:spcPts val="0"/>
              </a:spcAft>
              <a:buClr>
                <a:schemeClr val="lt1"/>
              </a:buClr>
              <a:buSzPts val="1100"/>
              <a:buNone/>
              <a:defRPr sz="1663">
                <a:solidFill>
                  <a:schemeClr val="lt1"/>
                </a:solidFill>
              </a:defRPr>
            </a:lvl4pPr>
            <a:lvl5pPr lvl="4" rtl="0">
              <a:lnSpc>
                <a:spcPct val="100000"/>
              </a:lnSpc>
              <a:spcBef>
                <a:spcPts val="0"/>
              </a:spcBef>
              <a:spcAft>
                <a:spcPts val="0"/>
              </a:spcAft>
              <a:buClr>
                <a:schemeClr val="lt1"/>
              </a:buClr>
              <a:buSzPts val="1100"/>
              <a:buNone/>
              <a:defRPr sz="1663">
                <a:solidFill>
                  <a:schemeClr val="lt1"/>
                </a:solidFill>
              </a:defRPr>
            </a:lvl5pPr>
            <a:lvl6pPr lvl="5" rtl="0">
              <a:lnSpc>
                <a:spcPct val="100000"/>
              </a:lnSpc>
              <a:spcBef>
                <a:spcPts val="0"/>
              </a:spcBef>
              <a:spcAft>
                <a:spcPts val="0"/>
              </a:spcAft>
              <a:buClr>
                <a:schemeClr val="lt1"/>
              </a:buClr>
              <a:buSzPts val="1100"/>
              <a:buNone/>
              <a:defRPr sz="1663">
                <a:solidFill>
                  <a:schemeClr val="lt1"/>
                </a:solidFill>
              </a:defRPr>
            </a:lvl6pPr>
            <a:lvl7pPr lvl="6" rtl="0">
              <a:lnSpc>
                <a:spcPct val="100000"/>
              </a:lnSpc>
              <a:spcBef>
                <a:spcPts val="0"/>
              </a:spcBef>
              <a:spcAft>
                <a:spcPts val="0"/>
              </a:spcAft>
              <a:buClr>
                <a:schemeClr val="lt1"/>
              </a:buClr>
              <a:buSzPts val="1100"/>
              <a:buNone/>
              <a:defRPr sz="1663">
                <a:solidFill>
                  <a:schemeClr val="lt1"/>
                </a:solidFill>
              </a:defRPr>
            </a:lvl7pPr>
            <a:lvl8pPr lvl="7" rtl="0">
              <a:lnSpc>
                <a:spcPct val="100000"/>
              </a:lnSpc>
              <a:spcBef>
                <a:spcPts val="0"/>
              </a:spcBef>
              <a:spcAft>
                <a:spcPts val="0"/>
              </a:spcAft>
              <a:buClr>
                <a:schemeClr val="lt1"/>
              </a:buClr>
              <a:buSzPts val="1100"/>
              <a:buNone/>
              <a:defRPr sz="1663">
                <a:solidFill>
                  <a:schemeClr val="lt1"/>
                </a:solidFill>
              </a:defRPr>
            </a:lvl8pPr>
            <a:lvl9pPr lvl="8" rtl="0">
              <a:lnSpc>
                <a:spcPct val="100000"/>
              </a:lnSpc>
              <a:spcBef>
                <a:spcPts val="0"/>
              </a:spcBef>
              <a:spcAft>
                <a:spcPts val="0"/>
              </a:spcAft>
              <a:buClr>
                <a:schemeClr val="lt1"/>
              </a:buClr>
              <a:buSzPts val="1100"/>
              <a:buNone/>
              <a:defRPr sz="1663">
                <a:solidFill>
                  <a:schemeClr val="lt1"/>
                </a:solidFill>
              </a:defRPr>
            </a:lvl9pPr>
          </a:lstStyle>
          <a:p>
            <a:endParaRPr/>
          </a:p>
        </p:txBody>
      </p:sp>
      <p:sp>
        <p:nvSpPr>
          <p:cNvPr id="3" name="Google Shape;19;p3">
            <a:extLst>
              <a:ext uri="{FF2B5EF4-FFF2-40B4-BE49-F238E27FC236}">
                <a16:creationId xmlns:a16="http://schemas.microsoft.com/office/drawing/2014/main" id="{0DC96943-44E8-94D0-FCEA-2451A0F2E1B4}"/>
              </a:ext>
            </a:extLst>
          </p:cNvPr>
          <p:cNvSpPr/>
          <p:nvPr/>
        </p:nvSpPr>
        <p:spPr>
          <a:xfrm rot="10800000">
            <a:off x="-4" y="-116032"/>
            <a:ext cx="13106570" cy="1466532"/>
          </a:xfrm>
          <a:custGeom>
            <a:avLst/>
            <a:gdLst>
              <a:gd name="connsiteX0" fmla="*/ 0 w 12239162"/>
              <a:gd name="connsiteY0" fmla="*/ 461583 h 461583"/>
              <a:gd name="connsiteX1" fmla="*/ 6119581 w 12239162"/>
              <a:gd name="connsiteY1" fmla="*/ 0 h 461583"/>
              <a:gd name="connsiteX2" fmla="*/ 12239162 w 12239162"/>
              <a:gd name="connsiteY2" fmla="*/ 461583 h 461583"/>
              <a:gd name="connsiteX3" fmla="*/ 0 w 12239162"/>
              <a:gd name="connsiteY3" fmla="*/ 461583 h 461583"/>
              <a:gd name="connsiteX0" fmla="*/ 0 w 8010062"/>
              <a:gd name="connsiteY0" fmla="*/ 1121983 h 1121983"/>
              <a:gd name="connsiteX1" fmla="*/ 1890481 w 8010062"/>
              <a:gd name="connsiteY1" fmla="*/ 0 h 1121983"/>
              <a:gd name="connsiteX2" fmla="*/ 8010062 w 8010062"/>
              <a:gd name="connsiteY2" fmla="*/ 461583 h 1121983"/>
              <a:gd name="connsiteX3" fmla="*/ 0 w 8010062"/>
              <a:gd name="connsiteY3" fmla="*/ 1121983 h 1121983"/>
              <a:gd name="connsiteX0" fmla="*/ 0 w 8010062"/>
              <a:gd name="connsiteY0" fmla="*/ 1033083 h 1033083"/>
              <a:gd name="connsiteX1" fmla="*/ 899881 w 8010062"/>
              <a:gd name="connsiteY1" fmla="*/ 0 h 1033083"/>
              <a:gd name="connsiteX2" fmla="*/ 8010062 w 8010062"/>
              <a:gd name="connsiteY2" fmla="*/ 372683 h 1033083"/>
              <a:gd name="connsiteX3" fmla="*/ 0 w 8010062"/>
              <a:gd name="connsiteY3" fmla="*/ 1033083 h 1033083"/>
              <a:gd name="connsiteX0" fmla="*/ 0 w 8010062"/>
              <a:gd name="connsiteY0" fmla="*/ 1033083 h 1033083"/>
              <a:gd name="connsiteX1" fmla="*/ 899881 w 8010062"/>
              <a:gd name="connsiteY1" fmla="*/ 0 h 1033083"/>
              <a:gd name="connsiteX2" fmla="*/ 8010062 w 8010062"/>
              <a:gd name="connsiteY2" fmla="*/ 372683 h 1033083"/>
              <a:gd name="connsiteX3" fmla="*/ 7452868 w 8010062"/>
              <a:gd name="connsiteY3" fmla="*/ 991600 h 1033083"/>
              <a:gd name="connsiteX4" fmla="*/ 0 w 8010062"/>
              <a:gd name="connsiteY4" fmla="*/ 1033083 h 1033083"/>
              <a:gd name="connsiteX0" fmla="*/ 0 w 8035402"/>
              <a:gd name="connsiteY0" fmla="*/ 1033083 h 1080500"/>
              <a:gd name="connsiteX1" fmla="*/ 899881 w 8035402"/>
              <a:gd name="connsiteY1" fmla="*/ 0 h 1080500"/>
              <a:gd name="connsiteX2" fmla="*/ 8010062 w 8035402"/>
              <a:gd name="connsiteY2" fmla="*/ 372683 h 1080500"/>
              <a:gd name="connsiteX3" fmla="*/ 7973568 w 8035402"/>
              <a:gd name="connsiteY3" fmla="*/ 1080500 h 1080500"/>
              <a:gd name="connsiteX4" fmla="*/ 0 w 8035402"/>
              <a:gd name="connsiteY4" fmla="*/ 1033083 h 1080500"/>
              <a:gd name="connsiteX0" fmla="*/ 0 w 8860902"/>
              <a:gd name="connsiteY0" fmla="*/ 1033083 h 1080500"/>
              <a:gd name="connsiteX1" fmla="*/ 1725381 w 8860902"/>
              <a:gd name="connsiteY1" fmla="*/ 0 h 1080500"/>
              <a:gd name="connsiteX2" fmla="*/ 8835562 w 8860902"/>
              <a:gd name="connsiteY2" fmla="*/ 372683 h 1080500"/>
              <a:gd name="connsiteX3" fmla="*/ 8799068 w 8860902"/>
              <a:gd name="connsiteY3" fmla="*/ 1080500 h 1080500"/>
              <a:gd name="connsiteX4" fmla="*/ 0 w 8860902"/>
              <a:gd name="connsiteY4" fmla="*/ 1033083 h 1080500"/>
              <a:gd name="connsiteX0" fmla="*/ 0 w 8860902"/>
              <a:gd name="connsiteY0" fmla="*/ 906083 h 953500"/>
              <a:gd name="connsiteX1" fmla="*/ 1699981 w 8860902"/>
              <a:gd name="connsiteY1" fmla="*/ 0 h 953500"/>
              <a:gd name="connsiteX2" fmla="*/ 8835562 w 8860902"/>
              <a:gd name="connsiteY2" fmla="*/ 245683 h 953500"/>
              <a:gd name="connsiteX3" fmla="*/ 8799068 w 8860902"/>
              <a:gd name="connsiteY3" fmla="*/ 953500 h 953500"/>
              <a:gd name="connsiteX4" fmla="*/ 0 w 8860902"/>
              <a:gd name="connsiteY4" fmla="*/ 906083 h 953500"/>
              <a:gd name="connsiteX0" fmla="*/ 0 w 8899062"/>
              <a:gd name="connsiteY0" fmla="*/ 906083 h 953500"/>
              <a:gd name="connsiteX1" fmla="*/ 1699981 w 8899062"/>
              <a:gd name="connsiteY1" fmla="*/ 0 h 953500"/>
              <a:gd name="connsiteX2" fmla="*/ 8899062 w 8899062"/>
              <a:gd name="connsiteY2" fmla="*/ 118683 h 953500"/>
              <a:gd name="connsiteX3" fmla="*/ 8799068 w 8899062"/>
              <a:gd name="connsiteY3" fmla="*/ 953500 h 953500"/>
              <a:gd name="connsiteX4" fmla="*/ 0 w 8899062"/>
              <a:gd name="connsiteY4" fmla="*/ 906083 h 953500"/>
              <a:gd name="connsiteX0" fmla="*/ 0 w 8864554"/>
              <a:gd name="connsiteY0" fmla="*/ 906083 h 953500"/>
              <a:gd name="connsiteX1" fmla="*/ 1699981 w 8864554"/>
              <a:gd name="connsiteY1" fmla="*/ 0 h 953500"/>
              <a:gd name="connsiteX2" fmla="*/ 8860962 w 8864554"/>
              <a:gd name="connsiteY2" fmla="*/ 118683 h 953500"/>
              <a:gd name="connsiteX3" fmla="*/ 8799068 w 8864554"/>
              <a:gd name="connsiteY3" fmla="*/ 953500 h 953500"/>
              <a:gd name="connsiteX4" fmla="*/ 0 w 8864554"/>
              <a:gd name="connsiteY4" fmla="*/ 906083 h 953500"/>
              <a:gd name="connsiteX0" fmla="*/ 0 w 8890527"/>
              <a:gd name="connsiteY0" fmla="*/ 906083 h 987364"/>
              <a:gd name="connsiteX1" fmla="*/ 1699981 w 8890527"/>
              <a:gd name="connsiteY1" fmla="*/ 0 h 987364"/>
              <a:gd name="connsiteX2" fmla="*/ 8860962 w 8890527"/>
              <a:gd name="connsiteY2" fmla="*/ 118683 h 987364"/>
              <a:gd name="connsiteX3" fmla="*/ 8799068 w 8890527"/>
              <a:gd name="connsiteY3" fmla="*/ 953500 h 987364"/>
              <a:gd name="connsiteX4" fmla="*/ 0 w 8890527"/>
              <a:gd name="connsiteY4" fmla="*/ 906083 h 987364"/>
              <a:gd name="connsiteX0" fmla="*/ 0 w 8877874"/>
              <a:gd name="connsiteY0" fmla="*/ 906083 h 995281"/>
              <a:gd name="connsiteX1" fmla="*/ 1699981 w 8877874"/>
              <a:gd name="connsiteY1" fmla="*/ 0 h 995281"/>
              <a:gd name="connsiteX2" fmla="*/ 8810162 w 8877874"/>
              <a:gd name="connsiteY2" fmla="*/ 144083 h 995281"/>
              <a:gd name="connsiteX3" fmla="*/ 8799068 w 8877874"/>
              <a:gd name="connsiteY3" fmla="*/ 953500 h 995281"/>
              <a:gd name="connsiteX4" fmla="*/ 0 w 8877874"/>
              <a:gd name="connsiteY4" fmla="*/ 906083 h 995281"/>
              <a:gd name="connsiteX0" fmla="*/ 0 w 8865123"/>
              <a:gd name="connsiteY0" fmla="*/ 906083 h 969789"/>
              <a:gd name="connsiteX1" fmla="*/ 1699981 w 8865123"/>
              <a:gd name="connsiteY1" fmla="*/ 0 h 969789"/>
              <a:gd name="connsiteX2" fmla="*/ 8738682 w 8865123"/>
              <a:gd name="connsiteY2" fmla="*/ 51952 h 969789"/>
              <a:gd name="connsiteX3" fmla="*/ 8799068 w 8865123"/>
              <a:gd name="connsiteY3" fmla="*/ 953500 h 969789"/>
              <a:gd name="connsiteX4" fmla="*/ 0 w 8865123"/>
              <a:gd name="connsiteY4" fmla="*/ 906083 h 969789"/>
              <a:gd name="connsiteX0" fmla="*/ 0 w 8865123"/>
              <a:gd name="connsiteY0" fmla="*/ 911713 h 964364"/>
              <a:gd name="connsiteX1" fmla="*/ 1699981 w 8865123"/>
              <a:gd name="connsiteY1" fmla="*/ 5630 h 964364"/>
              <a:gd name="connsiteX2" fmla="*/ 8738682 w 8865123"/>
              <a:gd name="connsiteY2" fmla="*/ 0 h 964364"/>
              <a:gd name="connsiteX3" fmla="*/ 8799068 w 8865123"/>
              <a:gd name="connsiteY3" fmla="*/ 959130 h 964364"/>
              <a:gd name="connsiteX4" fmla="*/ 0 w 8865123"/>
              <a:gd name="connsiteY4" fmla="*/ 911713 h 964364"/>
              <a:gd name="connsiteX0" fmla="*/ 0 w 8797113"/>
              <a:gd name="connsiteY0" fmla="*/ 911713 h 964364"/>
              <a:gd name="connsiteX1" fmla="*/ 1699981 w 8797113"/>
              <a:gd name="connsiteY1" fmla="*/ 5630 h 964364"/>
              <a:gd name="connsiteX2" fmla="*/ 8738682 w 8797113"/>
              <a:gd name="connsiteY2" fmla="*/ 0 h 964364"/>
              <a:gd name="connsiteX3" fmla="*/ 8715675 w 8797113"/>
              <a:gd name="connsiteY3" fmla="*/ 959130 h 964364"/>
              <a:gd name="connsiteX4" fmla="*/ 0 w 8797113"/>
              <a:gd name="connsiteY4" fmla="*/ 911713 h 964364"/>
              <a:gd name="connsiteX0" fmla="*/ 0 w 8738682"/>
              <a:gd name="connsiteY0" fmla="*/ 911713 h 959130"/>
              <a:gd name="connsiteX1" fmla="*/ 1699981 w 8738682"/>
              <a:gd name="connsiteY1" fmla="*/ 5630 h 959130"/>
              <a:gd name="connsiteX2" fmla="*/ 8738682 w 8738682"/>
              <a:gd name="connsiteY2" fmla="*/ 0 h 959130"/>
              <a:gd name="connsiteX3" fmla="*/ 8715675 w 8738682"/>
              <a:gd name="connsiteY3" fmla="*/ 959130 h 959130"/>
              <a:gd name="connsiteX4" fmla="*/ 0 w 8738682"/>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47391"/>
              <a:gd name="connsiteY0" fmla="*/ 911713 h 924581"/>
              <a:gd name="connsiteX1" fmla="*/ 1699981 w 8747391"/>
              <a:gd name="connsiteY1" fmla="*/ 5630 h 924581"/>
              <a:gd name="connsiteX2" fmla="*/ 8738682 w 8747391"/>
              <a:gd name="connsiteY2" fmla="*/ 0 h 924581"/>
              <a:gd name="connsiteX3" fmla="*/ 8727589 w 8747391"/>
              <a:gd name="connsiteY3" fmla="*/ 924581 h 924581"/>
              <a:gd name="connsiteX4" fmla="*/ 0 w 8747391"/>
              <a:gd name="connsiteY4" fmla="*/ 911713 h 924581"/>
              <a:gd name="connsiteX0" fmla="*/ 0 w 8747391"/>
              <a:gd name="connsiteY0" fmla="*/ 911713 h 970647"/>
              <a:gd name="connsiteX1" fmla="*/ 1699981 w 8747391"/>
              <a:gd name="connsiteY1" fmla="*/ 5630 h 970647"/>
              <a:gd name="connsiteX2" fmla="*/ 8738682 w 8747391"/>
              <a:gd name="connsiteY2" fmla="*/ 0 h 970647"/>
              <a:gd name="connsiteX3" fmla="*/ 8727589 w 8747391"/>
              <a:gd name="connsiteY3" fmla="*/ 970647 h 970647"/>
              <a:gd name="connsiteX4" fmla="*/ 0 w 8747391"/>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51250"/>
              <a:gd name="connsiteY0" fmla="*/ 911713 h 936098"/>
              <a:gd name="connsiteX1" fmla="*/ 1699981 w 8751250"/>
              <a:gd name="connsiteY1" fmla="*/ 5630 h 936098"/>
              <a:gd name="connsiteX2" fmla="*/ 8738682 w 8751250"/>
              <a:gd name="connsiteY2" fmla="*/ 0 h 936098"/>
              <a:gd name="connsiteX3" fmla="*/ 8739502 w 8751250"/>
              <a:gd name="connsiteY3" fmla="*/ 936098 h 936098"/>
              <a:gd name="connsiteX4" fmla="*/ 0 w 8751250"/>
              <a:gd name="connsiteY4" fmla="*/ 911713 h 936098"/>
              <a:gd name="connsiteX0" fmla="*/ 0 w 8753858"/>
              <a:gd name="connsiteY0" fmla="*/ 911713 h 944624"/>
              <a:gd name="connsiteX1" fmla="*/ 1699981 w 8753858"/>
              <a:gd name="connsiteY1" fmla="*/ 5630 h 944624"/>
              <a:gd name="connsiteX2" fmla="*/ 8738682 w 8753858"/>
              <a:gd name="connsiteY2" fmla="*/ 0 h 944624"/>
              <a:gd name="connsiteX3" fmla="*/ 8739502 w 8753858"/>
              <a:gd name="connsiteY3" fmla="*/ 936098 h 944624"/>
              <a:gd name="connsiteX4" fmla="*/ 0 w 8753858"/>
              <a:gd name="connsiteY4" fmla="*/ 911713 h 944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3858" h="944624">
                <a:moveTo>
                  <a:pt x="0" y="911713"/>
                </a:moveTo>
                <a:lnTo>
                  <a:pt x="1699981" y="5630"/>
                </a:lnTo>
                <a:cubicBezTo>
                  <a:pt x="9168945" y="3753"/>
                  <a:pt x="1102931" y="13394"/>
                  <a:pt x="8738682" y="0"/>
                </a:cubicBezTo>
                <a:cubicBezTo>
                  <a:pt x="8727604" y="1209105"/>
                  <a:pt x="8771146" y="-500463"/>
                  <a:pt x="8739502" y="936098"/>
                </a:cubicBezTo>
                <a:cubicBezTo>
                  <a:pt x="9090587" y="962520"/>
                  <a:pt x="2913167" y="919841"/>
                  <a:pt x="0" y="911713"/>
                </a:cubicBezTo>
                <a:close/>
              </a:path>
            </a:pathLst>
          </a:custGeom>
          <a:gradFill>
            <a:gsLst>
              <a:gs pos="0">
                <a:schemeClr val="bg2"/>
              </a:gs>
              <a:gs pos="100000">
                <a:srgbClr val="3C747D"/>
              </a:gs>
            </a:gsLst>
            <a:lin ang="13500000" scaled="1"/>
          </a:gradFill>
          <a:ln w="9525" cap="flat" cmpd="sng">
            <a:noFill/>
            <a:prstDash val="solid"/>
            <a:round/>
            <a:headEnd type="none" w="sm" len="sm"/>
            <a:tailEnd type="none" w="sm" len="sm"/>
          </a:ln>
        </p:spPr>
        <p:txBody>
          <a:bodyPr spcFirstLastPara="1" wrap="square" lIns="103615" tIns="103615" rIns="103615" bIns="103615" anchor="ctr" anchorCtr="0">
            <a:noAutofit/>
          </a:bodyPr>
          <a:lstStyle/>
          <a:p>
            <a:pPr marL="0" lvl="0" indent="0" algn="l" rtl="0">
              <a:spcBef>
                <a:spcPts val="0"/>
              </a:spcBef>
              <a:spcAft>
                <a:spcPts val="0"/>
              </a:spcAft>
              <a:buNone/>
            </a:pPr>
            <a:endParaRPr sz="2720" dirty="0"/>
          </a:p>
        </p:txBody>
      </p:sp>
      <p:pic>
        <p:nvPicPr>
          <p:cNvPr id="4" name="Picture 3">
            <a:extLst>
              <a:ext uri="{FF2B5EF4-FFF2-40B4-BE49-F238E27FC236}">
                <a16:creationId xmlns:a16="http://schemas.microsoft.com/office/drawing/2014/main" id="{25E3525E-8B8F-48E9-A3C9-5E594654DC1C}"/>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04863A05-44BF-A821-5E52-6EC4CB022C2D}"/>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2" name="Slide Number Placeholder 5">
            <a:extLst>
              <a:ext uri="{FF2B5EF4-FFF2-40B4-BE49-F238E27FC236}">
                <a16:creationId xmlns:a16="http://schemas.microsoft.com/office/drawing/2014/main" id="{D00D3EC7-9B65-3686-2BC9-5C1E97FF23BD}"/>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8" name="Teardrop 7">
            <a:extLst>
              <a:ext uri="{FF2B5EF4-FFF2-40B4-BE49-F238E27FC236}">
                <a16:creationId xmlns:a16="http://schemas.microsoft.com/office/drawing/2014/main" id="{239E3C8D-EC6D-F540-C17C-D829B5B38102}"/>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0FFA5C91-EBFB-6A75-8FA8-E2939FF9BD69}"/>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2392741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subtitle" preserve="1">
  <p:cSld name="1_Title + subtitle">
    <p:spTree>
      <p:nvGrpSpPr>
        <p:cNvPr id="1" name="Shape 42"/>
        <p:cNvGrpSpPr/>
        <p:nvPr/>
      </p:nvGrpSpPr>
      <p:grpSpPr>
        <a:xfrm>
          <a:off x="0" y="0"/>
          <a:ext cx="0" cy="0"/>
          <a:chOff x="0" y="0"/>
          <a:chExt cx="0" cy="0"/>
        </a:xfrm>
      </p:grpSpPr>
      <p:sp>
        <p:nvSpPr>
          <p:cNvPr id="43" name="Google Shape;43;p5"/>
          <p:cNvSpPr/>
          <p:nvPr/>
        </p:nvSpPr>
        <p:spPr>
          <a:xfrm flipH="1">
            <a:off x="-2" y="-63656"/>
            <a:ext cx="6908802" cy="7858760"/>
          </a:xfrm>
          <a:prstGeom prst="rect">
            <a:avLst/>
          </a:prstGeom>
          <a:gradFill>
            <a:gsLst>
              <a:gs pos="45000">
                <a:srgbClr val="252525"/>
              </a:gs>
              <a:gs pos="8000">
                <a:schemeClr val="tx2">
                  <a:lumMod val="10000"/>
                </a:schemeClr>
              </a:gs>
              <a:gs pos="100000">
                <a:schemeClr val="bg1">
                  <a:lumMod val="25000"/>
                  <a:alpha val="85000"/>
                </a:schemeClr>
              </a:gs>
            </a:gsLst>
            <a:lin ang="13500000" scaled="1"/>
          </a:gradFill>
          <a:ln>
            <a:noFill/>
          </a:ln>
        </p:spPr>
        <p:txBody>
          <a:bodyPr/>
          <a:lstStyle/>
          <a:p>
            <a:endParaRPr lang="de-DE"/>
          </a:p>
        </p:txBody>
      </p:sp>
      <p:sp>
        <p:nvSpPr>
          <p:cNvPr id="3" name="Google Shape;19;p3">
            <a:extLst>
              <a:ext uri="{FF2B5EF4-FFF2-40B4-BE49-F238E27FC236}">
                <a16:creationId xmlns:a16="http://schemas.microsoft.com/office/drawing/2014/main" id="{0DC96943-44E8-94D0-FCEA-2451A0F2E1B4}"/>
              </a:ext>
            </a:extLst>
          </p:cNvPr>
          <p:cNvSpPr/>
          <p:nvPr/>
        </p:nvSpPr>
        <p:spPr>
          <a:xfrm rot="10800000">
            <a:off x="-4" y="-116032"/>
            <a:ext cx="8626646" cy="1466532"/>
          </a:xfrm>
          <a:custGeom>
            <a:avLst/>
            <a:gdLst>
              <a:gd name="connsiteX0" fmla="*/ 0 w 12239162"/>
              <a:gd name="connsiteY0" fmla="*/ 461583 h 461583"/>
              <a:gd name="connsiteX1" fmla="*/ 6119581 w 12239162"/>
              <a:gd name="connsiteY1" fmla="*/ 0 h 461583"/>
              <a:gd name="connsiteX2" fmla="*/ 12239162 w 12239162"/>
              <a:gd name="connsiteY2" fmla="*/ 461583 h 461583"/>
              <a:gd name="connsiteX3" fmla="*/ 0 w 12239162"/>
              <a:gd name="connsiteY3" fmla="*/ 461583 h 461583"/>
              <a:gd name="connsiteX0" fmla="*/ 0 w 8010062"/>
              <a:gd name="connsiteY0" fmla="*/ 1121983 h 1121983"/>
              <a:gd name="connsiteX1" fmla="*/ 1890481 w 8010062"/>
              <a:gd name="connsiteY1" fmla="*/ 0 h 1121983"/>
              <a:gd name="connsiteX2" fmla="*/ 8010062 w 8010062"/>
              <a:gd name="connsiteY2" fmla="*/ 461583 h 1121983"/>
              <a:gd name="connsiteX3" fmla="*/ 0 w 8010062"/>
              <a:gd name="connsiteY3" fmla="*/ 1121983 h 1121983"/>
              <a:gd name="connsiteX0" fmla="*/ 0 w 8010062"/>
              <a:gd name="connsiteY0" fmla="*/ 1033083 h 1033083"/>
              <a:gd name="connsiteX1" fmla="*/ 899881 w 8010062"/>
              <a:gd name="connsiteY1" fmla="*/ 0 h 1033083"/>
              <a:gd name="connsiteX2" fmla="*/ 8010062 w 8010062"/>
              <a:gd name="connsiteY2" fmla="*/ 372683 h 1033083"/>
              <a:gd name="connsiteX3" fmla="*/ 0 w 8010062"/>
              <a:gd name="connsiteY3" fmla="*/ 1033083 h 1033083"/>
              <a:gd name="connsiteX0" fmla="*/ 0 w 8010062"/>
              <a:gd name="connsiteY0" fmla="*/ 1033083 h 1033083"/>
              <a:gd name="connsiteX1" fmla="*/ 899881 w 8010062"/>
              <a:gd name="connsiteY1" fmla="*/ 0 h 1033083"/>
              <a:gd name="connsiteX2" fmla="*/ 8010062 w 8010062"/>
              <a:gd name="connsiteY2" fmla="*/ 372683 h 1033083"/>
              <a:gd name="connsiteX3" fmla="*/ 7452868 w 8010062"/>
              <a:gd name="connsiteY3" fmla="*/ 991600 h 1033083"/>
              <a:gd name="connsiteX4" fmla="*/ 0 w 8010062"/>
              <a:gd name="connsiteY4" fmla="*/ 1033083 h 1033083"/>
              <a:gd name="connsiteX0" fmla="*/ 0 w 8035402"/>
              <a:gd name="connsiteY0" fmla="*/ 1033083 h 1080500"/>
              <a:gd name="connsiteX1" fmla="*/ 899881 w 8035402"/>
              <a:gd name="connsiteY1" fmla="*/ 0 h 1080500"/>
              <a:gd name="connsiteX2" fmla="*/ 8010062 w 8035402"/>
              <a:gd name="connsiteY2" fmla="*/ 372683 h 1080500"/>
              <a:gd name="connsiteX3" fmla="*/ 7973568 w 8035402"/>
              <a:gd name="connsiteY3" fmla="*/ 1080500 h 1080500"/>
              <a:gd name="connsiteX4" fmla="*/ 0 w 8035402"/>
              <a:gd name="connsiteY4" fmla="*/ 1033083 h 1080500"/>
              <a:gd name="connsiteX0" fmla="*/ 0 w 8860902"/>
              <a:gd name="connsiteY0" fmla="*/ 1033083 h 1080500"/>
              <a:gd name="connsiteX1" fmla="*/ 1725381 w 8860902"/>
              <a:gd name="connsiteY1" fmla="*/ 0 h 1080500"/>
              <a:gd name="connsiteX2" fmla="*/ 8835562 w 8860902"/>
              <a:gd name="connsiteY2" fmla="*/ 372683 h 1080500"/>
              <a:gd name="connsiteX3" fmla="*/ 8799068 w 8860902"/>
              <a:gd name="connsiteY3" fmla="*/ 1080500 h 1080500"/>
              <a:gd name="connsiteX4" fmla="*/ 0 w 8860902"/>
              <a:gd name="connsiteY4" fmla="*/ 1033083 h 1080500"/>
              <a:gd name="connsiteX0" fmla="*/ 0 w 8860902"/>
              <a:gd name="connsiteY0" fmla="*/ 906083 h 953500"/>
              <a:gd name="connsiteX1" fmla="*/ 1699981 w 8860902"/>
              <a:gd name="connsiteY1" fmla="*/ 0 h 953500"/>
              <a:gd name="connsiteX2" fmla="*/ 8835562 w 8860902"/>
              <a:gd name="connsiteY2" fmla="*/ 245683 h 953500"/>
              <a:gd name="connsiteX3" fmla="*/ 8799068 w 8860902"/>
              <a:gd name="connsiteY3" fmla="*/ 953500 h 953500"/>
              <a:gd name="connsiteX4" fmla="*/ 0 w 8860902"/>
              <a:gd name="connsiteY4" fmla="*/ 906083 h 953500"/>
              <a:gd name="connsiteX0" fmla="*/ 0 w 8899062"/>
              <a:gd name="connsiteY0" fmla="*/ 906083 h 953500"/>
              <a:gd name="connsiteX1" fmla="*/ 1699981 w 8899062"/>
              <a:gd name="connsiteY1" fmla="*/ 0 h 953500"/>
              <a:gd name="connsiteX2" fmla="*/ 8899062 w 8899062"/>
              <a:gd name="connsiteY2" fmla="*/ 118683 h 953500"/>
              <a:gd name="connsiteX3" fmla="*/ 8799068 w 8899062"/>
              <a:gd name="connsiteY3" fmla="*/ 953500 h 953500"/>
              <a:gd name="connsiteX4" fmla="*/ 0 w 8899062"/>
              <a:gd name="connsiteY4" fmla="*/ 906083 h 953500"/>
              <a:gd name="connsiteX0" fmla="*/ 0 w 8864554"/>
              <a:gd name="connsiteY0" fmla="*/ 906083 h 953500"/>
              <a:gd name="connsiteX1" fmla="*/ 1699981 w 8864554"/>
              <a:gd name="connsiteY1" fmla="*/ 0 h 953500"/>
              <a:gd name="connsiteX2" fmla="*/ 8860962 w 8864554"/>
              <a:gd name="connsiteY2" fmla="*/ 118683 h 953500"/>
              <a:gd name="connsiteX3" fmla="*/ 8799068 w 8864554"/>
              <a:gd name="connsiteY3" fmla="*/ 953500 h 953500"/>
              <a:gd name="connsiteX4" fmla="*/ 0 w 8864554"/>
              <a:gd name="connsiteY4" fmla="*/ 906083 h 953500"/>
              <a:gd name="connsiteX0" fmla="*/ 0 w 8890527"/>
              <a:gd name="connsiteY0" fmla="*/ 906083 h 987364"/>
              <a:gd name="connsiteX1" fmla="*/ 1699981 w 8890527"/>
              <a:gd name="connsiteY1" fmla="*/ 0 h 987364"/>
              <a:gd name="connsiteX2" fmla="*/ 8860962 w 8890527"/>
              <a:gd name="connsiteY2" fmla="*/ 118683 h 987364"/>
              <a:gd name="connsiteX3" fmla="*/ 8799068 w 8890527"/>
              <a:gd name="connsiteY3" fmla="*/ 953500 h 987364"/>
              <a:gd name="connsiteX4" fmla="*/ 0 w 8890527"/>
              <a:gd name="connsiteY4" fmla="*/ 906083 h 987364"/>
              <a:gd name="connsiteX0" fmla="*/ 0 w 8877874"/>
              <a:gd name="connsiteY0" fmla="*/ 906083 h 995281"/>
              <a:gd name="connsiteX1" fmla="*/ 1699981 w 8877874"/>
              <a:gd name="connsiteY1" fmla="*/ 0 h 995281"/>
              <a:gd name="connsiteX2" fmla="*/ 8810162 w 8877874"/>
              <a:gd name="connsiteY2" fmla="*/ 144083 h 995281"/>
              <a:gd name="connsiteX3" fmla="*/ 8799068 w 8877874"/>
              <a:gd name="connsiteY3" fmla="*/ 953500 h 995281"/>
              <a:gd name="connsiteX4" fmla="*/ 0 w 8877874"/>
              <a:gd name="connsiteY4" fmla="*/ 906083 h 995281"/>
              <a:gd name="connsiteX0" fmla="*/ 0 w 8865123"/>
              <a:gd name="connsiteY0" fmla="*/ 906083 h 969789"/>
              <a:gd name="connsiteX1" fmla="*/ 1699981 w 8865123"/>
              <a:gd name="connsiteY1" fmla="*/ 0 h 969789"/>
              <a:gd name="connsiteX2" fmla="*/ 8738682 w 8865123"/>
              <a:gd name="connsiteY2" fmla="*/ 51952 h 969789"/>
              <a:gd name="connsiteX3" fmla="*/ 8799068 w 8865123"/>
              <a:gd name="connsiteY3" fmla="*/ 953500 h 969789"/>
              <a:gd name="connsiteX4" fmla="*/ 0 w 8865123"/>
              <a:gd name="connsiteY4" fmla="*/ 906083 h 969789"/>
              <a:gd name="connsiteX0" fmla="*/ 0 w 8865123"/>
              <a:gd name="connsiteY0" fmla="*/ 911713 h 964364"/>
              <a:gd name="connsiteX1" fmla="*/ 1699981 w 8865123"/>
              <a:gd name="connsiteY1" fmla="*/ 5630 h 964364"/>
              <a:gd name="connsiteX2" fmla="*/ 8738682 w 8865123"/>
              <a:gd name="connsiteY2" fmla="*/ 0 h 964364"/>
              <a:gd name="connsiteX3" fmla="*/ 8799068 w 8865123"/>
              <a:gd name="connsiteY3" fmla="*/ 959130 h 964364"/>
              <a:gd name="connsiteX4" fmla="*/ 0 w 8865123"/>
              <a:gd name="connsiteY4" fmla="*/ 911713 h 964364"/>
              <a:gd name="connsiteX0" fmla="*/ 0 w 8797113"/>
              <a:gd name="connsiteY0" fmla="*/ 911713 h 964364"/>
              <a:gd name="connsiteX1" fmla="*/ 1699981 w 8797113"/>
              <a:gd name="connsiteY1" fmla="*/ 5630 h 964364"/>
              <a:gd name="connsiteX2" fmla="*/ 8738682 w 8797113"/>
              <a:gd name="connsiteY2" fmla="*/ 0 h 964364"/>
              <a:gd name="connsiteX3" fmla="*/ 8715675 w 8797113"/>
              <a:gd name="connsiteY3" fmla="*/ 959130 h 964364"/>
              <a:gd name="connsiteX4" fmla="*/ 0 w 8797113"/>
              <a:gd name="connsiteY4" fmla="*/ 911713 h 964364"/>
              <a:gd name="connsiteX0" fmla="*/ 0 w 8738682"/>
              <a:gd name="connsiteY0" fmla="*/ 911713 h 959130"/>
              <a:gd name="connsiteX1" fmla="*/ 1699981 w 8738682"/>
              <a:gd name="connsiteY1" fmla="*/ 5630 h 959130"/>
              <a:gd name="connsiteX2" fmla="*/ 8738682 w 8738682"/>
              <a:gd name="connsiteY2" fmla="*/ 0 h 959130"/>
              <a:gd name="connsiteX3" fmla="*/ 8715675 w 8738682"/>
              <a:gd name="connsiteY3" fmla="*/ 959130 h 959130"/>
              <a:gd name="connsiteX4" fmla="*/ 0 w 8738682"/>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47391"/>
              <a:gd name="connsiteY0" fmla="*/ 911713 h 924581"/>
              <a:gd name="connsiteX1" fmla="*/ 1699981 w 8747391"/>
              <a:gd name="connsiteY1" fmla="*/ 5630 h 924581"/>
              <a:gd name="connsiteX2" fmla="*/ 8738682 w 8747391"/>
              <a:gd name="connsiteY2" fmla="*/ 0 h 924581"/>
              <a:gd name="connsiteX3" fmla="*/ 8727589 w 8747391"/>
              <a:gd name="connsiteY3" fmla="*/ 924581 h 924581"/>
              <a:gd name="connsiteX4" fmla="*/ 0 w 8747391"/>
              <a:gd name="connsiteY4" fmla="*/ 911713 h 924581"/>
              <a:gd name="connsiteX0" fmla="*/ 0 w 8747391"/>
              <a:gd name="connsiteY0" fmla="*/ 911713 h 970647"/>
              <a:gd name="connsiteX1" fmla="*/ 1699981 w 8747391"/>
              <a:gd name="connsiteY1" fmla="*/ 5630 h 970647"/>
              <a:gd name="connsiteX2" fmla="*/ 8738682 w 8747391"/>
              <a:gd name="connsiteY2" fmla="*/ 0 h 970647"/>
              <a:gd name="connsiteX3" fmla="*/ 8727589 w 8747391"/>
              <a:gd name="connsiteY3" fmla="*/ 970647 h 970647"/>
              <a:gd name="connsiteX4" fmla="*/ 0 w 8747391"/>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51250"/>
              <a:gd name="connsiteY0" fmla="*/ 911713 h 936098"/>
              <a:gd name="connsiteX1" fmla="*/ 1699981 w 8751250"/>
              <a:gd name="connsiteY1" fmla="*/ 5630 h 936098"/>
              <a:gd name="connsiteX2" fmla="*/ 8738682 w 8751250"/>
              <a:gd name="connsiteY2" fmla="*/ 0 h 936098"/>
              <a:gd name="connsiteX3" fmla="*/ 8739502 w 8751250"/>
              <a:gd name="connsiteY3" fmla="*/ 936098 h 936098"/>
              <a:gd name="connsiteX4" fmla="*/ 0 w 8751250"/>
              <a:gd name="connsiteY4" fmla="*/ 911713 h 936098"/>
              <a:gd name="connsiteX0" fmla="*/ 0 w 8753858"/>
              <a:gd name="connsiteY0" fmla="*/ 911713 h 944624"/>
              <a:gd name="connsiteX1" fmla="*/ 1699981 w 8753858"/>
              <a:gd name="connsiteY1" fmla="*/ 5630 h 944624"/>
              <a:gd name="connsiteX2" fmla="*/ 8738682 w 8753858"/>
              <a:gd name="connsiteY2" fmla="*/ 0 h 944624"/>
              <a:gd name="connsiteX3" fmla="*/ 8739502 w 8753858"/>
              <a:gd name="connsiteY3" fmla="*/ 936098 h 944624"/>
              <a:gd name="connsiteX4" fmla="*/ 0 w 8753858"/>
              <a:gd name="connsiteY4" fmla="*/ 911713 h 944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3858" h="944624">
                <a:moveTo>
                  <a:pt x="0" y="911713"/>
                </a:moveTo>
                <a:lnTo>
                  <a:pt x="1699981" y="5630"/>
                </a:lnTo>
                <a:cubicBezTo>
                  <a:pt x="9168945" y="3753"/>
                  <a:pt x="1102931" y="13394"/>
                  <a:pt x="8738682" y="0"/>
                </a:cubicBezTo>
                <a:cubicBezTo>
                  <a:pt x="8727604" y="1209105"/>
                  <a:pt x="8771146" y="-500463"/>
                  <a:pt x="8739502" y="936098"/>
                </a:cubicBezTo>
                <a:cubicBezTo>
                  <a:pt x="9090587" y="962520"/>
                  <a:pt x="2913167" y="919841"/>
                  <a:pt x="0" y="911713"/>
                </a:cubicBezTo>
                <a:close/>
              </a:path>
            </a:pathLst>
          </a:custGeom>
          <a:gradFill>
            <a:gsLst>
              <a:gs pos="0">
                <a:schemeClr val="bg2"/>
              </a:gs>
              <a:gs pos="100000">
                <a:srgbClr val="3C747D"/>
              </a:gs>
            </a:gsLst>
            <a:lin ang="13500000" scaled="1"/>
          </a:gradFill>
          <a:ln w="9525" cap="flat" cmpd="sng">
            <a:no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103615" tIns="103615" rIns="103615" bIns="103615" anchor="ctr" anchorCtr="0">
            <a:noAutofit/>
          </a:bodyPr>
          <a:lstStyle/>
          <a:p>
            <a:pPr marL="0" lvl="0" indent="0" algn="l" rtl="0">
              <a:spcBef>
                <a:spcPts val="0"/>
              </a:spcBef>
              <a:spcAft>
                <a:spcPts val="0"/>
              </a:spcAft>
              <a:buNone/>
            </a:pPr>
            <a:endParaRPr sz="2720" dirty="0"/>
          </a:p>
        </p:txBody>
      </p:sp>
      <p:sp>
        <p:nvSpPr>
          <p:cNvPr id="44" name="Google Shape;44;p5"/>
          <p:cNvSpPr txBox="1">
            <a:spLocks noGrp="1"/>
          </p:cNvSpPr>
          <p:nvPr>
            <p:ph type="ctrTitle"/>
          </p:nvPr>
        </p:nvSpPr>
        <p:spPr>
          <a:xfrm>
            <a:off x="719683" y="379713"/>
            <a:ext cx="5843920" cy="649962"/>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300"/>
              <a:buNone/>
              <a:defRPr sz="3600">
                <a:solidFill>
                  <a:schemeClr val="bg1"/>
                </a:solidFill>
                <a:latin typeface="+mj-lt"/>
              </a:defRPr>
            </a:lvl1pPr>
            <a:lvl2pPr lvl="1" rtl="0">
              <a:spcBef>
                <a:spcPts val="0"/>
              </a:spcBef>
              <a:spcAft>
                <a:spcPts val="0"/>
              </a:spcAft>
              <a:buClr>
                <a:schemeClr val="lt1"/>
              </a:buClr>
              <a:buSzPts val="1300"/>
              <a:buNone/>
              <a:defRPr sz="1964">
                <a:solidFill>
                  <a:schemeClr val="lt1"/>
                </a:solidFill>
              </a:defRPr>
            </a:lvl2pPr>
            <a:lvl3pPr lvl="2" rtl="0">
              <a:spcBef>
                <a:spcPts val="0"/>
              </a:spcBef>
              <a:spcAft>
                <a:spcPts val="0"/>
              </a:spcAft>
              <a:buClr>
                <a:schemeClr val="lt1"/>
              </a:buClr>
              <a:buSzPts val="1300"/>
              <a:buNone/>
              <a:defRPr sz="1964">
                <a:solidFill>
                  <a:schemeClr val="lt1"/>
                </a:solidFill>
              </a:defRPr>
            </a:lvl3pPr>
            <a:lvl4pPr lvl="3" rtl="0">
              <a:spcBef>
                <a:spcPts val="0"/>
              </a:spcBef>
              <a:spcAft>
                <a:spcPts val="0"/>
              </a:spcAft>
              <a:buClr>
                <a:schemeClr val="lt1"/>
              </a:buClr>
              <a:buSzPts val="1300"/>
              <a:buNone/>
              <a:defRPr sz="1964">
                <a:solidFill>
                  <a:schemeClr val="lt1"/>
                </a:solidFill>
              </a:defRPr>
            </a:lvl4pPr>
            <a:lvl5pPr lvl="4" rtl="0">
              <a:spcBef>
                <a:spcPts val="0"/>
              </a:spcBef>
              <a:spcAft>
                <a:spcPts val="0"/>
              </a:spcAft>
              <a:buClr>
                <a:schemeClr val="lt1"/>
              </a:buClr>
              <a:buSzPts val="1300"/>
              <a:buNone/>
              <a:defRPr sz="1964">
                <a:solidFill>
                  <a:schemeClr val="lt1"/>
                </a:solidFill>
              </a:defRPr>
            </a:lvl5pPr>
            <a:lvl6pPr lvl="5" rtl="0">
              <a:spcBef>
                <a:spcPts val="0"/>
              </a:spcBef>
              <a:spcAft>
                <a:spcPts val="0"/>
              </a:spcAft>
              <a:buClr>
                <a:schemeClr val="lt1"/>
              </a:buClr>
              <a:buSzPts val="1300"/>
              <a:buNone/>
              <a:defRPr sz="1964">
                <a:solidFill>
                  <a:schemeClr val="lt1"/>
                </a:solidFill>
              </a:defRPr>
            </a:lvl6pPr>
            <a:lvl7pPr lvl="6" rtl="0">
              <a:spcBef>
                <a:spcPts val="0"/>
              </a:spcBef>
              <a:spcAft>
                <a:spcPts val="0"/>
              </a:spcAft>
              <a:buClr>
                <a:schemeClr val="lt1"/>
              </a:buClr>
              <a:buSzPts val="1300"/>
              <a:buNone/>
              <a:defRPr sz="1964">
                <a:solidFill>
                  <a:schemeClr val="lt1"/>
                </a:solidFill>
              </a:defRPr>
            </a:lvl7pPr>
            <a:lvl8pPr lvl="7" rtl="0">
              <a:spcBef>
                <a:spcPts val="0"/>
              </a:spcBef>
              <a:spcAft>
                <a:spcPts val="0"/>
              </a:spcAft>
              <a:buClr>
                <a:schemeClr val="lt1"/>
              </a:buClr>
              <a:buSzPts val="1300"/>
              <a:buNone/>
              <a:defRPr sz="1964">
                <a:solidFill>
                  <a:schemeClr val="lt1"/>
                </a:solidFill>
              </a:defRPr>
            </a:lvl8pPr>
            <a:lvl9pPr lvl="8" rtl="0">
              <a:spcBef>
                <a:spcPts val="0"/>
              </a:spcBef>
              <a:spcAft>
                <a:spcPts val="0"/>
              </a:spcAft>
              <a:buClr>
                <a:schemeClr val="lt1"/>
              </a:buClr>
              <a:buSzPts val="1300"/>
              <a:buNone/>
              <a:defRPr sz="1964">
                <a:solidFill>
                  <a:schemeClr val="lt1"/>
                </a:solidFill>
              </a:defRPr>
            </a:lvl9pPr>
          </a:lstStyle>
          <a:p>
            <a:endParaRPr dirty="0"/>
          </a:p>
        </p:txBody>
      </p:sp>
      <p:sp>
        <p:nvSpPr>
          <p:cNvPr id="45" name="Google Shape;45;p5"/>
          <p:cNvSpPr txBox="1">
            <a:spLocks noGrp="1"/>
          </p:cNvSpPr>
          <p:nvPr>
            <p:ph type="subTitle" idx="1"/>
          </p:nvPr>
        </p:nvSpPr>
        <p:spPr>
          <a:xfrm>
            <a:off x="552426" y="1847044"/>
            <a:ext cx="5872437" cy="2039156"/>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100"/>
              <a:buNone/>
              <a:defRPr sz="1663">
                <a:solidFill>
                  <a:schemeClr val="lt1"/>
                </a:solidFill>
                <a:latin typeface="+mn-lt"/>
              </a:defRPr>
            </a:lvl1pPr>
            <a:lvl2pPr lvl="1" rtl="0">
              <a:lnSpc>
                <a:spcPct val="100000"/>
              </a:lnSpc>
              <a:spcBef>
                <a:spcPts val="0"/>
              </a:spcBef>
              <a:spcAft>
                <a:spcPts val="0"/>
              </a:spcAft>
              <a:buClr>
                <a:schemeClr val="lt1"/>
              </a:buClr>
              <a:buSzPts val="1100"/>
              <a:buNone/>
              <a:defRPr sz="1663">
                <a:solidFill>
                  <a:schemeClr val="lt1"/>
                </a:solidFill>
              </a:defRPr>
            </a:lvl2pPr>
            <a:lvl3pPr lvl="2" rtl="0">
              <a:lnSpc>
                <a:spcPct val="100000"/>
              </a:lnSpc>
              <a:spcBef>
                <a:spcPts val="0"/>
              </a:spcBef>
              <a:spcAft>
                <a:spcPts val="0"/>
              </a:spcAft>
              <a:buClr>
                <a:schemeClr val="lt1"/>
              </a:buClr>
              <a:buSzPts val="1100"/>
              <a:buNone/>
              <a:defRPr sz="1663">
                <a:solidFill>
                  <a:schemeClr val="lt1"/>
                </a:solidFill>
              </a:defRPr>
            </a:lvl3pPr>
            <a:lvl4pPr lvl="3" rtl="0">
              <a:lnSpc>
                <a:spcPct val="100000"/>
              </a:lnSpc>
              <a:spcBef>
                <a:spcPts val="0"/>
              </a:spcBef>
              <a:spcAft>
                <a:spcPts val="0"/>
              </a:spcAft>
              <a:buClr>
                <a:schemeClr val="lt1"/>
              </a:buClr>
              <a:buSzPts val="1100"/>
              <a:buNone/>
              <a:defRPr sz="1663">
                <a:solidFill>
                  <a:schemeClr val="lt1"/>
                </a:solidFill>
              </a:defRPr>
            </a:lvl4pPr>
            <a:lvl5pPr lvl="4" rtl="0">
              <a:lnSpc>
                <a:spcPct val="100000"/>
              </a:lnSpc>
              <a:spcBef>
                <a:spcPts val="0"/>
              </a:spcBef>
              <a:spcAft>
                <a:spcPts val="0"/>
              </a:spcAft>
              <a:buClr>
                <a:schemeClr val="lt1"/>
              </a:buClr>
              <a:buSzPts val="1100"/>
              <a:buNone/>
              <a:defRPr sz="1663">
                <a:solidFill>
                  <a:schemeClr val="lt1"/>
                </a:solidFill>
              </a:defRPr>
            </a:lvl5pPr>
            <a:lvl6pPr lvl="5" rtl="0">
              <a:lnSpc>
                <a:spcPct val="100000"/>
              </a:lnSpc>
              <a:spcBef>
                <a:spcPts val="0"/>
              </a:spcBef>
              <a:spcAft>
                <a:spcPts val="0"/>
              </a:spcAft>
              <a:buClr>
                <a:schemeClr val="lt1"/>
              </a:buClr>
              <a:buSzPts val="1100"/>
              <a:buNone/>
              <a:defRPr sz="1663">
                <a:solidFill>
                  <a:schemeClr val="lt1"/>
                </a:solidFill>
              </a:defRPr>
            </a:lvl6pPr>
            <a:lvl7pPr lvl="6" rtl="0">
              <a:lnSpc>
                <a:spcPct val="100000"/>
              </a:lnSpc>
              <a:spcBef>
                <a:spcPts val="0"/>
              </a:spcBef>
              <a:spcAft>
                <a:spcPts val="0"/>
              </a:spcAft>
              <a:buClr>
                <a:schemeClr val="lt1"/>
              </a:buClr>
              <a:buSzPts val="1100"/>
              <a:buNone/>
              <a:defRPr sz="1663">
                <a:solidFill>
                  <a:schemeClr val="lt1"/>
                </a:solidFill>
              </a:defRPr>
            </a:lvl7pPr>
            <a:lvl8pPr lvl="7" rtl="0">
              <a:lnSpc>
                <a:spcPct val="100000"/>
              </a:lnSpc>
              <a:spcBef>
                <a:spcPts val="0"/>
              </a:spcBef>
              <a:spcAft>
                <a:spcPts val="0"/>
              </a:spcAft>
              <a:buClr>
                <a:schemeClr val="lt1"/>
              </a:buClr>
              <a:buSzPts val="1100"/>
              <a:buNone/>
              <a:defRPr sz="1663">
                <a:solidFill>
                  <a:schemeClr val="lt1"/>
                </a:solidFill>
              </a:defRPr>
            </a:lvl8pPr>
            <a:lvl9pPr lvl="8" rtl="0">
              <a:lnSpc>
                <a:spcPct val="100000"/>
              </a:lnSpc>
              <a:spcBef>
                <a:spcPts val="0"/>
              </a:spcBef>
              <a:spcAft>
                <a:spcPts val="0"/>
              </a:spcAft>
              <a:buClr>
                <a:schemeClr val="lt1"/>
              </a:buClr>
              <a:buSzPts val="1100"/>
              <a:buNone/>
              <a:defRPr sz="1663">
                <a:solidFill>
                  <a:schemeClr val="lt1"/>
                </a:solidFill>
              </a:defRPr>
            </a:lvl9pPr>
          </a:lstStyle>
          <a:p>
            <a:endParaRPr dirty="0"/>
          </a:p>
        </p:txBody>
      </p:sp>
      <p:pic>
        <p:nvPicPr>
          <p:cNvPr id="4" name="Picture 3">
            <a:extLst>
              <a:ext uri="{FF2B5EF4-FFF2-40B4-BE49-F238E27FC236}">
                <a16:creationId xmlns:a16="http://schemas.microsoft.com/office/drawing/2014/main" id="{25E3525E-8B8F-48E9-A3C9-5E594654DC1C}"/>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04863A05-44BF-A821-5E52-6EC4CB022C2D}"/>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2" name="Slide Number Placeholder 5">
            <a:extLst>
              <a:ext uri="{FF2B5EF4-FFF2-40B4-BE49-F238E27FC236}">
                <a16:creationId xmlns:a16="http://schemas.microsoft.com/office/drawing/2014/main" id="{D00D3EC7-9B65-3686-2BC9-5C1E97FF23BD}"/>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8" name="Teardrop 7">
            <a:extLst>
              <a:ext uri="{FF2B5EF4-FFF2-40B4-BE49-F238E27FC236}">
                <a16:creationId xmlns:a16="http://schemas.microsoft.com/office/drawing/2014/main" id="{239E3C8D-EC6D-F540-C17C-D829B5B38102}"/>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0FFA5C91-EBFB-6A75-8FA8-E2939FF9BD69}"/>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552095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ur columns" userDrawn="1">
  <p:cSld name="Four columns">
    <p:bg>
      <p:bgPr>
        <a:solidFill>
          <a:schemeClr val="accent3"/>
        </a:solidFill>
        <a:effectLst/>
      </p:bgPr>
    </p:bg>
    <p:spTree>
      <p:nvGrpSpPr>
        <p:cNvPr id="1" name="Shape 46"/>
        <p:cNvGrpSpPr/>
        <p:nvPr/>
      </p:nvGrpSpPr>
      <p:grpSpPr>
        <a:xfrm>
          <a:off x="0" y="0"/>
          <a:ext cx="0" cy="0"/>
          <a:chOff x="0" y="0"/>
          <a:chExt cx="0" cy="0"/>
        </a:xfrm>
      </p:grpSpPr>
      <p:grpSp>
        <p:nvGrpSpPr>
          <p:cNvPr id="8" name="Google Shape;18;p3">
            <a:extLst>
              <a:ext uri="{FF2B5EF4-FFF2-40B4-BE49-F238E27FC236}">
                <a16:creationId xmlns:a16="http://schemas.microsoft.com/office/drawing/2014/main" id="{CD41D1AE-1F52-BB92-EC98-F59DD32EDDE9}"/>
              </a:ext>
            </a:extLst>
          </p:cNvPr>
          <p:cNvGrpSpPr/>
          <p:nvPr userDrawn="1"/>
        </p:nvGrpSpPr>
        <p:grpSpPr>
          <a:xfrm>
            <a:off x="-1" y="-61164"/>
            <a:ext cx="13817601" cy="2791656"/>
            <a:chOff x="-1689988" y="-40481"/>
            <a:chExt cx="10827478" cy="1231005"/>
          </a:xfrm>
          <a:gradFill>
            <a:gsLst>
              <a:gs pos="0">
                <a:schemeClr val="bg2"/>
              </a:gs>
              <a:gs pos="100000">
                <a:srgbClr val="3C747D"/>
              </a:gs>
            </a:gsLst>
            <a:lin ang="13500000" scaled="1"/>
          </a:gradFill>
        </p:grpSpPr>
        <p:sp>
          <p:nvSpPr>
            <p:cNvPr id="9" name="Google Shape;19;p3">
              <a:extLst>
                <a:ext uri="{FF2B5EF4-FFF2-40B4-BE49-F238E27FC236}">
                  <a16:creationId xmlns:a16="http://schemas.microsoft.com/office/drawing/2014/main" id="{76052698-C81D-CE12-2B62-EB34026D61F9}"/>
                </a:ext>
              </a:extLst>
            </p:cNvPr>
            <p:cNvSpPr/>
            <p:nvPr/>
          </p:nvSpPr>
          <p:spPr>
            <a:xfrm rot="10800000">
              <a:off x="-1689988" y="821099"/>
              <a:ext cx="10817972" cy="369425"/>
            </a:xfrm>
            <a:prstGeom prst="triangle">
              <a:avLst>
                <a:gd name="adj" fmla="val 50458"/>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sp>
          <p:nvSpPr>
            <p:cNvPr id="10" name="Google Shape;20;p3">
              <a:extLst>
                <a:ext uri="{FF2B5EF4-FFF2-40B4-BE49-F238E27FC236}">
                  <a16:creationId xmlns:a16="http://schemas.microsoft.com/office/drawing/2014/main" id="{D585E0D2-5DD4-D125-98BB-A14B4DAF29E9}"/>
                </a:ext>
              </a:extLst>
            </p:cNvPr>
            <p:cNvSpPr/>
            <p:nvPr/>
          </p:nvSpPr>
          <p:spPr>
            <a:xfrm>
              <a:off x="-1689988" y="-40481"/>
              <a:ext cx="10827478" cy="861583"/>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47" name="Google Shape;47;p6"/>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2116" b="0">
                <a:solidFill>
                  <a:schemeClr val="bg1"/>
                </a:solidFill>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dirty="0"/>
          </a:p>
        </p:txBody>
      </p:sp>
      <p:pic>
        <p:nvPicPr>
          <p:cNvPr id="3" name="Picture 2">
            <a:extLst>
              <a:ext uri="{FF2B5EF4-FFF2-40B4-BE49-F238E27FC236}">
                <a16:creationId xmlns:a16="http://schemas.microsoft.com/office/drawing/2014/main" id="{D8EAA7A0-B00E-E31D-C517-AFD2C92AE4F2}"/>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TextBox 5">
            <a:extLst>
              <a:ext uri="{FF2B5EF4-FFF2-40B4-BE49-F238E27FC236}">
                <a16:creationId xmlns:a16="http://schemas.microsoft.com/office/drawing/2014/main" id="{8282887D-A484-4D04-CD8E-45E7101AF430}"/>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accent6"/>
                </a:solidFill>
                <a:effectLst/>
                <a:uLnTx/>
                <a:uFillTx/>
                <a:latin typeface="Avenir Next LT Pro"/>
                <a:ea typeface="+mn-ea"/>
                <a:cs typeface="+mn-cs"/>
              </a:rPr>
              <a:t>Hands On</a:t>
            </a:r>
          </a:p>
        </p:txBody>
      </p:sp>
      <p:pic>
        <p:nvPicPr>
          <p:cNvPr id="2" name="Picture 1" descr="Icon&#10;&#10;Description automatically generated">
            <a:extLst>
              <a:ext uri="{FF2B5EF4-FFF2-40B4-BE49-F238E27FC236}">
                <a16:creationId xmlns:a16="http://schemas.microsoft.com/office/drawing/2014/main" id="{C86A608D-AB12-681D-BB3E-1BBD40C0B948}"/>
              </a:ext>
            </a:extLst>
          </p:cNvPr>
          <p:cNvPicPr>
            <a:picLocks noChangeAspect="1"/>
          </p:cNvPicPr>
          <p:nvPr userDrawn="1"/>
        </p:nvPicPr>
        <p:blipFill>
          <a:blip r:embed="rId3" cstate="screen">
            <a:duotone>
              <a:schemeClr val="accent4">
                <a:shade val="45000"/>
                <a:satMod val="135000"/>
              </a:schemeClr>
              <a:prstClr val="white"/>
            </a:duotone>
            <a:alphaModFix amt="20000"/>
            <a:extLst>
              <a:ext uri="{28A0092B-C50C-407E-A947-70E740481C1C}">
                <a14:useLocalDpi xmlns:a14="http://schemas.microsoft.com/office/drawing/2010/main"/>
              </a:ext>
            </a:extLst>
          </a:blip>
          <a:srcRect/>
          <a:stretch/>
        </p:blipFill>
        <p:spPr>
          <a:xfrm flipH="1">
            <a:off x="-45395" y="-307"/>
            <a:ext cx="1818033" cy="2451407"/>
          </a:xfrm>
          <a:prstGeom prst="rect">
            <a:avLst/>
          </a:prstGeom>
          <a:ln>
            <a:noFill/>
          </a:ln>
        </p:spPr>
      </p:pic>
      <p:sp>
        <p:nvSpPr>
          <p:cNvPr id="7" name="Slide Number Placeholder 5">
            <a:extLst>
              <a:ext uri="{FF2B5EF4-FFF2-40B4-BE49-F238E27FC236}">
                <a16:creationId xmlns:a16="http://schemas.microsoft.com/office/drawing/2014/main" id="{213D0758-65D1-061E-AEA2-D69F0D4198D5}"/>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11" name="Teardrop 10">
            <a:extLst>
              <a:ext uri="{FF2B5EF4-FFF2-40B4-BE49-F238E27FC236}">
                <a16:creationId xmlns:a16="http://schemas.microsoft.com/office/drawing/2014/main" id="{773C6A5C-8D1E-B7E7-8ABD-2FC3EB6330B5}"/>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12" name="Slide Number Placeholder 5">
            <a:extLst>
              <a:ext uri="{FF2B5EF4-FFF2-40B4-BE49-F238E27FC236}">
                <a16:creationId xmlns:a16="http://schemas.microsoft.com/office/drawing/2014/main" id="{A5B1FCAD-16DD-19CB-A61E-44FA7FB27B59}"/>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557637373"/>
      </p:ext>
    </p:extLst>
  </p:cSld>
  <p:clrMapOvr>
    <a:masterClrMapping/>
  </p:clrMapOvr>
  <p:extLst>
    <p:ext uri="{DCECCB84-F9BA-43D5-87BE-67443E8EF086}">
      <p15:sldGuideLst xmlns:p15="http://schemas.microsoft.com/office/powerpoint/2012/main">
        <p15:guide id="1" orient="horz" pos="1985">
          <p15:clr>
            <a:srgbClr val="FA7B17"/>
          </p15:clr>
        </p15:guide>
        <p15:guide id="2" orient="horz" pos="146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56"/>
        <p:cNvGrpSpPr/>
        <p:nvPr/>
      </p:nvGrpSpPr>
      <p:grpSpPr>
        <a:xfrm>
          <a:off x="0" y="0"/>
          <a:ext cx="0" cy="0"/>
          <a:chOff x="0" y="0"/>
          <a:chExt cx="0" cy="0"/>
        </a:xfrm>
      </p:grpSpPr>
      <p:sp>
        <p:nvSpPr>
          <p:cNvPr id="58" name="Google Shape;58;p7"/>
          <p:cNvSpPr/>
          <p:nvPr/>
        </p:nvSpPr>
        <p:spPr>
          <a:xfrm>
            <a:off x="-56639" y="-59729"/>
            <a:ext cx="5659033" cy="7891857"/>
          </a:xfrm>
          <a:custGeom>
            <a:avLst/>
            <a:gdLst>
              <a:gd name="connsiteX0" fmla="*/ 0 w 6145233"/>
              <a:gd name="connsiteY0" fmla="*/ 3458844 h 6917687"/>
              <a:gd name="connsiteX1" fmla="*/ 1185784 w 6145233"/>
              <a:gd name="connsiteY1" fmla="*/ 2 h 6917687"/>
              <a:gd name="connsiteX2" fmla="*/ 4959449 w 6145233"/>
              <a:gd name="connsiteY2" fmla="*/ 2 h 6917687"/>
              <a:gd name="connsiteX3" fmla="*/ 6145233 w 6145233"/>
              <a:gd name="connsiteY3" fmla="*/ 3458844 h 6917687"/>
              <a:gd name="connsiteX4" fmla="*/ 4959449 w 6145233"/>
              <a:gd name="connsiteY4" fmla="*/ 6917685 h 6917687"/>
              <a:gd name="connsiteX5" fmla="*/ 1185784 w 6145233"/>
              <a:gd name="connsiteY5" fmla="*/ 6917685 h 6917687"/>
              <a:gd name="connsiteX6" fmla="*/ 0 w 6145233"/>
              <a:gd name="connsiteY6" fmla="*/ 3458844 h 6917687"/>
              <a:gd name="connsiteX0" fmla="*/ 0 w 6145233"/>
              <a:gd name="connsiteY0" fmla="*/ 3458842 h 6917683"/>
              <a:gd name="connsiteX1" fmla="*/ 2633584 w 6145233"/>
              <a:gd name="connsiteY1" fmla="*/ 0 h 6917683"/>
              <a:gd name="connsiteX2" fmla="*/ 4959449 w 6145233"/>
              <a:gd name="connsiteY2" fmla="*/ 0 h 6917683"/>
              <a:gd name="connsiteX3" fmla="*/ 6145233 w 6145233"/>
              <a:gd name="connsiteY3" fmla="*/ 3458842 h 6917683"/>
              <a:gd name="connsiteX4" fmla="*/ 4959449 w 6145233"/>
              <a:gd name="connsiteY4" fmla="*/ 6917683 h 6917683"/>
              <a:gd name="connsiteX5" fmla="*/ 1185784 w 6145233"/>
              <a:gd name="connsiteY5" fmla="*/ 6917683 h 6917683"/>
              <a:gd name="connsiteX6" fmla="*/ 0 w 6145233"/>
              <a:gd name="connsiteY6" fmla="*/ 3458842 h 6917683"/>
              <a:gd name="connsiteX0" fmla="*/ 0 w 4959449"/>
              <a:gd name="connsiteY0" fmla="*/ 6917683 h 6917683"/>
              <a:gd name="connsiteX1" fmla="*/ 1447800 w 4959449"/>
              <a:gd name="connsiteY1" fmla="*/ 0 h 6917683"/>
              <a:gd name="connsiteX2" fmla="*/ 3773665 w 4959449"/>
              <a:gd name="connsiteY2" fmla="*/ 0 h 6917683"/>
              <a:gd name="connsiteX3" fmla="*/ 4959449 w 4959449"/>
              <a:gd name="connsiteY3" fmla="*/ 3458842 h 6917683"/>
              <a:gd name="connsiteX4" fmla="*/ 3773665 w 4959449"/>
              <a:gd name="connsiteY4" fmla="*/ 6917683 h 6917683"/>
              <a:gd name="connsiteX5" fmla="*/ 0 w 4959449"/>
              <a:gd name="connsiteY5" fmla="*/ 6917683 h 6917683"/>
              <a:gd name="connsiteX0" fmla="*/ 304800 w 3511649"/>
              <a:gd name="connsiteY0" fmla="*/ 6978643 h 6978643"/>
              <a:gd name="connsiteX1" fmla="*/ 0 w 3511649"/>
              <a:gd name="connsiteY1" fmla="*/ 0 h 6978643"/>
              <a:gd name="connsiteX2" fmla="*/ 2325865 w 3511649"/>
              <a:gd name="connsiteY2" fmla="*/ 0 h 6978643"/>
              <a:gd name="connsiteX3" fmla="*/ 3511649 w 3511649"/>
              <a:gd name="connsiteY3" fmla="*/ 3458842 h 6978643"/>
              <a:gd name="connsiteX4" fmla="*/ 2325865 w 3511649"/>
              <a:gd name="connsiteY4" fmla="*/ 6917683 h 6978643"/>
              <a:gd name="connsiteX5" fmla="*/ 304800 w 3511649"/>
              <a:gd name="connsiteY5" fmla="*/ 6978643 h 6978643"/>
              <a:gd name="connsiteX0" fmla="*/ 304800 w 3511649"/>
              <a:gd name="connsiteY0" fmla="*/ 6932923 h 6932923"/>
              <a:gd name="connsiteX1" fmla="*/ 0 w 3511649"/>
              <a:gd name="connsiteY1" fmla="*/ 0 h 6932923"/>
              <a:gd name="connsiteX2" fmla="*/ 2325865 w 3511649"/>
              <a:gd name="connsiteY2" fmla="*/ 0 h 6932923"/>
              <a:gd name="connsiteX3" fmla="*/ 3511649 w 3511649"/>
              <a:gd name="connsiteY3" fmla="*/ 3458842 h 6932923"/>
              <a:gd name="connsiteX4" fmla="*/ 2325865 w 3511649"/>
              <a:gd name="connsiteY4" fmla="*/ 6917683 h 6932923"/>
              <a:gd name="connsiteX5" fmla="*/ 304800 w 3511649"/>
              <a:gd name="connsiteY5" fmla="*/ 6932923 h 6932923"/>
              <a:gd name="connsiteX0" fmla="*/ 0 w 3206849"/>
              <a:gd name="connsiteY0" fmla="*/ 6932923 h 6932923"/>
              <a:gd name="connsiteX1" fmla="*/ 182880 w 3206849"/>
              <a:gd name="connsiteY1" fmla="*/ 45720 h 6932923"/>
              <a:gd name="connsiteX2" fmla="*/ 2021065 w 3206849"/>
              <a:gd name="connsiteY2" fmla="*/ 0 h 6932923"/>
              <a:gd name="connsiteX3" fmla="*/ 3206849 w 3206849"/>
              <a:gd name="connsiteY3" fmla="*/ 3458842 h 6932923"/>
              <a:gd name="connsiteX4" fmla="*/ 2021065 w 3206849"/>
              <a:gd name="connsiteY4" fmla="*/ 6917683 h 6932923"/>
              <a:gd name="connsiteX5" fmla="*/ 0 w 3206849"/>
              <a:gd name="connsiteY5" fmla="*/ 6932923 h 6932923"/>
              <a:gd name="connsiteX0" fmla="*/ 0 w 3206849"/>
              <a:gd name="connsiteY0" fmla="*/ 6932923 h 6932923"/>
              <a:gd name="connsiteX1" fmla="*/ 15240 w 3206849"/>
              <a:gd name="connsiteY1" fmla="*/ 30480 h 6932923"/>
              <a:gd name="connsiteX2" fmla="*/ 2021065 w 3206849"/>
              <a:gd name="connsiteY2" fmla="*/ 0 h 6932923"/>
              <a:gd name="connsiteX3" fmla="*/ 3206849 w 3206849"/>
              <a:gd name="connsiteY3" fmla="*/ 3458842 h 6932923"/>
              <a:gd name="connsiteX4" fmla="*/ 2021065 w 3206849"/>
              <a:gd name="connsiteY4" fmla="*/ 6917683 h 6932923"/>
              <a:gd name="connsiteX5" fmla="*/ 0 w 3206849"/>
              <a:gd name="connsiteY5" fmla="*/ 6932923 h 6932923"/>
              <a:gd name="connsiteX0" fmla="*/ 45720 w 3252569"/>
              <a:gd name="connsiteY0" fmla="*/ 6932923 h 6932923"/>
              <a:gd name="connsiteX1" fmla="*/ 0 w 3252569"/>
              <a:gd name="connsiteY1" fmla="*/ 15240 h 6932923"/>
              <a:gd name="connsiteX2" fmla="*/ 2066785 w 3252569"/>
              <a:gd name="connsiteY2" fmla="*/ 0 h 6932923"/>
              <a:gd name="connsiteX3" fmla="*/ 3252569 w 3252569"/>
              <a:gd name="connsiteY3" fmla="*/ 3458842 h 6932923"/>
              <a:gd name="connsiteX4" fmla="*/ 2066785 w 3252569"/>
              <a:gd name="connsiteY4" fmla="*/ 6917683 h 6932923"/>
              <a:gd name="connsiteX5" fmla="*/ 45720 w 3252569"/>
              <a:gd name="connsiteY5" fmla="*/ 6932923 h 6932923"/>
              <a:gd name="connsiteX0" fmla="*/ 30480 w 3252569"/>
              <a:gd name="connsiteY0" fmla="*/ 6963403 h 6963403"/>
              <a:gd name="connsiteX1" fmla="*/ 0 w 3252569"/>
              <a:gd name="connsiteY1" fmla="*/ 15240 h 6963403"/>
              <a:gd name="connsiteX2" fmla="*/ 2066785 w 3252569"/>
              <a:gd name="connsiteY2" fmla="*/ 0 h 6963403"/>
              <a:gd name="connsiteX3" fmla="*/ 3252569 w 3252569"/>
              <a:gd name="connsiteY3" fmla="*/ 3458842 h 6963403"/>
              <a:gd name="connsiteX4" fmla="*/ 2066785 w 3252569"/>
              <a:gd name="connsiteY4" fmla="*/ 6917683 h 6963403"/>
              <a:gd name="connsiteX5" fmla="*/ 30480 w 3252569"/>
              <a:gd name="connsiteY5" fmla="*/ 6963403 h 6963403"/>
              <a:gd name="connsiteX0" fmla="*/ 30480 w 3252569"/>
              <a:gd name="connsiteY0" fmla="*/ 6963403 h 6963403"/>
              <a:gd name="connsiteX1" fmla="*/ 0 w 3252569"/>
              <a:gd name="connsiteY1" fmla="*/ 15240 h 6963403"/>
              <a:gd name="connsiteX2" fmla="*/ 2066785 w 3252569"/>
              <a:gd name="connsiteY2" fmla="*/ 0 h 6963403"/>
              <a:gd name="connsiteX3" fmla="*/ 3252569 w 3252569"/>
              <a:gd name="connsiteY3" fmla="*/ 3458842 h 6963403"/>
              <a:gd name="connsiteX4" fmla="*/ 2082025 w 3252569"/>
              <a:gd name="connsiteY4" fmla="*/ 6963403 h 6963403"/>
              <a:gd name="connsiteX5" fmla="*/ 30480 w 3252569"/>
              <a:gd name="connsiteY5" fmla="*/ 6963403 h 6963403"/>
              <a:gd name="connsiteX0" fmla="*/ 30480 w 2833375"/>
              <a:gd name="connsiteY0" fmla="*/ 6963403 h 6963403"/>
              <a:gd name="connsiteX1" fmla="*/ 0 w 2833375"/>
              <a:gd name="connsiteY1" fmla="*/ 15240 h 6963403"/>
              <a:gd name="connsiteX2" fmla="*/ 2066785 w 2833375"/>
              <a:gd name="connsiteY2" fmla="*/ 0 h 6963403"/>
              <a:gd name="connsiteX3" fmla="*/ 2833375 w 2833375"/>
              <a:gd name="connsiteY3" fmla="*/ 3443602 h 6963403"/>
              <a:gd name="connsiteX4" fmla="*/ 2082025 w 2833375"/>
              <a:gd name="connsiteY4" fmla="*/ 6963403 h 6963403"/>
              <a:gd name="connsiteX5" fmla="*/ 30480 w 2833375"/>
              <a:gd name="connsiteY5" fmla="*/ 6963403 h 6963403"/>
              <a:gd name="connsiteX0" fmla="*/ 30480 w 2699941"/>
              <a:gd name="connsiteY0" fmla="*/ 6963403 h 6963403"/>
              <a:gd name="connsiteX1" fmla="*/ 0 w 2699941"/>
              <a:gd name="connsiteY1" fmla="*/ 15240 h 6963403"/>
              <a:gd name="connsiteX2" fmla="*/ 2066785 w 2699941"/>
              <a:gd name="connsiteY2" fmla="*/ 0 h 6963403"/>
              <a:gd name="connsiteX3" fmla="*/ 2699941 w 2699941"/>
              <a:gd name="connsiteY3" fmla="*/ 3550282 h 6963403"/>
              <a:gd name="connsiteX4" fmla="*/ 2082025 w 2699941"/>
              <a:gd name="connsiteY4" fmla="*/ 6963403 h 6963403"/>
              <a:gd name="connsiteX5" fmla="*/ 30480 w 2699941"/>
              <a:gd name="connsiteY5" fmla="*/ 6963403 h 6963403"/>
              <a:gd name="connsiteX0" fmla="*/ 30480 w 2466566"/>
              <a:gd name="connsiteY0" fmla="*/ 6963403 h 6963403"/>
              <a:gd name="connsiteX1" fmla="*/ 0 w 2466566"/>
              <a:gd name="connsiteY1" fmla="*/ 15240 h 6963403"/>
              <a:gd name="connsiteX2" fmla="*/ 2066785 w 2466566"/>
              <a:gd name="connsiteY2" fmla="*/ 0 h 6963403"/>
              <a:gd name="connsiteX3" fmla="*/ 2466566 w 2466566"/>
              <a:gd name="connsiteY3" fmla="*/ 3550282 h 6963403"/>
              <a:gd name="connsiteX4" fmla="*/ 2082025 w 2466566"/>
              <a:gd name="connsiteY4" fmla="*/ 6963403 h 6963403"/>
              <a:gd name="connsiteX5" fmla="*/ 30480 w 2466566"/>
              <a:gd name="connsiteY5" fmla="*/ 6963403 h 6963403"/>
              <a:gd name="connsiteX0" fmla="*/ 367 w 2466566"/>
              <a:gd name="connsiteY0" fmla="*/ 6948163 h 6963403"/>
              <a:gd name="connsiteX1" fmla="*/ 0 w 2466566"/>
              <a:gd name="connsiteY1" fmla="*/ 15240 h 6963403"/>
              <a:gd name="connsiteX2" fmla="*/ 2066785 w 2466566"/>
              <a:gd name="connsiteY2" fmla="*/ 0 h 6963403"/>
              <a:gd name="connsiteX3" fmla="*/ 2466566 w 2466566"/>
              <a:gd name="connsiteY3" fmla="*/ 3550282 h 6963403"/>
              <a:gd name="connsiteX4" fmla="*/ 2082025 w 2466566"/>
              <a:gd name="connsiteY4" fmla="*/ 6963403 h 6963403"/>
              <a:gd name="connsiteX5" fmla="*/ 367 w 2466566"/>
              <a:gd name="connsiteY5" fmla="*/ 6948163 h 696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566" h="6963403">
                <a:moveTo>
                  <a:pt x="367" y="6948163"/>
                </a:moveTo>
                <a:cubicBezTo>
                  <a:pt x="245" y="4637189"/>
                  <a:pt x="122" y="2326214"/>
                  <a:pt x="0" y="15240"/>
                </a:cubicBezTo>
                <a:lnTo>
                  <a:pt x="2066785" y="0"/>
                </a:lnTo>
                <a:lnTo>
                  <a:pt x="2466566" y="3550282"/>
                </a:lnTo>
                <a:lnTo>
                  <a:pt x="2082025" y="6963403"/>
                </a:lnTo>
                <a:lnTo>
                  <a:pt x="367" y="6948163"/>
                </a:lnTo>
                <a:close/>
              </a:path>
            </a:pathLst>
          </a:custGeom>
          <a:gradFill>
            <a:gsLst>
              <a:gs pos="0">
                <a:schemeClr val="accent5">
                  <a:lumMod val="50000"/>
                </a:schemeClr>
              </a:gs>
              <a:gs pos="100000">
                <a:schemeClr val="accent1">
                  <a:lumMod val="50000"/>
                </a:schemeClr>
              </a:gs>
            </a:gsLst>
            <a:lin ang="13500000" scaled="1"/>
          </a:gradFill>
          <a:ln>
            <a:noFill/>
          </a:ln>
          <a:effectLst>
            <a:outerShdw blurRad="50800" dist="38100" dir="8100000" algn="tr"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n-lt"/>
            </a:endParaRPr>
          </a:p>
        </p:txBody>
      </p:sp>
      <p:pic>
        <p:nvPicPr>
          <p:cNvPr id="2" name="Picture 1" descr="Icon&#10;&#10;Description automatically generated">
            <a:extLst>
              <a:ext uri="{FF2B5EF4-FFF2-40B4-BE49-F238E27FC236}">
                <a16:creationId xmlns:a16="http://schemas.microsoft.com/office/drawing/2014/main" id="{D8BB69C1-AC3A-5C1E-DC74-F5C2396D20E4}"/>
              </a:ext>
            </a:extLst>
          </p:cNvPr>
          <p:cNvPicPr>
            <a:picLocks noChangeAspect="1"/>
          </p:cNvPicPr>
          <p:nvPr userDrawn="1"/>
        </p:nvPicPr>
        <p:blipFill>
          <a:blip r:embed="rId2" cstate="print">
            <a:duotone>
              <a:schemeClr val="accent4">
                <a:shade val="45000"/>
                <a:satMod val="135000"/>
              </a:schemeClr>
              <a:prstClr val="white"/>
            </a:duotone>
            <a:alphaModFix amt="5000"/>
            <a:extLst>
              <a:ext uri="{28A0092B-C50C-407E-A947-70E740481C1C}">
                <a14:useLocalDpi xmlns:a14="http://schemas.microsoft.com/office/drawing/2010/main"/>
              </a:ext>
            </a:extLst>
          </a:blip>
          <a:srcRect/>
          <a:stretch/>
        </p:blipFill>
        <p:spPr>
          <a:xfrm flipH="1">
            <a:off x="0" y="1434828"/>
            <a:ext cx="4611624" cy="6218240"/>
          </a:xfrm>
          <a:prstGeom prst="rect">
            <a:avLst/>
          </a:prstGeom>
          <a:ln>
            <a:noFill/>
          </a:ln>
        </p:spPr>
      </p:pic>
      <p:sp>
        <p:nvSpPr>
          <p:cNvPr id="59" name="Google Shape;59;p7"/>
          <p:cNvSpPr txBox="1">
            <a:spLocks noGrp="1"/>
          </p:cNvSpPr>
          <p:nvPr>
            <p:ph type="ctrTitle"/>
          </p:nvPr>
        </p:nvSpPr>
        <p:spPr>
          <a:xfrm>
            <a:off x="1179265" y="1260440"/>
            <a:ext cx="4958560" cy="1213573"/>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800"/>
              <a:buNone/>
              <a:defRPr sz="2720">
                <a:solidFill>
                  <a:schemeClr val="tx1"/>
                </a:solidFill>
                <a:latin typeface="+mn-lt"/>
              </a:defRPr>
            </a:lvl1pPr>
            <a:lvl2pPr lvl="1" algn="r" rtl="0">
              <a:spcBef>
                <a:spcPts val="0"/>
              </a:spcBef>
              <a:spcAft>
                <a:spcPts val="0"/>
              </a:spcAft>
              <a:buSzPts val="1400"/>
              <a:buNone/>
              <a:defRPr sz="2116"/>
            </a:lvl2pPr>
            <a:lvl3pPr lvl="2" algn="r" rtl="0">
              <a:spcBef>
                <a:spcPts val="0"/>
              </a:spcBef>
              <a:spcAft>
                <a:spcPts val="0"/>
              </a:spcAft>
              <a:buSzPts val="1400"/>
              <a:buNone/>
              <a:defRPr sz="2116"/>
            </a:lvl3pPr>
            <a:lvl4pPr lvl="3" algn="r" rtl="0">
              <a:spcBef>
                <a:spcPts val="0"/>
              </a:spcBef>
              <a:spcAft>
                <a:spcPts val="0"/>
              </a:spcAft>
              <a:buSzPts val="1400"/>
              <a:buNone/>
              <a:defRPr sz="2116"/>
            </a:lvl4pPr>
            <a:lvl5pPr lvl="4" algn="r" rtl="0">
              <a:spcBef>
                <a:spcPts val="0"/>
              </a:spcBef>
              <a:spcAft>
                <a:spcPts val="0"/>
              </a:spcAft>
              <a:buSzPts val="1400"/>
              <a:buNone/>
              <a:defRPr sz="2116"/>
            </a:lvl5pPr>
            <a:lvl6pPr lvl="5" algn="r" rtl="0">
              <a:spcBef>
                <a:spcPts val="0"/>
              </a:spcBef>
              <a:spcAft>
                <a:spcPts val="0"/>
              </a:spcAft>
              <a:buSzPts val="1400"/>
              <a:buNone/>
              <a:defRPr sz="2116"/>
            </a:lvl6pPr>
            <a:lvl7pPr lvl="6" algn="r" rtl="0">
              <a:spcBef>
                <a:spcPts val="0"/>
              </a:spcBef>
              <a:spcAft>
                <a:spcPts val="0"/>
              </a:spcAft>
              <a:buSzPts val="1400"/>
              <a:buNone/>
              <a:defRPr sz="2116"/>
            </a:lvl7pPr>
            <a:lvl8pPr lvl="7" algn="r" rtl="0">
              <a:spcBef>
                <a:spcPts val="0"/>
              </a:spcBef>
              <a:spcAft>
                <a:spcPts val="0"/>
              </a:spcAft>
              <a:buSzPts val="1400"/>
              <a:buNone/>
              <a:defRPr sz="2116"/>
            </a:lvl8pPr>
            <a:lvl9pPr lvl="8" algn="r" rtl="0">
              <a:spcBef>
                <a:spcPts val="0"/>
              </a:spcBef>
              <a:spcAft>
                <a:spcPts val="0"/>
              </a:spcAft>
              <a:buSzPts val="1400"/>
              <a:buNone/>
              <a:defRPr sz="2116"/>
            </a:lvl9pPr>
          </a:lstStyle>
          <a:p>
            <a:endParaRPr/>
          </a:p>
        </p:txBody>
      </p:sp>
      <p:sp>
        <p:nvSpPr>
          <p:cNvPr id="60" name="Google Shape;60;p7"/>
          <p:cNvSpPr txBox="1">
            <a:spLocks noGrp="1"/>
          </p:cNvSpPr>
          <p:nvPr>
            <p:ph type="title" idx="2" hasCustomPrompt="1"/>
          </p:nvPr>
        </p:nvSpPr>
        <p:spPr>
          <a:xfrm>
            <a:off x="9428923" y="2098166"/>
            <a:ext cx="3209413" cy="1213573"/>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Font typeface="Nunito Sans ExtraBold"/>
              <a:buNone/>
              <a:defRPr sz="7253" b="0">
                <a:solidFill>
                  <a:schemeClr val="bg1"/>
                </a:solidFill>
                <a:latin typeface="+mn-lt"/>
                <a:ea typeface="Nunito Sans ExtraBold"/>
                <a:cs typeface="Nunito Sans ExtraBold"/>
                <a:sym typeface="Nunito Sans ExtraBold"/>
              </a:defRPr>
            </a:lvl1pPr>
            <a:lvl2pPr lvl="1"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2pPr>
            <a:lvl3pPr lvl="2"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3pPr>
            <a:lvl4pPr lvl="3"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4pPr>
            <a:lvl5pPr lvl="4"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5pPr>
            <a:lvl6pPr lvl="5"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6pPr>
            <a:lvl7pPr lvl="6"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7pPr>
            <a:lvl8pPr lvl="7"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8pPr>
            <a:lvl9pPr lvl="8"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9pPr>
          </a:lstStyle>
          <a:p>
            <a:r>
              <a:rPr dirty="0"/>
              <a:t>xx%</a:t>
            </a:r>
          </a:p>
        </p:txBody>
      </p:sp>
      <p:sp>
        <p:nvSpPr>
          <p:cNvPr id="3" name="Slide Number Placeholder 5">
            <a:extLst>
              <a:ext uri="{FF2B5EF4-FFF2-40B4-BE49-F238E27FC236}">
                <a16:creationId xmlns:a16="http://schemas.microsoft.com/office/drawing/2014/main" id="{1188D670-0452-269B-48ED-9FADC4AA50D4}"/>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4" name="Teardrop 3">
            <a:extLst>
              <a:ext uri="{FF2B5EF4-FFF2-40B4-BE49-F238E27FC236}">
                <a16:creationId xmlns:a16="http://schemas.microsoft.com/office/drawing/2014/main" id="{0664B82B-CBB4-1F7B-3995-552FC14EA7D0}"/>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5" name="Slide Number Placeholder 5">
            <a:extLst>
              <a:ext uri="{FF2B5EF4-FFF2-40B4-BE49-F238E27FC236}">
                <a16:creationId xmlns:a16="http://schemas.microsoft.com/office/drawing/2014/main" id="{154BDBF0-9F51-C2AD-DF8D-29F47C274D04}"/>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68208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subtitle 2">
  <p:cSld name="Title + subtitle 2">
    <p:spTree>
      <p:nvGrpSpPr>
        <p:cNvPr id="1" name="Shape 61"/>
        <p:cNvGrpSpPr/>
        <p:nvPr/>
      </p:nvGrpSpPr>
      <p:grpSpPr>
        <a:xfrm>
          <a:off x="0" y="0"/>
          <a:ext cx="0" cy="0"/>
          <a:chOff x="0" y="0"/>
          <a:chExt cx="0" cy="0"/>
        </a:xfrm>
      </p:grpSpPr>
      <p:grpSp>
        <p:nvGrpSpPr>
          <p:cNvPr id="62" name="Google Shape;62;p8"/>
          <p:cNvGrpSpPr/>
          <p:nvPr/>
        </p:nvGrpSpPr>
        <p:grpSpPr>
          <a:xfrm>
            <a:off x="1" y="-28559"/>
            <a:ext cx="7700433" cy="7815352"/>
            <a:chOff x="0" y="-9525"/>
            <a:chExt cx="3117488" cy="5171924"/>
          </a:xfrm>
          <a:solidFill>
            <a:schemeClr val="bg2"/>
          </a:solidFill>
          <a:effectLst>
            <a:outerShdw blurRad="50800" dist="38100" algn="l" rotWithShape="0">
              <a:prstClr val="black">
                <a:alpha val="40000"/>
              </a:prstClr>
            </a:outerShdw>
          </a:effectLst>
        </p:grpSpPr>
        <p:sp>
          <p:nvSpPr>
            <p:cNvPr id="63" name="Google Shape;63;p8"/>
            <p:cNvSpPr/>
            <p:nvPr/>
          </p:nvSpPr>
          <p:spPr>
            <a:xfrm>
              <a:off x="279000" y="-9525"/>
              <a:ext cx="2838488" cy="5171924"/>
            </a:xfrm>
            <a:custGeom>
              <a:avLst/>
              <a:gdLst>
                <a:gd name="connsiteX0" fmla="*/ 1524 w 110490"/>
                <a:gd name="connsiteY0" fmla="*/ 0 h 204359"/>
                <a:gd name="connsiteX1" fmla="*/ 110490 w 110490"/>
                <a:gd name="connsiteY1" fmla="*/ 0 h 204359"/>
                <a:gd name="connsiteX2" fmla="*/ 69358 w 110490"/>
                <a:gd name="connsiteY2" fmla="*/ 204359 h 204359"/>
                <a:gd name="connsiteX3" fmla="*/ 0 w 110490"/>
                <a:gd name="connsiteY3" fmla="*/ 204359 h 204359"/>
                <a:gd name="connsiteX4" fmla="*/ 1524 w 110490"/>
                <a:gd name="connsiteY4" fmla="*/ 0 h 204359"/>
                <a:gd name="connsiteX0" fmla="*/ 1524 w 110490"/>
                <a:gd name="connsiteY0" fmla="*/ 0 h 204736"/>
                <a:gd name="connsiteX1" fmla="*/ 110490 w 110490"/>
                <a:gd name="connsiteY1" fmla="*/ 0 h 204736"/>
                <a:gd name="connsiteX2" fmla="*/ 74802 w 110490"/>
                <a:gd name="connsiteY2" fmla="*/ 204736 h 204736"/>
                <a:gd name="connsiteX3" fmla="*/ 0 w 110490"/>
                <a:gd name="connsiteY3" fmla="*/ 204359 h 204736"/>
                <a:gd name="connsiteX4" fmla="*/ 1524 w 110490"/>
                <a:gd name="connsiteY4" fmla="*/ 0 h 204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0" h="204736" extrusionOk="0">
                  <a:moveTo>
                    <a:pt x="1524" y="0"/>
                  </a:moveTo>
                  <a:lnTo>
                    <a:pt x="110490" y="0"/>
                  </a:lnTo>
                  <a:lnTo>
                    <a:pt x="74802" y="204736"/>
                  </a:lnTo>
                  <a:lnTo>
                    <a:pt x="0" y="204359"/>
                  </a:lnTo>
                  <a:lnTo>
                    <a:pt x="1524" y="0"/>
                  </a:lnTo>
                  <a:close/>
                </a:path>
              </a:pathLst>
            </a:custGeom>
            <a:grpFill/>
            <a:ln>
              <a:noFill/>
            </a:ln>
          </p:spPr>
        </p:sp>
        <p:sp>
          <p:nvSpPr>
            <p:cNvPr id="64" name="Google Shape;64;p8"/>
            <p:cNvSpPr/>
            <p:nvPr/>
          </p:nvSpPr>
          <p:spPr>
            <a:xfrm>
              <a:off x="0" y="-9525"/>
              <a:ext cx="558000" cy="5162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65" name="Google Shape;65;p8"/>
          <p:cNvSpPr txBox="1">
            <a:spLocks noGrp="1"/>
          </p:cNvSpPr>
          <p:nvPr>
            <p:ph type="ctrTitle"/>
          </p:nvPr>
        </p:nvSpPr>
        <p:spPr>
          <a:xfrm>
            <a:off x="923095" y="612508"/>
            <a:ext cx="2625253" cy="1429813"/>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2pPr>
            <a:lvl3pPr lvl="2"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3pPr>
            <a:lvl4pPr lvl="3"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4pPr>
            <a:lvl5pPr lvl="4"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5pPr>
            <a:lvl6pPr lvl="5"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6pPr>
            <a:lvl7pPr lvl="6"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7pPr>
            <a:lvl8pPr lvl="7"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8pPr>
            <a:lvl9pPr lvl="8"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9pPr>
          </a:lstStyle>
          <a:p>
            <a:endParaRPr/>
          </a:p>
        </p:txBody>
      </p:sp>
      <p:sp>
        <p:nvSpPr>
          <p:cNvPr id="66" name="Google Shape;66;p8"/>
          <p:cNvSpPr txBox="1">
            <a:spLocks noGrp="1"/>
          </p:cNvSpPr>
          <p:nvPr>
            <p:ph type="ctrTitle" idx="2"/>
          </p:nvPr>
        </p:nvSpPr>
        <p:spPr>
          <a:xfrm>
            <a:off x="8672724" y="2507699"/>
            <a:ext cx="4382373" cy="1466533"/>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1300"/>
              <a:buNone/>
              <a:defRPr sz="1964">
                <a:solidFill>
                  <a:schemeClr val="dk1"/>
                </a:solidFill>
              </a:defRPr>
            </a:lvl1pPr>
            <a:lvl2pPr lvl="1" rtl="0">
              <a:spcBef>
                <a:spcPts val="0"/>
              </a:spcBef>
              <a:spcAft>
                <a:spcPts val="0"/>
              </a:spcAft>
              <a:buClr>
                <a:schemeClr val="dk1"/>
              </a:buClr>
              <a:buSzPts val="1400"/>
              <a:buNone/>
              <a:defRPr sz="2116">
                <a:solidFill>
                  <a:schemeClr val="dk1"/>
                </a:solidFill>
              </a:defRPr>
            </a:lvl2pPr>
            <a:lvl3pPr lvl="2" rtl="0">
              <a:spcBef>
                <a:spcPts val="0"/>
              </a:spcBef>
              <a:spcAft>
                <a:spcPts val="0"/>
              </a:spcAft>
              <a:buClr>
                <a:schemeClr val="dk1"/>
              </a:buClr>
              <a:buSzPts val="1400"/>
              <a:buNone/>
              <a:defRPr sz="2116">
                <a:solidFill>
                  <a:schemeClr val="dk1"/>
                </a:solidFill>
              </a:defRPr>
            </a:lvl3pPr>
            <a:lvl4pPr lvl="3" rtl="0">
              <a:spcBef>
                <a:spcPts val="0"/>
              </a:spcBef>
              <a:spcAft>
                <a:spcPts val="0"/>
              </a:spcAft>
              <a:buClr>
                <a:schemeClr val="dk1"/>
              </a:buClr>
              <a:buSzPts val="1400"/>
              <a:buNone/>
              <a:defRPr sz="2116">
                <a:solidFill>
                  <a:schemeClr val="dk1"/>
                </a:solidFill>
              </a:defRPr>
            </a:lvl4pPr>
            <a:lvl5pPr lvl="4" rtl="0">
              <a:spcBef>
                <a:spcPts val="0"/>
              </a:spcBef>
              <a:spcAft>
                <a:spcPts val="0"/>
              </a:spcAft>
              <a:buClr>
                <a:schemeClr val="dk1"/>
              </a:buClr>
              <a:buSzPts val="1400"/>
              <a:buNone/>
              <a:defRPr sz="2116">
                <a:solidFill>
                  <a:schemeClr val="dk1"/>
                </a:solidFill>
              </a:defRPr>
            </a:lvl5pPr>
            <a:lvl6pPr lvl="5" rtl="0">
              <a:spcBef>
                <a:spcPts val="0"/>
              </a:spcBef>
              <a:spcAft>
                <a:spcPts val="0"/>
              </a:spcAft>
              <a:buClr>
                <a:schemeClr val="dk1"/>
              </a:buClr>
              <a:buSzPts val="1400"/>
              <a:buNone/>
              <a:defRPr sz="2116">
                <a:solidFill>
                  <a:schemeClr val="dk1"/>
                </a:solidFill>
              </a:defRPr>
            </a:lvl6pPr>
            <a:lvl7pPr lvl="6" rtl="0">
              <a:spcBef>
                <a:spcPts val="0"/>
              </a:spcBef>
              <a:spcAft>
                <a:spcPts val="0"/>
              </a:spcAft>
              <a:buClr>
                <a:schemeClr val="dk1"/>
              </a:buClr>
              <a:buSzPts val="1400"/>
              <a:buNone/>
              <a:defRPr sz="2116">
                <a:solidFill>
                  <a:schemeClr val="dk1"/>
                </a:solidFill>
              </a:defRPr>
            </a:lvl7pPr>
            <a:lvl8pPr lvl="7" rtl="0">
              <a:spcBef>
                <a:spcPts val="0"/>
              </a:spcBef>
              <a:spcAft>
                <a:spcPts val="0"/>
              </a:spcAft>
              <a:buClr>
                <a:schemeClr val="dk1"/>
              </a:buClr>
              <a:buSzPts val="1400"/>
              <a:buNone/>
              <a:defRPr sz="2116">
                <a:solidFill>
                  <a:schemeClr val="dk1"/>
                </a:solidFill>
              </a:defRPr>
            </a:lvl8pPr>
            <a:lvl9pPr lvl="8" rtl="0">
              <a:spcBef>
                <a:spcPts val="0"/>
              </a:spcBef>
              <a:spcAft>
                <a:spcPts val="0"/>
              </a:spcAft>
              <a:buClr>
                <a:schemeClr val="dk1"/>
              </a:buClr>
              <a:buSzPts val="1400"/>
              <a:buNone/>
              <a:defRPr sz="2116">
                <a:solidFill>
                  <a:schemeClr val="dk1"/>
                </a:solidFill>
              </a:defRPr>
            </a:lvl9pPr>
          </a:lstStyle>
          <a:p>
            <a:endParaRPr/>
          </a:p>
        </p:txBody>
      </p:sp>
      <p:sp>
        <p:nvSpPr>
          <p:cNvPr id="67" name="Google Shape;67;p8"/>
          <p:cNvSpPr txBox="1">
            <a:spLocks noGrp="1"/>
          </p:cNvSpPr>
          <p:nvPr>
            <p:ph type="subTitle" idx="1"/>
          </p:nvPr>
        </p:nvSpPr>
        <p:spPr>
          <a:xfrm>
            <a:off x="8672724" y="3798169"/>
            <a:ext cx="3785333" cy="1466533"/>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100"/>
              <a:buNone/>
              <a:defRPr sz="1663">
                <a:solidFill>
                  <a:schemeClr val="dk1"/>
                </a:solidFill>
              </a:defRPr>
            </a:lvl1pPr>
            <a:lvl2pPr lvl="1" rtl="0">
              <a:lnSpc>
                <a:spcPct val="100000"/>
              </a:lnSpc>
              <a:spcBef>
                <a:spcPts val="0"/>
              </a:spcBef>
              <a:spcAft>
                <a:spcPts val="0"/>
              </a:spcAft>
              <a:buClr>
                <a:schemeClr val="dk1"/>
              </a:buClr>
              <a:buSzPts val="1100"/>
              <a:buNone/>
              <a:defRPr sz="1663">
                <a:solidFill>
                  <a:schemeClr val="dk1"/>
                </a:solidFill>
              </a:defRPr>
            </a:lvl2pPr>
            <a:lvl3pPr lvl="2" rtl="0">
              <a:lnSpc>
                <a:spcPct val="100000"/>
              </a:lnSpc>
              <a:spcBef>
                <a:spcPts val="0"/>
              </a:spcBef>
              <a:spcAft>
                <a:spcPts val="0"/>
              </a:spcAft>
              <a:buClr>
                <a:schemeClr val="dk1"/>
              </a:buClr>
              <a:buSzPts val="1100"/>
              <a:buNone/>
              <a:defRPr sz="1663">
                <a:solidFill>
                  <a:schemeClr val="dk1"/>
                </a:solidFill>
              </a:defRPr>
            </a:lvl3pPr>
            <a:lvl4pPr lvl="3" rtl="0">
              <a:lnSpc>
                <a:spcPct val="100000"/>
              </a:lnSpc>
              <a:spcBef>
                <a:spcPts val="0"/>
              </a:spcBef>
              <a:spcAft>
                <a:spcPts val="0"/>
              </a:spcAft>
              <a:buClr>
                <a:schemeClr val="dk1"/>
              </a:buClr>
              <a:buSzPts val="1100"/>
              <a:buNone/>
              <a:defRPr sz="1663">
                <a:solidFill>
                  <a:schemeClr val="dk1"/>
                </a:solidFill>
              </a:defRPr>
            </a:lvl4pPr>
            <a:lvl5pPr lvl="4" rtl="0">
              <a:lnSpc>
                <a:spcPct val="100000"/>
              </a:lnSpc>
              <a:spcBef>
                <a:spcPts val="0"/>
              </a:spcBef>
              <a:spcAft>
                <a:spcPts val="0"/>
              </a:spcAft>
              <a:buClr>
                <a:schemeClr val="dk1"/>
              </a:buClr>
              <a:buSzPts val="1100"/>
              <a:buNone/>
              <a:defRPr sz="1663">
                <a:solidFill>
                  <a:schemeClr val="dk1"/>
                </a:solidFill>
              </a:defRPr>
            </a:lvl5pPr>
            <a:lvl6pPr lvl="5" rtl="0">
              <a:lnSpc>
                <a:spcPct val="100000"/>
              </a:lnSpc>
              <a:spcBef>
                <a:spcPts val="0"/>
              </a:spcBef>
              <a:spcAft>
                <a:spcPts val="0"/>
              </a:spcAft>
              <a:buClr>
                <a:schemeClr val="dk1"/>
              </a:buClr>
              <a:buSzPts val="1100"/>
              <a:buNone/>
              <a:defRPr sz="1663">
                <a:solidFill>
                  <a:schemeClr val="dk1"/>
                </a:solidFill>
              </a:defRPr>
            </a:lvl6pPr>
            <a:lvl7pPr lvl="6" rtl="0">
              <a:lnSpc>
                <a:spcPct val="100000"/>
              </a:lnSpc>
              <a:spcBef>
                <a:spcPts val="0"/>
              </a:spcBef>
              <a:spcAft>
                <a:spcPts val="0"/>
              </a:spcAft>
              <a:buClr>
                <a:schemeClr val="dk1"/>
              </a:buClr>
              <a:buSzPts val="1100"/>
              <a:buNone/>
              <a:defRPr sz="1663">
                <a:solidFill>
                  <a:schemeClr val="dk1"/>
                </a:solidFill>
              </a:defRPr>
            </a:lvl7pPr>
            <a:lvl8pPr lvl="7" rtl="0">
              <a:lnSpc>
                <a:spcPct val="100000"/>
              </a:lnSpc>
              <a:spcBef>
                <a:spcPts val="0"/>
              </a:spcBef>
              <a:spcAft>
                <a:spcPts val="0"/>
              </a:spcAft>
              <a:buClr>
                <a:schemeClr val="dk1"/>
              </a:buClr>
              <a:buSzPts val="1100"/>
              <a:buNone/>
              <a:defRPr sz="1663">
                <a:solidFill>
                  <a:schemeClr val="dk1"/>
                </a:solidFill>
              </a:defRPr>
            </a:lvl8pPr>
            <a:lvl9pPr lvl="8" rtl="0">
              <a:lnSpc>
                <a:spcPct val="100000"/>
              </a:lnSpc>
              <a:spcBef>
                <a:spcPts val="0"/>
              </a:spcBef>
              <a:spcAft>
                <a:spcPts val="0"/>
              </a:spcAft>
              <a:buClr>
                <a:schemeClr val="dk1"/>
              </a:buClr>
              <a:buSzPts val="1100"/>
              <a:buNone/>
              <a:defRPr sz="1663">
                <a:solidFill>
                  <a:schemeClr val="dk1"/>
                </a:solidFill>
              </a:defRPr>
            </a:lvl9pPr>
          </a:lstStyle>
          <a:p>
            <a:endParaRPr/>
          </a:p>
        </p:txBody>
      </p:sp>
      <p:pic>
        <p:nvPicPr>
          <p:cNvPr id="2" name="Picture 1">
            <a:extLst>
              <a:ext uri="{FF2B5EF4-FFF2-40B4-BE49-F238E27FC236}">
                <a16:creationId xmlns:a16="http://schemas.microsoft.com/office/drawing/2014/main" id="{CFA78615-E6CA-7127-D09E-4BBD5279E7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5" name="TextBox 4">
            <a:extLst>
              <a:ext uri="{FF2B5EF4-FFF2-40B4-BE49-F238E27FC236}">
                <a16:creationId xmlns:a16="http://schemas.microsoft.com/office/drawing/2014/main" id="{88D631BF-BC3D-1FEF-7E95-F2796BA99711}"/>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6" name="Slide Number Placeholder 5">
            <a:extLst>
              <a:ext uri="{FF2B5EF4-FFF2-40B4-BE49-F238E27FC236}">
                <a16:creationId xmlns:a16="http://schemas.microsoft.com/office/drawing/2014/main" id="{2B1964EC-5AF5-43E4-87FB-F445A23D48BD}"/>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ardrop 6">
            <a:extLst>
              <a:ext uri="{FF2B5EF4-FFF2-40B4-BE49-F238E27FC236}">
                <a16:creationId xmlns:a16="http://schemas.microsoft.com/office/drawing/2014/main" id="{3D7729B7-FC11-EAB7-0E38-3E35D4ED2776}"/>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8" name="Slide Number Placeholder 5">
            <a:extLst>
              <a:ext uri="{FF2B5EF4-FFF2-40B4-BE49-F238E27FC236}">
                <a16:creationId xmlns:a16="http://schemas.microsoft.com/office/drawing/2014/main" id="{487A3D17-8858-8A4F-81E1-31256B53A3B6}"/>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653102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 userDrawn="1">
  <p:cSld name="Title + design ">
    <p:spTree>
      <p:nvGrpSpPr>
        <p:cNvPr id="1" name="Shape 82"/>
        <p:cNvGrpSpPr/>
        <p:nvPr/>
      </p:nvGrpSpPr>
      <p:grpSpPr>
        <a:xfrm>
          <a:off x="0" y="0"/>
          <a:ext cx="0" cy="0"/>
          <a:chOff x="0" y="0"/>
          <a:chExt cx="0" cy="0"/>
        </a:xfrm>
      </p:grpSpPr>
      <p:pic>
        <p:nvPicPr>
          <p:cNvPr id="2" name="Picture 1">
            <a:extLst>
              <a:ext uri="{FF2B5EF4-FFF2-40B4-BE49-F238E27FC236}">
                <a16:creationId xmlns:a16="http://schemas.microsoft.com/office/drawing/2014/main" id="{EB1CDBB3-8E8D-B7FC-1AAC-9016934FE01E}"/>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3" name="Teardrop 2">
            <a:extLst>
              <a:ext uri="{FF2B5EF4-FFF2-40B4-BE49-F238E27FC236}">
                <a16:creationId xmlns:a16="http://schemas.microsoft.com/office/drawing/2014/main" id="{C2F89A1E-6E37-3E00-62CD-0468D8145750}"/>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FE7010D5-5706-3D96-583A-D545CA82C029}"/>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DB5234E0-82CA-9E0E-86AC-545C829F035A}"/>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accent6"/>
                </a:solidFill>
                <a:effectLst/>
                <a:uLnTx/>
                <a:uFillTx/>
                <a:latin typeface="Avenir Next LT Pro"/>
                <a:ea typeface="+mn-ea"/>
                <a:cs typeface="+mn-cs"/>
              </a:rPr>
              <a:t>Hands On</a:t>
            </a:r>
          </a:p>
        </p:txBody>
      </p:sp>
      <p:pic>
        <p:nvPicPr>
          <p:cNvPr id="6" name="Picture 5" descr="Icon&#10;&#10;Description automatically generated">
            <a:extLst>
              <a:ext uri="{FF2B5EF4-FFF2-40B4-BE49-F238E27FC236}">
                <a16:creationId xmlns:a16="http://schemas.microsoft.com/office/drawing/2014/main" id="{C0B0C2EF-55B7-BD82-EBA4-86B8EB642EE0}"/>
              </a:ext>
            </a:extLst>
          </p:cNvPr>
          <p:cNvPicPr>
            <a:picLocks noChangeAspect="1"/>
          </p:cNvPicPr>
          <p:nvPr userDrawn="1"/>
        </p:nvPicPr>
        <p:blipFill>
          <a:blip r:embed="rId3" cstate="print">
            <a:duotone>
              <a:schemeClr val="accent4">
                <a:shade val="45000"/>
                <a:satMod val="135000"/>
              </a:schemeClr>
              <a:prstClr val="white"/>
            </a:duotone>
            <a:alphaModFix amt="35000"/>
            <a:extLst>
              <a:ext uri="{28A0092B-C50C-407E-A947-70E740481C1C}">
                <a14:useLocalDpi xmlns:a14="http://schemas.microsoft.com/office/drawing/2010/main"/>
              </a:ext>
            </a:extLst>
          </a:blip>
          <a:srcRect/>
          <a:stretch/>
        </p:blipFill>
        <p:spPr>
          <a:xfrm flipH="1">
            <a:off x="-9954" y="1090766"/>
            <a:ext cx="4470635" cy="6028133"/>
          </a:xfrm>
          <a:prstGeom prst="rect">
            <a:avLst/>
          </a:prstGeom>
          <a:ln>
            <a:noFill/>
          </a:ln>
        </p:spPr>
      </p:pic>
    </p:spTree>
    <p:extLst>
      <p:ext uri="{BB962C8B-B14F-4D97-AF65-F5344CB8AC3E}">
        <p14:creationId xmlns:p14="http://schemas.microsoft.com/office/powerpoint/2010/main" val="4258558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Design 1">
  <p:cSld name="Title + Design 1">
    <p:spTree>
      <p:nvGrpSpPr>
        <p:cNvPr id="1" name="Shape 84"/>
        <p:cNvGrpSpPr/>
        <p:nvPr/>
      </p:nvGrpSpPr>
      <p:grpSpPr>
        <a:xfrm>
          <a:off x="0" y="0"/>
          <a:ext cx="0" cy="0"/>
          <a:chOff x="0" y="0"/>
          <a:chExt cx="0" cy="0"/>
        </a:xfrm>
      </p:grpSpPr>
      <p:sp>
        <p:nvSpPr>
          <p:cNvPr id="85" name="Google Shape;85;p12"/>
          <p:cNvSpPr txBox="1">
            <a:spLocks noGrp="1"/>
          </p:cNvSpPr>
          <p:nvPr>
            <p:ph type="ctrTitle"/>
          </p:nvPr>
        </p:nvSpPr>
        <p:spPr>
          <a:xfrm>
            <a:off x="10264978" y="612508"/>
            <a:ext cx="2625253" cy="1429813"/>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spTree>
    <p:extLst>
      <p:ext uri="{BB962C8B-B14F-4D97-AF65-F5344CB8AC3E}">
        <p14:creationId xmlns:p14="http://schemas.microsoft.com/office/powerpoint/2010/main" val="2561148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Design 2">
  <p:cSld name="Title + Design 2">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spTree>
    <p:extLst>
      <p:ext uri="{BB962C8B-B14F-4D97-AF65-F5344CB8AC3E}">
        <p14:creationId xmlns:p14="http://schemas.microsoft.com/office/powerpoint/2010/main" val="4146816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88"/>
        <p:cNvGrpSpPr/>
        <p:nvPr/>
      </p:nvGrpSpPr>
      <p:grpSpPr>
        <a:xfrm>
          <a:off x="0" y="0"/>
          <a:ext cx="0" cy="0"/>
          <a:chOff x="0" y="0"/>
          <a:chExt cx="0" cy="0"/>
        </a:xfrm>
      </p:grpSpPr>
      <p:sp>
        <p:nvSpPr>
          <p:cNvPr id="89" name="Google Shape;89;p14"/>
          <p:cNvSpPr/>
          <p:nvPr/>
        </p:nvSpPr>
        <p:spPr>
          <a:xfrm flipH="1">
            <a:off x="6510624" y="-620699"/>
            <a:ext cx="9068027" cy="8635547"/>
          </a:xfrm>
          <a:prstGeom prst="hexagon">
            <a:avLst>
              <a:gd name="adj" fmla="val 25000"/>
              <a:gd name="vf" fmla="val 115470"/>
            </a:avLst>
          </a:prstGeom>
          <a:solidFill>
            <a:schemeClr val="lt1"/>
          </a:solidFill>
          <a:ln>
            <a:noFill/>
          </a:ln>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p>
        </p:txBody>
      </p:sp>
      <p:sp>
        <p:nvSpPr>
          <p:cNvPr id="90" name="Google Shape;90;p14"/>
          <p:cNvSpPr/>
          <p:nvPr/>
        </p:nvSpPr>
        <p:spPr>
          <a:xfrm flipH="1">
            <a:off x="11361177" y="-620699"/>
            <a:ext cx="9068027" cy="8635547"/>
          </a:xfrm>
          <a:prstGeom prst="hexagon">
            <a:avLst>
              <a:gd name="adj" fmla="val 25000"/>
              <a:gd name="vf" fmla="val 115470"/>
            </a:avLst>
          </a:prstGeom>
          <a:solidFill>
            <a:schemeClr val="bg2"/>
          </a:solidFill>
          <a:ln>
            <a:noFill/>
          </a:ln>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p>
        </p:txBody>
      </p:sp>
      <p:sp>
        <p:nvSpPr>
          <p:cNvPr id="91" name="Google Shape;91;p14"/>
          <p:cNvSpPr txBox="1">
            <a:spLocks noGrp="1"/>
          </p:cNvSpPr>
          <p:nvPr>
            <p:ph type="ctrTitle"/>
          </p:nvPr>
        </p:nvSpPr>
        <p:spPr>
          <a:xfrm flipH="1">
            <a:off x="8350427" y="2496431"/>
            <a:ext cx="2616640" cy="978747"/>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1800"/>
              <a:buFont typeface="Nunito Sans ExtraBold"/>
              <a:buNone/>
              <a:defRPr sz="2720" b="0">
                <a:solidFill>
                  <a:schemeClr val="dk1"/>
                </a:solidFill>
                <a:latin typeface="Nunito Sans ExtraBold"/>
                <a:ea typeface="Nunito Sans ExtraBold"/>
                <a:cs typeface="Nunito Sans ExtraBold"/>
                <a:sym typeface="Nunito Sans ExtraBold"/>
              </a:defRPr>
            </a:lvl1pPr>
            <a:lvl2pPr lvl="1"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2pPr>
            <a:lvl3pPr lvl="2"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3pPr>
            <a:lvl4pPr lvl="3"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4pPr>
            <a:lvl5pPr lvl="4"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5pPr>
            <a:lvl6pPr lvl="5"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6pPr>
            <a:lvl7pPr lvl="6"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7pPr>
            <a:lvl8pPr lvl="7"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8pPr>
            <a:lvl9pPr lvl="8"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9pPr>
          </a:lstStyle>
          <a:p>
            <a:endParaRPr/>
          </a:p>
        </p:txBody>
      </p:sp>
      <p:sp>
        <p:nvSpPr>
          <p:cNvPr id="92" name="Google Shape;92;p14"/>
          <p:cNvSpPr txBox="1">
            <a:spLocks noGrp="1"/>
          </p:cNvSpPr>
          <p:nvPr>
            <p:ph type="ctrTitle" idx="2"/>
          </p:nvPr>
        </p:nvSpPr>
        <p:spPr>
          <a:xfrm>
            <a:off x="6044360" y="3559475"/>
            <a:ext cx="4958560" cy="1213573"/>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100"/>
              <a:buFont typeface="Assistant Light"/>
              <a:buNone/>
              <a:defRPr sz="1663" b="0">
                <a:latin typeface="Assistant Light"/>
                <a:ea typeface="Assistant Light"/>
                <a:cs typeface="Assistant Light"/>
                <a:sym typeface="Assistant Light"/>
              </a:defRPr>
            </a:lvl1pPr>
            <a:lvl2pPr lvl="1" algn="r" rtl="0">
              <a:spcBef>
                <a:spcPts val="0"/>
              </a:spcBef>
              <a:spcAft>
                <a:spcPts val="0"/>
              </a:spcAft>
              <a:buSzPts val="1100"/>
              <a:buFont typeface="Assistant Light"/>
              <a:buNone/>
              <a:defRPr sz="1663" b="0">
                <a:latin typeface="Assistant Light"/>
                <a:ea typeface="Assistant Light"/>
                <a:cs typeface="Assistant Light"/>
                <a:sym typeface="Assistant Light"/>
              </a:defRPr>
            </a:lvl2pPr>
            <a:lvl3pPr lvl="2" algn="r" rtl="0">
              <a:spcBef>
                <a:spcPts val="0"/>
              </a:spcBef>
              <a:spcAft>
                <a:spcPts val="0"/>
              </a:spcAft>
              <a:buSzPts val="1100"/>
              <a:buFont typeface="Assistant Light"/>
              <a:buNone/>
              <a:defRPr sz="1663" b="0">
                <a:latin typeface="Assistant Light"/>
                <a:ea typeface="Assistant Light"/>
                <a:cs typeface="Assistant Light"/>
                <a:sym typeface="Assistant Light"/>
              </a:defRPr>
            </a:lvl3pPr>
            <a:lvl4pPr lvl="3" algn="r" rtl="0">
              <a:spcBef>
                <a:spcPts val="0"/>
              </a:spcBef>
              <a:spcAft>
                <a:spcPts val="0"/>
              </a:spcAft>
              <a:buSzPts val="1100"/>
              <a:buFont typeface="Assistant Light"/>
              <a:buNone/>
              <a:defRPr sz="1663" b="0">
                <a:latin typeface="Assistant Light"/>
                <a:ea typeface="Assistant Light"/>
                <a:cs typeface="Assistant Light"/>
                <a:sym typeface="Assistant Light"/>
              </a:defRPr>
            </a:lvl4pPr>
            <a:lvl5pPr lvl="4" algn="r" rtl="0">
              <a:spcBef>
                <a:spcPts val="0"/>
              </a:spcBef>
              <a:spcAft>
                <a:spcPts val="0"/>
              </a:spcAft>
              <a:buSzPts val="1100"/>
              <a:buFont typeface="Assistant Light"/>
              <a:buNone/>
              <a:defRPr sz="1663" b="0">
                <a:latin typeface="Assistant Light"/>
                <a:ea typeface="Assistant Light"/>
                <a:cs typeface="Assistant Light"/>
                <a:sym typeface="Assistant Light"/>
              </a:defRPr>
            </a:lvl5pPr>
            <a:lvl6pPr lvl="5" algn="r" rtl="0">
              <a:spcBef>
                <a:spcPts val="0"/>
              </a:spcBef>
              <a:spcAft>
                <a:spcPts val="0"/>
              </a:spcAft>
              <a:buSzPts val="1100"/>
              <a:buFont typeface="Assistant Light"/>
              <a:buNone/>
              <a:defRPr sz="1663" b="0">
                <a:latin typeface="Assistant Light"/>
                <a:ea typeface="Assistant Light"/>
                <a:cs typeface="Assistant Light"/>
                <a:sym typeface="Assistant Light"/>
              </a:defRPr>
            </a:lvl6pPr>
            <a:lvl7pPr lvl="6" algn="r" rtl="0">
              <a:spcBef>
                <a:spcPts val="0"/>
              </a:spcBef>
              <a:spcAft>
                <a:spcPts val="0"/>
              </a:spcAft>
              <a:buSzPts val="1100"/>
              <a:buFont typeface="Assistant Light"/>
              <a:buNone/>
              <a:defRPr sz="1663" b="0">
                <a:latin typeface="Assistant Light"/>
                <a:ea typeface="Assistant Light"/>
                <a:cs typeface="Assistant Light"/>
                <a:sym typeface="Assistant Light"/>
              </a:defRPr>
            </a:lvl7pPr>
            <a:lvl8pPr lvl="7" algn="r" rtl="0">
              <a:spcBef>
                <a:spcPts val="0"/>
              </a:spcBef>
              <a:spcAft>
                <a:spcPts val="0"/>
              </a:spcAft>
              <a:buSzPts val="1100"/>
              <a:buFont typeface="Assistant Light"/>
              <a:buNone/>
              <a:defRPr sz="1663" b="0">
                <a:latin typeface="Assistant Light"/>
                <a:ea typeface="Assistant Light"/>
                <a:cs typeface="Assistant Light"/>
                <a:sym typeface="Assistant Light"/>
              </a:defRPr>
            </a:lvl8pPr>
            <a:lvl9pPr lvl="8" algn="r" rtl="0">
              <a:spcBef>
                <a:spcPts val="0"/>
              </a:spcBef>
              <a:spcAft>
                <a:spcPts val="0"/>
              </a:spcAft>
              <a:buSzPts val="1100"/>
              <a:buFont typeface="Assistant Light"/>
              <a:buNone/>
              <a:defRPr sz="1663" b="0">
                <a:latin typeface="Assistant Light"/>
                <a:ea typeface="Assistant Light"/>
                <a:cs typeface="Assistant Light"/>
                <a:sym typeface="Assistant Light"/>
              </a:defRPr>
            </a:lvl9pPr>
          </a:lstStyle>
          <a:p>
            <a:endParaRPr/>
          </a:p>
        </p:txBody>
      </p:sp>
    </p:spTree>
    <p:extLst>
      <p:ext uri="{BB962C8B-B14F-4D97-AF65-F5344CB8AC3E}">
        <p14:creationId xmlns:p14="http://schemas.microsoft.com/office/powerpoint/2010/main" val="4269281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redits">
  <p:cSld name="Credits">
    <p:bg>
      <p:bgPr>
        <a:blipFill>
          <a:blip r:embed="rId2"/>
          <a:tile tx="0" ty="0" sx="100000" sy="100000" flip="none" algn="tl"/>
        </a:blipFill>
        <a:effectLst/>
      </p:bgPr>
    </p:bg>
    <p:spTree>
      <p:nvGrpSpPr>
        <p:cNvPr id="1" name="Shape 93"/>
        <p:cNvGrpSpPr/>
        <p:nvPr/>
      </p:nvGrpSpPr>
      <p:grpSpPr>
        <a:xfrm>
          <a:off x="0" y="0"/>
          <a:ext cx="0" cy="0"/>
          <a:chOff x="0" y="0"/>
          <a:chExt cx="0" cy="0"/>
        </a:xfrm>
      </p:grpSpPr>
      <p:sp>
        <p:nvSpPr>
          <p:cNvPr id="94" name="Google Shape;94;p15"/>
          <p:cNvSpPr/>
          <p:nvPr/>
        </p:nvSpPr>
        <p:spPr>
          <a:xfrm>
            <a:off x="-40946" y="1581462"/>
            <a:ext cx="13874907" cy="6208211"/>
          </a:xfrm>
          <a:custGeom>
            <a:avLst/>
            <a:gdLst>
              <a:gd name="connsiteX0" fmla="*/ 82 w 368099"/>
              <a:gd name="connsiteY0" fmla="*/ 32147 h 164335"/>
              <a:gd name="connsiteX1" fmla="*/ 184733 w 368099"/>
              <a:gd name="connsiteY1" fmla="*/ 0 h 164335"/>
              <a:gd name="connsiteX2" fmla="*/ 368099 w 368099"/>
              <a:gd name="connsiteY2" fmla="*/ 32147 h 164335"/>
              <a:gd name="connsiteX3" fmla="*/ 368099 w 368099"/>
              <a:gd name="connsiteY3" fmla="*/ 164335 h 164335"/>
              <a:gd name="connsiteX4" fmla="*/ 2596 w 368099"/>
              <a:gd name="connsiteY4" fmla="*/ 164335 h 164335"/>
              <a:gd name="connsiteX5" fmla="*/ 82 w 368099"/>
              <a:gd name="connsiteY5" fmla="*/ 32147 h 164335"/>
              <a:gd name="connsiteX0" fmla="*/ 103 w 368120"/>
              <a:gd name="connsiteY0" fmla="*/ 32147 h 164335"/>
              <a:gd name="connsiteX1" fmla="*/ 184754 w 368120"/>
              <a:gd name="connsiteY1" fmla="*/ 0 h 164335"/>
              <a:gd name="connsiteX2" fmla="*/ 368120 w 368120"/>
              <a:gd name="connsiteY2" fmla="*/ 32147 h 164335"/>
              <a:gd name="connsiteX3" fmla="*/ 368120 w 368120"/>
              <a:gd name="connsiteY3" fmla="*/ 164335 h 164335"/>
              <a:gd name="connsiteX4" fmla="*/ 1703 w 368120"/>
              <a:gd name="connsiteY4" fmla="*/ 164335 h 164335"/>
              <a:gd name="connsiteX5" fmla="*/ 103 w 368120"/>
              <a:gd name="connsiteY5" fmla="*/ 32147 h 164335"/>
              <a:gd name="connsiteX0" fmla="*/ 686 w 366417"/>
              <a:gd name="connsiteY0" fmla="*/ 33061 h 164335"/>
              <a:gd name="connsiteX1" fmla="*/ 183051 w 366417"/>
              <a:gd name="connsiteY1" fmla="*/ 0 h 164335"/>
              <a:gd name="connsiteX2" fmla="*/ 366417 w 366417"/>
              <a:gd name="connsiteY2" fmla="*/ 32147 h 164335"/>
              <a:gd name="connsiteX3" fmla="*/ 366417 w 366417"/>
              <a:gd name="connsiteY3" fmla="*/ 164335 h 164335"/>
              <a:gd name="connsiteX4" fmla="*/ 0 w 366417"/>
              <a:gd name="connsiteY4" fmla="*/ 164335 h 164335"/>
              <a:gd name="connsiteX5" fmla="*/ 686 w 366417"/>
              <a:gd name="connsiteY5" fmla="*/ 33061 h 164335"/>
              <a:gd name="connsiteX0" fmla="*/ 1143 w 366874"/>
              <a:gd name="connsiteY0" fmla="*/ 33061 h 164335"/>
              <a:gd name="connsiteX1" fmla="*/ 183508 w 366874"/>
              <a:gd name="connsiteY1" fmla="*/ 0 h 164335"/>
              <a:gd name="connsiteX2" fmla="*/ 366874 w 366874"/>
              <a:gd name="connsiteY2" fmla="*/ 32147 h 164335"/>
              <a:gd name="connsiteX3" fmla="*/ 366874 w 366874"/>
              <a:gd name="connsiteY3" fmla="*/ 164335 h 164335"/>
              <a:gd name="connsiteX4" fmla="*/ 0 w 366874"/>
              <a:gd name="connsiteY4" fmla="*/ 163878 h 164335"/>
              <a:gd name="connsiteX5" fmla="*/ 1143 w 366874"/>
              <a:gd name="connsiteY5" fmla="*/ 33061 h 164335"/>
              <a:gd name="connsiteX0" fmla="*/ 174 w 367277"/>
              <a:gd name="connsiteY0" fmla="*/ 33061 h 164335"/>
              <a:gd name="connsiteX1" fmla="*/ 183911 w 367277"/>
              <a:gd name="connsiteY1" fmla="*/ 0 h 164335"/>
              <a:gd name="connsiteX2" fmla="*/ 367277 w 367277"/>
              <a:gd name="connsiteY2" fmla="*/ 32147 h 164335"/>
              <a:gd name="connsiteX3" fmla="*/ 367277 w 367277"/>
              <a:gd name="connsiteY3" fmla="*/ 164335 h 164335"/>
              <a:gd name="connsiteX4" fmla="*/ 403 w 367277"/>
              <a:gd name="connsiteY4" fmla="*/ 163878 h 164335"/>
              <a:gd name="connsiteX5" fmla="*/ 174 w 367277"/>
              <a:gd name="connsiteY5" fmla="*/ 33061 h 164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277" h="164335" extrusionOk="0">
                <a:moveTo>
                  <a:pt x="174" y="33061"/>
                </a:moveTo>
                <a:lnTo>
                  <a:pt x="183911" y="0"/>
                </a:lnTo>
                <a:lnTo>
                  <a:pt x="367277" y="32147"/>
                </a:lnTo>
                <a:lnTo>
                  <a:pt x="367277" y="164335"/>
                </a:lnTo>
                <a:lnTo>
                  <a:pt x="403" y="163878"/>
                </a:lnTo>
                <a:cubicBezTo>
                  <a:pt x="1089" y="119815"/>
                  <a:pt x="-512" y="77124"/>
                  <a:pt x="174" y="33061"/>
                </a:cubicBezTo>
                <a:close/>
              </a:path>
            </a:pathLst>
          </a:custGeom>
          <a:gradFill>
            <a:gsLst>
              <a:gs pos="14000">
                <a:srgbClr val="353535">
                  <a:alpha val="93000"/>
                </a:srgbClr>
              </a:gs>
              <a:gs pos="50000">
                <a:schemeClr val="accent5">
                  <a:lumMod val="75000"/>
                  <a:alpha val="82000"/>
                </a:schemeClr>
              </a:gs>
              <a:gs pos="78000">
                <a:schemeClr val="accent1">
                  <a:alpha val="73000"/>
                </a:schemeClr>
              </a:gs>
            </a:gsLst>
            <a:lin ang="13500000" scaled="1"/>
          </a:gradFill>
          <a:ln>
            <a:noFill/>
          </a:ln>
        </p:spPr>
      </p:sp>
      <p:sp>
        <p:nvSpPr>
          <p:cNvPr id="95" name="Google Shape;95;p15"/>
          <p:cNvSpPr txBox="1">
            <a:spLocks noGrp="1"/>
          </p:cNvSpPr>
          <p:nvPr>
            <p:ph type="body" idx="1"/>
          </p:nvPr>
        </p:nvSpPr>
        <p:spPr>
          <a:xfrm>
            <a:off x="4201040" y="4587733"/>
            <a:ext cx="5415520" cy="1041307"/>
          </a:xfrm>
          <a:prstGeom prst="rect">
            <a:avLst/>
          </a:prstGeom>
        </p:spPr>
        <p:txBody>
          <a:bodyPr spcFirstLastPara="1" wrap="square" lIns="91425" tIns="91425" rIns="91425" bIns="91425" anchor="t" anchorCtr="0">
            <a:noAutofit/>
          </a:bodyPr>
          <a:lstStyle>
            <a:lvl1pPr marL="239877" lvl="0" indent="0" rtl="0">
              <a:spcBef>
                <a:spcPts val="0"/>
              </a:spcBef>
              <a:spcAft>
                <a:spcPts val="0"/>
              </a:spcAft>
              <a:buClr>
                <a:schemeClr val="lt1"/>
              </a:buClr>
              <a:buSzPts val="1100"/>
              <a:buNone/>
              <a:defRPr sz="3173">
                <a:solidFill>
                  <a:schemeClr val="lt1"/>
                </a:solidFill>
                <a:latin typeface="+mn-lt"/>
              </a:defRPr>
            </a:lvl1pPr>
            <a:lvl2pPr marL="1381685" lvl="1" indent="-450966" rtl="0">
              <a:spcBef>
                <a:spcPts val="2417"/>
              </a:spcBef>
              <a:spcAft>
                <a:spcPts val="0"/>
              </a:spcAft>
              <a:buClr>
                <a:schemeClr val="lt1"/>
              </a:buClr>
              <a:buSzPts val="1100"/>
              <a:buChar char="○"/>
              <a:defRPr sz="1663">
                <a:solidFill>
                  <a:schemeClr val="lt1"/>
                </a:solidFill>
              </a:defRPr>
            </a:lvl2pPr>
            <a:lvl3pPr marL="2072527" lvl="2" indent="-450966" rtl="0">
              <a:spcBef>
                <a:spcPts val="2417"/>
              </a:spcBef>
              <a:spcAft>
                <a:spcPts val="0"/>
              </a:spcAft>
              <a:buClr>
                <a:schemeClr val="lt1"/>
              </a:buClr>
              <a:buSzPts val="1100"/>
              <a:buChar char="■"/>
              <a:defRPr sz="1663">
                <a:solidFill>
                  <a:schemeClr val="lt1"/>
                </a:solidFill>
              </a:defRPr>
            </a:lvl3pPr>
            <a:lvl4pPr marL="2763370" lvl="3" indent="-450966" rtl="0">
              <a:spcBef>
                <a:spcPts val="2417"/>
              </a:spcBef>
              <a:spcAft>
                <a:spcPts val="0"/>
              </a:spcAft>
              <a:buClr>
                <a:schemeClr val="lt1"/>
              </a:buClr>
              <a:buSzPts val="1100"/>
              <a:buChar char="●"/>
              <a:defRPr sz="1663">
                <a:solidFill>
                  <a:schemeClr val="lt1"/>
                </a:solidFill>
              </a:defRPr>
            </a:lvl4pPr>
            <a:lvl5pPr marL="3454212" lvl="4" indent="-450966" rtl="0">
              <a:spcBef>
                <a:spcPts val="2417"/>
              </a:spcBef>
              <a:spcAft>
                <a:spcPts val="0"/>
              </a:spcAft>
              <a:buClr>
                <a:schemeClr val="lt1"/>
              </a:buClr>
              <a:buSzPts val="1100"/>
              <a:buChar char="○"/>
              <a:defRPr sz="1663">
                <a:solidFill>
                  <a:schemeClr val="lt1"/>
                </a:solidFill>
              </a:defRPr>
            </a:lvl5pPr>
            <a:lvl6pPr marL="4145055" lvl="5" indent="-450966" rtl="0">
              <a:spcBef>
                <a:spcPts val="2417"/>
              </a:spcBef>
              <a:spcAft>
                <a:spcPts val="0"/>
              </a:spcAft>
              <a:buClr>
                <a:schemeClr val="lt1"/>
              </a:buClr>
              <a:buSzPts val="1100"/>
              <a:buChar char="■"/>
              <a:defRPr sz="1663">
                <a:solidFill>
                  <a:schemeClr val="lt1"/>
                </a:solidFill>
              </a:defRPr>
            </a:lvl6pPr>
            <a:lvl7pPr marL="4835896" lvl="6" indent="-450966" rtl="0">
              <a:spcBef>
                <a:spcPts val="2417"/>
              </a:spcBef>
              <a:spcAft>
                <a:spcPts val="0"/>
              </a:spcAft>
              <a:buClr>
                <a:schemeClr val="lt1"/>
              </a:buClr>
              <a:buSzPts val="1100"/>
              <a:buChar char="●"/>
              <a:defRPr sz="1663">
                <a:solidFill>
                  <a:schemeClr val="lt1"/>
                </a:solidFill>
              </a:defRPr>
            </a:lvl7pPr>
            <a:lvl8pPr marL="5526739" lvl="7" indent="-450966" rtl="0">
              <a:spcBef>
                <a:spcPts val="2417"/>
              </a:spcBef>
              <a:spcAft>
                <a:spcPts val="0"/>
              </a:spcAft>
              <a:buClr>
                <a:schemeClr val="lt1"/>
              </a:buClr>
              <a:buSzPts val="1100"/>
              <a:buChar char="○"/>
              <a:defRPr sz="1663">
                <a:solidFill>
                  <a:schemeClr val="lt1"/>
                </a:solidFill>
              </a:defRPr>
            </a:lvl8pPr>
            <a:lvl9pPr marL="6217582" lvl="8" indent="-450966" rtl="0">
              <a:spcBef>
                <a:spcPts val="2417"/>
              </a:spcBef>
              <a:spcAft>
                <a:spcPts val="2417"/>
              </a:spcAft>
              <a:buClr>
                <a:schemeClr val="lt1"/>
              </a:buClr>
              <a:buSzPts val="1100"/>
              <a:buChar char="■"/>
              <a:defRPr sz="1663">
                <a:solidFill>
                  <a:schemeClr val="lt1"/>
                </a:solidFill>
              </a:defRPr>
            </a:lvl9pPr>
          </a:lstStyle>
          <a:p>
            <a:endParaRPr dirty="0"/>
          </a:p>
        </p:txBody>
      </p:sp>
      <p:sp>
        <p:nvSpPr>
          <p:cNvPr id="96" name="Google Shape;96;p15"/>
          <p:cNvSpPr txBox="1">
            <a:spLocks noGrp="1"/>
          </p:cNvSpPr>
          <p:nvPr>
            <p:ph type="ctrTitle"/>
          </p:nvPr>
        </p:nvSpPr>
        <p:spPr>
          <a:xfrm>
            <a:off x="4201040" y="3398640"/>
            <a:ext cx="5285232"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4533" b="1">
                <a:solidFill>
                  <a:schemeClr val="bg1"/>
                </a:solidFill>
                <a:latin typeface="+mj-lt"/>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dirty="0"/>
          </a:p>
        </p:txBody>
      </p:sp>
      <p:pic>
        <p:nvPicPr>
          <p:cNvPr id="2" name="Picture 1">
            <a:extLst>
              <a:ext uri="{FF2B5EF4-FFF2-40B4-BE49-F238E27FC236}">
                <a16:creationId xmlns:a16="http://schemas.microsoft.com/office/drawing/2014/main" id="{8349C916-7866-B37D-DE54-2517BB82C711}"/>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3205" b="44167"/>
          <a:stretch/>
        </p:blipFill>
        <p:spPr>
          <a:xfrm>
            <a:off x="1879" y="7067872"/>
            <a:ext cx="1139952" cy="691634"/>
          </a:xfrm>
          <a:prstGeom prst="rect">
            <a:avLst/>
          </a:prstGeom>
        </p:spPr>
      </p:pic>
      <p:sp>
        <p:nvSpPr>
          <p:cNvPr id="3" name="Teardrop 2">
            <a:extLst>
              <a:ext uri="{FF2B5EF4-FFF2-40B4-BE49-F238E27FC236}">
                <a16:creationId xmlns:a16="http://schemas.microsoft.com/office/drawing/2014/main" id="{8CDC65F9-9B9E-17F5-A8F4-E99570AC478A}"/>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7592F230-9612-2523-BAFB-50C58566EE9B}"/>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F186F7F9-A72B-E154-6495-722FD673E8D5}"/>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Tree>
    <p:extLst>
      <p:ext uri="{BB962C8B-B14F-4D97-AF65-F5344CB8AC3E}">
        <p14:creationId xmlns:p14="http://schemas.microsoft.com/office/powerpoint/2010/main" val="2015000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redits" preserve="1" userDrawn="1">
  <p:cSld name="1_Credits">
    <p:bg>
      <p:bgPr>
        <a:blipFill dpi="0" rotWithShape="1">
          <a:blip r:embed="rId2">
            <a:extLst>
              <a:ext uri="{BEBA8EAE-BF5A-486C-A8C5-ECC9F3942E4B}">
                <a14:imgProps xmlns:a14="http://schemas.microsoft.com/office/drawing/2010/main">
                  <a14:imgLayer r:embed="rId3">
                    <a14:imgEffect>
                      <a14:brightnessContrast bright="-20000"/>
                    </a14:imgEffect>
                  </a14:imgLayer>
                </a14:imgProps>
              </a:ext>
            </a:extLst>
          </a:blip>
          <a:srcRect/>
          <a:stretch>
            <a:fillRect/>
          </a:stretch>
        </a:blipFill>
        <a:effectLst/>
      </p:bgPr>
    </p:bg>
    <p:spTree>
      <p:nvGrpSpPr>
        <p:cNvPr id="1" name="Shape 93"/>
        <p:cNvGrpSpPr/>
        <p:nvPr/>
      </p:nvGrpSpPr>
      <p:grpSpPr>
        <a:xfrm>
          <a:off x="0" y="0"/>
          <a:ext cx="0" cy="0"/>
          <a:chOff x="0" y="0"/>
          <a:chExt cx="0" cy="0"/>
        </a:xfrm>
      </p:grpSpPr>
      <p:sp>
        <p:nvSpPr>
          <p:cNvPr id="8" name="Arrow: Pentagon 7">
            <a:extLst>
              <a:ext uri="{FF2B5EF4-FFF2-40B4-BE49-F238E27FC236}">
                <a16:creationId xmlns:a16="http://schemas.microsoft.com/office/drawing/2014/main" id="{F4CA3FD0-574F-4E33-ED5A-CB3DECC22F00}"/>
              </a:ext>
            </a:extLst>
          </p:cNvPr>
          <p:cNvSpPr/>
          <p:nvPr userDrawn="1"/>
        </p:nvSpPr>
        <p:spPr>
          <a:xfrm rot="16200000">
            <a:off x="3013824" y="-3043416"/>
            <a:ext cx="7772398" cy="13859229"/>
          </a:xfrm>
          <a:prstGeom prst="rect">
            <a:avLst/>
          </a:prstGeom>
          <a:gradFill flip="none" rotWithShape="1">
            <a:gsLst>
              <a:gs pos="61000">
                <a:schemeClr val="accent1">
                  <a:alpha val="75000"/>
                </a:schemeClr>
              </a:gs>
              <a:gs pos="31000">
                <a:schemeClr val="accent1">
                  <a:lumMod val="75000"/>
                  <a:alpha val="82000"/>
                </a:schemeClr>
              </a:gs>
              <a:gs pos="98000">
                <a:schemeClr val="accent5">
                  <a:lumMod val="75000"/>
                  <a:alpha val="0"/>
                </a:schemeClr>
              </a:gs>
              <a:gs pos="0">
                <a:schemeClr val="accent5">
                  <a:lumMod val="75000"/>
                  <a:alpha val="91000"/>
                </a:schemeClr>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Pentagon 6">
            <a:extLst>
              <a:ext uri="{FF2B5EF4-FFF2-40B4-BE49-F238E27FC236}">
                <a16:creationId xmlns:a16="http://schemas.microsoft.com/office/drawing/2014/main" id="{5315CD40-398E-C275-72C6-65BC38DD646B}"/>
              </a:ext>
            </a:extLst>
          </p:cNvPr>
          <p:cNvSpPr/>
          <p:nvPr userDrawn="1"/>
        </p:nvSpPr>
        <p:spPr>
          <a:xfrm rot="16200000">
            <a:off x="4216986" y="-1828225"/>
            <a:ext cx="5354052" cy="13847195"/>
          </a:xfrm>
          <a:custGeom>
            <a:avLst/>
            <a:gdLst>
              <a:gd name="connsiteX0" fmla="*/ 0 w 4728411"/>
              <a:gd name="connsiteY0" fmla="*/ 0 h 13847195"/>
              <a:gd name="connsiteX1" fmla="*/ 3282368 w 4728411"/>
              <a:gd name="connsiteY1" fmla="*/ 0 h 13847195"/>
              <a:gd name="connsiteX2" fmla="*/ 4728411 w 4728411"/>
              <a:gd name="connsiteY2" fmla="*/ 6923598 h 13847195"/>
              <a:gd name="connsiteX3" fmla="*/ 3282368 w 4728411"/>
              <a:gd name="connsiteY3" fmla="*/ 13847195 h 13847195"/>
              <a:gd name="connsiteX4" fmla="*/ 0 w 4728411"/>
              <a:gd name="connsiteY4" fmla="*/ 13847195 h 13847195"/>
              <a:gd name="connsiteX5" fmla="*/ 0 w 4728411"/>
              <a:gd name="connsiteY5" fmla="*/ 0 h 13847195"/>
              <a:gd name="connsiteX0" fmla="*/ 0 w 5257800"/>
              <a:gd name="connsiteY0" fmla="*/ 0 h 13847195"/>
              <a:gd name="connsiteX1" fmla="*/ 3282368 w 5257800"/>
              <a:gd name="connsiteY1" fmla="*/ 0 h 13847195"/>
              <a:gd name="connsiteX2" fmla="*/ 5257800 w 5257800"/>
              <a:gd name="connsiteY2" fmla="*/ 4168366 h 13847195"/>
              <a:gd name="connsiteX3" fmla="*/ 3282368 w 5257800"/>
              <a:gd name="connsiteY3" fmla="*/ 13847195 h 13847195"/>
              <a:gd name="connsiteX4" fmla="*/ 0 w 5257800"/>
              <a:gd name="connsiteY4" fmla="*/ 13847195 h 13847195"/>
              <a:gd name="connsiteX5" fmla="*/ 0 w 5257800"/>
              <a:gd name="connsiteY5" fmla="*/ 0 h 13847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7800" h="13847195">
                <a:moveTo>
                  <a:pt x="0" y="0"/>
                </a:moveTo>
                <a:lnTo>
                  <a:pt x="3282368" y="0"/>
                </a:lnTo>
                <a:lnTo>
                  <a:pt x="5257800" y="4168366"/>
                </a:lnTo>
                <a:lnTo>
                  <a:pt x="3282368" y="13847195"/>
                </a:lnTo>
                <a:lnTo>
                  <a:pt x="0" y="13847195"/>
                </a:lnTo>
                <a:lnTo>
                  <a:pt x="0" y="0"/>
                </a:lnTo>
                <a:close/>
              </a:path>
            </a:pathLst>
          </a:custGeom>
          <a:gradFill>
            <a:gsLst>
              <a:gs pos="0">
                <a:schemeClr val="accent1">
                  <a:alpha val="67000"/>
                </a:schemeClr>
              </a:gs>
              <a:gs pos="100000">
                <a:schemeClr val="accent4">
                  <a:alpha val="19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hand pointing at a black background&#10;&#10;AI-generated content may be incorrect.">
            <a:extLst>
              <a:ext uri="{FF2B5EF4-FFF2-40B4-BE49-F238E27FC236}">
                <a16:creationId xmlns:a16="http://schemas.microsoft.com/office/drawing/2014/main" id="{015372AE-AF40-31E3-DBDA-D24B506722C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10347158" y="369853"/>
            <a:ext cx="3394033" cy="1640965"/>
          </a:xfrm>
          <a:prstGeom prst="rect">
            <a:avLst/>
          </a:prstGeom>
        </p:spPr>
      </p:pic>
      <p:sp>
        <p:nvSpPr>
          <p:cNvPr id="11" name="Arrow: Pentagon 6">
            <a:extLst>
              <a:ext uri="{FF2B5EF4-FFF2-40B4-BE49-F238E27FC236}">
                <a16:creationId xmlns:a16="http://schemas.microsoft.com/office/drawing/2014/main" id="{550491B2-CFF8-B079-B555-B91F7D5BEA33}"/>
              </a:ext>
            </a:extLst>
          </p:cNvPr>
          <p:cNvSpPr/>
          <p:nvPr userDrawn="1"/>
        </p:nvSpPr>
        <p:spPr>
          <a:xfrm rot="16200000">
            <a:off x="4372985" y="-1599217"/>
            <a:ext cx="5066111" cy="13847195"/>
          </a:xfrm>
          <a:custGeom>
            <a:avLst/>
            <a:gdLst>
              <a:gd name="connsiteX0" fmla="*/ 0 w 4728411"/>
              <a:gd name="connsiteY0" fmla="*/ 0 h 13847195"/>
              <a:gd name="connsiteX1" fmla="*/ 3282368 w 4728411"/>
              <a:gd name="connsiteY1" fmla="*/ 0 h 13847195"/>
              <a:gd name="connsiteX2" fmla="*/ 4728411 w 4728411"/>
              <a:gd name="connsiteY2" fmla="*/ 6923598 h 13847195"/>
              <a:gd name="connsiteX3" fmla="*/ 3282368 w 4728411"/>
              <a:gd name="connsiteY3" fmla="*/ 13847195 h 13847195"/>
              <a:gd name="connsiteX4" fmla="*/ 0 w 4728411"/>
              <a:gd name="connsiteY4" fmla="*/ 13847195 h 13847195"/>
              <a:gd name="connsiteX5" fmla="*/ 0 w 4728411"/>
              <a:gd name="connsiteY5" fmla="*/ 0 h 13847195"/>
              <a:gd name="connsiteX0" fmla="*/ 0 w 5257800"/>
              <a:gd name="connsiteY0" fmla="*/ 0 h 13847195"/>
              <a:gd name="connsiteX1" fmla="*/ 3282368 w 5257800"/>
              <a:gd name="connsiteY1" fmla="*/ 0 h 13847195"/>
              <a:gd name="connsiteX2" fmla="*/ 5257800 w 5257800"/>
              <a:gd name="connsiteY2" fmla="*/ 4168366 h 13847195"/>
              <a:gd name="connsiteX3" fmla="*/ 3282368 w 5257800"/>
              <a:gd name="connsiteY3" fmla="*/ 13847195 h 13847195"/>
              <a:gd name="connsiteX4" fmla="*/ 0 w 5257800"/>
              <a:gd name="connsiteY4" fmla="*/ 13847195 h 13847195"/>
              <a:gd name="connsiteX5" fmla="*/ 0 w 5257800"/>
              <a:gd name="connsiteY5" fmla="*/ 0 h 13847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7800" h="13847195">
                <a:moveTo>
                  <a:pt x="0" y="0"/>
                </a:moveTo>
                <a:lnTo>
                  <a:pt x="3282368" y="0"/>
                </a:lnTo>
                <a:lnTo>
                  <a:pt x="5257800" y="4168366"/>
                </a:lnTo>
                <a:lnTo>
                  <a:pt x="3282368" y="13847195"/>
                </a:lnTo>
                <a:lnTo>
                  <a:pt x="0" y="13847195"/>
                </a:lnTo>
                <a:lnTo>
                  <a:pt x="0" y="0"/>
                </a:lnTo>
                <a:close/>
              </a:path>
            </a:pathLst>
          </a:custGeom>
          <a:gradFill>
            <a:gsLst>
              <a:gs pos="0">
                <a:srgbClr val="353535">
                  <a:alpha val="89000"/>
                </a:srgbClr>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hand pointing at a black background&#10;&#10;AI-generated content may be incorrect.">
            <a:extLst>
              <a:ext uri="{FF2B5EF4-FFF2-40B4-BE49-F238E27FC236}">
                <a16:creationId xmlns:a16="http://schemas.microsoft.com/office/drawing/2014/main" id="{98D27BBA-BC7E-3C5C-4676-7E5F7AE1D4C6}"/>
              </a:ext>
            </a:extLst>
          </p:cNvPr>
          <p:cNvPicPr>
            <a:picLocks noChangeAspect="1"/>
          </p:cNvPicPr>
          <p:nvPr userDrawn="1"/>
        </p:nvPicPr>
        <p:blipFill>
          <a:blip r:embed="rId5" cstate="screen">
            <a:extLst>
              <a:ext uri="{28A0092B-C50C-407E-A947-70E740481C1C}">
                <a14:useLocalDpi xmlns:a14="http://schemas.microsoft.com/office/drawing/2010/main"/>
              </a:ext>
            </a:extLst>
          </a:blip>
          <a:srcRect r="69951"/>
          <a:stretch>
            <a:fillRect/>
          </a:stretch>
        </p:blipFill>
        <p:spPr>
          <a:xfrm>
            <a:off x="9408695" y="443589"/>
            <a:ext cx="938463" cy="1531175"/>
          </a:xfrm>
          <a:prstGeom prst="rect">
            <a:avLst/>
          </a:prstGeom>
        </p:spPr>
      </p:pic>
    </p:spTree>
    <p:extLst>
      <p:ext uri="{BB962C8B-B14F-4D97-AF65-F5344CB8AC3E}">
        <p14:creationId xmlns:p14="http://schemas.microsoft.com/office/powerpoint/2010/main" val="3954975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97"/>
        <p:cNvGrpSpPr/>
        <p:nvPr/>
      </p:nvGrpSpPr>
      <p:grpSpPr>
        <a:xfrm>
          <a:off x="0" y="0"/>
          <a:ext cx="0" cy="0"/>
          <a:chOff x="0" y="0"/>
          <a:chExt cx="0" cy="0"/>
        </a:xfrm>
      </p:grpSpPr>
      <p:grpSp>
        <p:nvGrpSpPr>
          <p:cNvPr id="98" name="Google Shape;98;p16"/>
          <p:cNvGrpSpPr/>
          <p:nvPr/>
        </p:nvGrpSpPr>
        <p:grpSpPr>
          <a:xfrm>
            <a:off x="-9951" y="-291456"/>
            <a:ext cx="13863197" cy="2091789"/>
            <a:chOff x="0" y="-40481"/>
            <a:chExt cx="9144000" cy="1384272"/>
          </a:xfrm>
        </p:grpSpPr>
        <p:sp>
          <p:nvSpPr>
            <p:cNvPr id="99" name="Google Shape;99;p16"/>
            <p:cNvSpPr/>
            <p:nvPr/>
          </p:nvSpPr>
          <p:spPr>
            <a:xfrm rot="10800000">
              <a:off x="1200" y="799890"/>
              <a:ext cx="9142800" cy="543900"/>
            </a:xfrm>
            <a:prstGeom prst="triangle">
              <a:avLst>
                <a:gd name="adj" fmla="val 5000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sp>
          <p:nvSpPr>
            <p:cNvPr id="100" name="Google Shape;100;p16"/>
            <p:cNvSpPr/>
            <p:nvPr/>
          </p:nvSpPr>
          <p:spPr>
            <a:xfrm>
              <a:off x="0" y="-40481"/>
              <a:ext cx="9144000" cy="856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101" name="Google Shape;101;p16"/>
          <p:cNvSpPr txBox="1">
            <a:spLocks noGrp="1"/>
          </p:cNvSpPr>
          <p:nvPr>
            <p:ph type="body" idx="1"/>
          </p:nvPr>
        </p:nvSpPr>
        <p:spPr>
          <a:xfrm>
            <a:off x="1088000" y="1788703"/>
            <a:ext cx="5699307" cy="2230400"/>
          </a:xfrm>
          <a:prstGeom prst="rect">
            <a:avLst/>
          </a:prstGeom>
        </p:spPr>
        <p:txBody>
          <a:bodyPr spcFirstLastPara="1" wrap="square" lIns="91425" tIns="91425" rIns="91425" bIns="91425" anchor="t" anchorCtr="0">
            <a:noAutofit/>
          </a:bodyPr>
          <a:lstStyle>
            <a:lvl1pPr marL="690843" lvl="0" indent="-431776" rtl="0">
              <a:spcBef>
                <a:spcPts val="0"/>
              </a:spcBef>
              <a:spcAft>
                <a:spcPts val="0"/>
              </a:spcAft>
              <a:buClr>
                <a:srgbClr val="000000"/>
              </a:buClr>
              <a:buSzPts val="900"/>
              <a:buChar char="●"/>
              <a:defRPr sz="1360">
                <a:solidFill>
                  <a:srgbClr val="000000"/>
                </a:solidFill>
              </a:defRPr>
            </a:lvl1pPr>
            <a:lvl2pPr marL="1381685" lvl="1" indent="-431776" rtl="0">
              <a:spcBef>
                <a:spcPts val="2417"/>
              </a:spcBef>
              <a:spcAft>
                <a:spcPts val="0"/>
              </a:spcAft>
              <a:buClr>
                <a:srgbClr val="000000"/>
              </a:buClr>
              <a:buSzPts val="900"/>
              <a:buChar char="○"/>
              <a:defRPr sz="1360">
                <a:solidFill>
                  <a:srgbClr val="000000"/>
                </a:solidFill>
              </a:defRPr>
            </a:lvl2pPr>
            <a:lvl3pPr marL="2072527" lvl="2" indent="-431776" rtl="0">
              <a:spcBef>
                <a:spcPts val="2417"/>
              </a:spcBef>
              <a:spcAft>
                <a:spcPts val="0"/>
              </a:spcAft>
              <a:buClr>
                <a:srgbClr val="000000"/>
              </a:buClr>
              <a:buSzPts val="900"/>
              <a:buChar char="■"/>
              <a:defRPr sz="1360">
                <a:solidFill>
                  <a:srgbClr val="000000"/>
                </a:solidFill>
              </a:defRPr>
            </a:lvl3pPr>
            <a:lvl4pPr marL="2763370" lvl="3" indent="-431776" rtl="0">
              <a:spcBef>
                <a:spcPts val="2417"/>
              </a:spcBef>
              <a:spcAft>
                <a:spcPts val="0"/>
              </a:spcAft>
              <a:buClr>
                <a:srgbClr val="000000"/>
              </a:buClr>
              <a:buSzPts val="900"/>
              <a:buChar char="●"/>
              <a:defRPr sz="1360">
                <a:solidFill>
                  <a:srgbClr val="000000"/>
                </a:solidFill>
              </a:defRPr>
            </a:lvl4pPr>
            <a:lvl5pPr marL="3454212" lvl="4" indent="-431776" rtl="0">
              <a:spcBef>
                <a:spcPts val="2417"/>
              </a:spcBef>
              <a:spcAft>
                <a:spcPts val="0"/>
              </a:spcAft>
              <a:buClr>
                <a:srgbClr val="000000"/>
              </a:buClr>
              <a:buSzPts val="900"/>
              <a:buChar char="○"/>
              <a:defRPr sz="1360">
                <a:solidFill>
                  <a:srgbClr val="000000"/>
                </a:solidFill>
              </a:defRPr>
            </a:lvl5pPr>
            <a:lvl6pPr marL="4145055" lvl="5" indent="-431776" rtl="0">
              <a:spcBef>
                <a:spcPts val="2417"/>
              </a:spcBef>
              <a:spcAft>
                <a:spcPts val="0"/>
              </a:spcAft>
              <a:buClr>
                <a:srgbClr val="000000"/>
              </a:buClr>
              <a:buSzPts val="900"/>
              <a:buChar char="■"/>
              <a:defRPr sz="1360">
                <a:solidFill>
                  <a:srgbClr val="000000"/>
                </a:solidFill>
              </a:defRPr>
            </a:lvl6pPr>
            <a:lvl7pPr marL="4835896" lvl="6" indent="-431776" rtl="0">
              <a:spcBef>
                <a:spcPts val="2417"/>
              </a:spcBef>
              <a:spcAft>
                <a:spcPts val="0"/>
              </a:spcAft>
              <a:buClr>
                <a:srgbClr val="000000"/>
              </a:buClr>
              <a:buSzPts val="900"/>
              <a:buChar char="●"/>
              <a:defRPr sz="1360">
                <a:solidFill>
                  <a:srgbClr val="000000"/>
                </a:solidFill>
              </a:defRPr>
            </a:lvl7pPr>
            <a:lvl8pPr marL="5526739" lvl="7" indent="-431776" rtl="0">
              <a:spcBef>
                <a:spcPts val="2417"/>
              </a:spcBef>
              <a:spcAft>
                <a:spcPts val="0"/>
              </a:spcAft>
              <a:buClr>
                <a:srgbClr val="000000"/>
              </a:buClr>
              <a:buSzPts val="900"/>
              <a:buChar char="○"/>
              <a:defRPr sz="1360">
                <a:solidFill>
                  <a:srgbClr val="000000"/>
                </a:solidFill>
              </a:defRPr>
            </a:lvl8pPr>
            <a:lvl9pPr marL="6217582" lvl="8" indent="-431776" rtl="0">
              <a:spcBef>
                <a:spcPts val="2417"/>
              </a:spcBef>
              <a:spcAft>
                <a:spcPts val="2417"/>
              </a:spcAft>
              <a:buClr>
                <a:srgbClr val="000000"/>
              </a:buClr>
              <a:buSzPts val="900"/>
              <a:buChar char="■"/>
              <a:defRPr sz="1360">
                <a:solidFill>
                  <a:srgbClr val="000000"/>
                </a:solidFill>
              </a:defRPr>
            </a:lvl9pPr>
          </a:lstStyle>
          <a:p>
            <a:endParaRPr/>
          </a:p>
        </p:txBody>
      </p:sp>
      <p:sp>
        <p:nvSpPr>
          <p:cNvPr id="102" name="Google Shape;102;p16"/>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pic>
        <p:nvPicPr>
          <p:cNvPr id="2" name="Picture 1">
            <a:extLst>
              <a:ext uri="{FF2B5EF4-FFF2-40B4-BE49-F238E27FC236}">
                <a16:creationId xmlns:a16="http://schemas.microsoft.com/office/drawing/2014/main" id="{250C3C90-020D-AC99-54CD-0582A95BFE66}"/>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879" y="7067872"/>
            <a:ext cx="1139952" cy="691634"/>
          </a:xfrm>
          <a:prstGeom prst="rect">
            <a:avLst/>
          </a:prstGeom>
        </p:spPr>
      </p:pic>
      <p:sp>
        <p:nvSpPr>
          <p:cNvPr id="3" name="Teardrop 2">
            <a:extLst>
              <a:ext uri="{FF2B5EF4-FFF2-40B4-BE49-F238E27FC236}">
                <a16:creationId xmlns:a16="http://schemas.microsoft.com/office/drawing/2014/main" id="{2210C733-F6E6-CA31-605E-60200AC0AE34}"/>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7FA8BE88-7447-ACD1-4DE9-A00F66FA34A1}"/>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AA0602A0-9FC6-5629-61F5-39FEDB43E701}"/>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tx1"/>
                </a:solidFill>
                <a:effectLst/>
                <a:uLnTx/>
                <a:uFillTx/>
                <a:latin typeface="Avenir Next LT Pro"/>
                <a:ea typeface="+mn-ea"/>
                <a:cs typeface="+mn-cs"/>
              </a:rPr>
              <a:t>Hands On</a:t>
            </a:r>
          </a:p>
        </p:txBody>
      </p:sp>
    </p:spTree>
    <p:extLst>
      <p:ext uri="{BB962C8B-B14F-4D97-AF65-F5344CB8AC3E}">
        <p14:creationId xmlns:p14="http://schemas.microsoft.com/office/powerpoint/2010/main" val="1048882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slide">
  <p:cSld name="Blank slide">
    <p:bg>
      <p:bgPr>
        <a:noFill/>
        <a:effectLst/>
      </p:bgPr>
    </p:bg>
    <p:spTree>
      <p:nvGrpSpPr>
        <p:cNvPr id="1" name="Shape 103"/>
        <p:cNvGrpSpPr/>
        <p:nvPr/>
      </p:nvGrpSpPr>
      <p:grpSpPr>
        <a:xfrm>
          <a:off x="0" y="0"/>
          <a:ext cx="0" cy="0"/>
          <a:chOff x="0" y="0"/>
          <a:chExt cx="0" cy="0"/>
        </a:xfrm>
      </p:grpSpPr>
    </p:spTree>
    <p:extLst>
      <p:ext uri="{BB962C8B-B14F-4D97-AF65-F5344CB8AC3E}">
        <p14:creationId xmlns:p14="http://schemas.microsoft.com/office/powerpoint/2010/main" val="262527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014" y="672483"/>
            <a:ext cx="12875573" cy="865413"/>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1pPr>
            <a:lvl2pPr lvl="1"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2pPr>
            <a:lvl3pPr lvl="2"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3pPr>
            <a:lvl4pPr lvl="3"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4pPr>
            <a:lvl5pPr lvl="4"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5pPr>
            <a:lvl6pPr lvl="5"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6pPr>
            <a:lvl7pPr lvl="6"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7pPr>
            <a:lvl8pPr lvl="7"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8pPr>
            <a:lvl9pPr lvl="8"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9pPr>
          </a:lstStyle>
          <a:p>
            <a:endParaRPr dirty="0"/>
          </a:p>
        </p:txBody>
      </p:sp>
      <p:sp>
        <p:nvSpPr>
          <p:cNvPr id="7" name="Google Shape;7;p1"/>
          <p:cNvSpPr txBox="1">
            <a:spLocks noGrp="1"/>
          </p:cNvSpPr>
          <p:nvPr>
            <p:ph type="body" idx="1"/>
          </p:nvPr>
        </p:nvSpPr>
        <p:spPr>
          <a:xfrm>
            <a:off x="471014" y="1741517"/>
            <a:ext cx="12875573" cy="516256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1pPr>
            <a:lvl2pPr marL="914400" lvl="1"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2pPr>
            <a:lvl3pPr marL="1371600" lvl="2"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3pPr>
            <a:lvl4pPr marL="1828800" lvl="3"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4pPr>
            <a:lvl5pPr marL="2286000" lvl="4"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5pPr>
            <a:lvl6pPr marL="2743200" lvl="5"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6pPr>
            <a:lvl7pPr marL="3200400" lvl="6"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7pPr>
            <a:lvl8pPr marL="3657600" lvl="7"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8pPr>
            <a:lvl9pPr marL="4114800" lvl="8" indent="-304800" rtl="0">
              <a:lnSpc>
                <a:spcPct val="115000"/>
              </a:lnSpc>
              <a:spcBef>
                <a:spcPts val="1600"/>
              </a:spcBef>
              <a:spcAft>
                <a:spcPts val="160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9pPr>
          </a:lstStyle>
          <a:p>
            <a:endParaRPr/>
          </a:p>
        </p:txBody>
      </p:sp>
    </p:spTree>
    <p:extLst>
      <p:ext uri="{BB962C8B-B14F-4D97-AF65-F5344CB8AC3E}">
        <p14:creationId xmlns:p14="http://schemas.microsoft.com/office/powerpoint/2010/main" val="3216857950"/>
      </p:ext>
    </p:extLst>
  </p:cSld>
  <p:clrMap bg1="lt1" tx1="dk1" bg2="dk2" tx2="lt2" accent1="accent1" accent2="accent2" accent3="accent3" accent4="accent4" accent5="accent5" accent6="accent6" hlink="hlink" folHlink="folHlink"/>
  <p:sldLayoutIdLst>
    <p:sldLayoutId id="2147483683" r:id="rId1"/>
    <p:sldLayoutId id="2147483662" r:id="rId2"/>
    <p:sldLayoutId id="2147483682" r:id="rId3"/>
    <p:sldLayoutId id="2147483664" r:id="rId4"/>
    <p:sldLayoutId id="2147483665" r:id="rId5"/>
    <p:sldLayoutId id="2147483666" r:id="rId6"/>
    <p:sldLayoutId id="2147483667" r:id="rId7"/>
    <p:sldLayoutId id="2147483684" r:id="rId8"/>
    <p:sldLayoutId id="2147483668" r:id="rId9"/>
    <p:sldLayoutId id="2147483669" r:id="rId10"/>
    <p:sldLayoutId id="2147483671" r:id="rId11"/>
    <p:sldLayoutId id="2147483674" r:id="rId12"/>
    <p:sldLayoutId id="2147483675" r:id="rId13"/>
    <p:sldLayoutId id="2147483676" r:id="rId14"/>
    <p:sldLayoutId id="2147483677" r:id="rId15"/>
    <p:sldLayoutId id="2147483678" r:id="rId16"/>
    <p:sldLayoutId id="2147483681" r:id="rId17"/>
    <p:sldLayoutId id="2147483679" r:id="rId18"/>
    <p:sldLayoutId id="2147483680"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62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16"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orient="horz" pos="340">
          <p15:clr>
            <a:srgbClr val="EA4335"/>
          </p15:clr>
        </p15:guide>
        <p15:guide id="3" pos="5306">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4D_C09DC68.xml"/><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hyperlink" Target="https://handscom.com/" TargetMode="External"/><Relationship Id="rId5" Type="http://schemas.microsoft.com/office/2007/relationships/hdphoto" Target="../media/hdphoto2.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42_87ABFE6B.xml"/><Relationship Id="rId2" Type="http://schemas.openxmlformats.org/officeDocument/2006/relationships/slideLayout" Target="../slideLayouts/slideLayout4.xml"/><Relationship Id="rId1" Type="http://schemas.openxmlformats.org/officeDocument/2006/relationships/tags" Target="../tags/tag4.xml"/><Relationship Id="rId5" Type="http://schemas.microsoft.com/office/2007/relationships/hdphoto" Target="../media/hdphoto2.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45_AF58CB61.xml"/><Relationship Id="rId2" Type="http://schemas.openxmlformats.org/officeDocument/2006/relationships/slideLayout" Target="../slideLayouts/slideLayout9.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4E_9EFC207E.xml"/><Relationship Id="rId2" Type="http://schemas.openxmlformats.org/officeDocument/2006/relationships/slideLayout" Target="../slideLayouts/slideLayout9.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4F_A0D64162.xml"/><Relationship Id="rId2" Type="http://schemas.openxmlformats.org/officeDocument/2006/relationships/slideLayout" Target="../slideLayouts/slideLayout1.xml"/><Relationship Id="rId1" Type="http://schemas.openxmlformats.org/officeDocument/2006/relationships/tags" Target="../tags/tag7.xml"/><Relationship Id="rId5" Type="http://schemas.microsoft.com/office/2007/relationships/hdphoto" Target="../media/hdphoto2.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50_DD8359EC.xml"/><Relationship Id="rId2" Type="http://schemas.openxmlformats.org/officeDocument/2006/relationships/slideLayout" Target="../slideLayouts/slideLayout1.xml"/><Relationship Id="rId1" Type="http://schemas.openxmlformats.org/officeDocument/2006/relationships/tags" Target="../tags/tag8.xml"/><Relationship Id="rId5" Type="http://schemas.microsoft.com/office/2007/relationships/hdphoto" Target="../media/hdphoto2.wdp"/><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microsoft.com/office/2018/10/relationships/comments" Target="../comments/modernComment_152_67AB75BF.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mailto:kmatz@handscom.com" TargetMode="External"/><Relationship Id="rId2" Type="http://schemas.openxmlformats.org/officeDocument/2006/relationships/slideLayout" Target="../slideLayouts/slideLayout17.xml"/><Relationship Id="rId1" Type="http://schemas.openxmlformats.org/officeDocument/2006/relationships/tags" Target="../tags/tag9.xml"/><Relationship Id="rId5" Type="http://schemas.openxmlformats.org/officeDocument/2006/relationships/image" Target="../media/image10.sv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F2948-12A2-5F0E-9038-73BD8923C5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79E4C3-EED7-B6C4-66E6-B878701AC085}"/>
              </a:ext>
            </a:extLst>
          </p:cNvPr>
          <p:cNvSpPr txBox="1"/>
          <p:nvPr/>
        </p:nvSpPr>
        <p:spPr>
          <a:xfrm>
            <a:off x="2428374" y="3958389"/>
            <a:ext cx="9398668" cy="1323439"/>
          </a:xfrm>
          <a:prstGeom prst="rect">
            <a:avLst/>
          </a:prstGeom>
          <a:noFill/>
        </p:spPr>
        <p:txBody>
          <a:bodyPr wrap="square" rtlCol="0">
            <a:spAutoFit/>
          </a:bodyPr>
          <a:lstStyle/>
          <a:p>
            <a:r>
              <a:rPr lang="en-US" sz="4000" dirty="0">
                <a:solidFill>
                  <a:schemeClr val="bg1"/>
                </a:solidFill>
                <a:latin typeface="Avenir Next LT Pro" panose="020B0504020202020204" pitchFamily="34" charset="0"/>
                <a:cs typeface="Arial" panose="020B0604020202020204" pitchFamily="34" charset="0"/>
              </a:rPr>
              <a:t>Learning &amp; Organizational Development </a:t>
            </a:r>
          </a:p>
        </p:txBody>
      </p:sp>
      <p:sp>
        <p:nvSpPr>
          <p:cNvPr id="3" name="TextBox 2">
            <a:extLst>
              <a:ext uri="{FF2B5EF4-FFF2-40B4-BE49-F238E27FC236}">
                <a16:creationId xmlns:a16="http://schemas.microsoft.com/office/drawing/2014/main" id="{5EE7F4BA-2425-762B-88FC-88034CC43EFB}"/>
              </a:ext>
            </a:extLst>
          </p:cNvPr>
          <p:cNvSpPr txBox="1"/>
          <p:nvPr/>
        </p:nvSpPr>
        <p:spPr>
          <a:xfrm>
            <a:off x="2428374" y="5446289"/>
            <a:ext cx="9398668" cy="775149"/>
          </a:xfrm>
          <a:prstGeom prst="rect">
            <a:avLst/>
          </a:prstGeom>
          <a:noFill/>
        </p:spPr>
        <p:txBody>
          <a:bodyPr wrap="square">
            <a:spAutoFit/>
          </a:bodyPr>
          <a:lstStyle/>
          <a:p>
            <a:pPr lvl="0">
              <a:lnSpc>
                <a:spcPct val="115000"/>
              </a:lnSpc>
              <a:buSzPts val="1100"/>
            </a:pPr>
            <a:r>
              <a:rPr lang="en-US" dirty="0">
                <a:solidFill>
                  <a:schemeClr val="bg1"/>
                </a:solidFill>
              </a:rPr>
              <a:t>Summary Statistics for </a:t>
            </a:r>
            <a:r>
              <a:rPr lang="en-US" b="1" dirty="0">
                <a:solidFill>
                  <a:schemeClr val="bg1"/>
                </a:solidFill>
                <a:highlight>
                  <a:srgbClr val="FFFF00"/>
                </a:highlight>
              </a:rPr>
              <a:t>Nkarta </a:t>
            </a:r>
            <a:r>
              <a:rPr lang="en-US" dirty="0">
                <a:solidFill>
                  <a:schemeClr val="bg1"/>
                </a:solidFill>
              </a:rPr>
              <a:t>in Hands-On</a:t>
            </a:r>
            <a:r>
              <a:rPr lang="en-US" b="1" dirty="0">
                <a:solidFill>
                  <a:schemeClr val="bg1"/>
                </a:solidFill>
              </a:rPr>
              <a:t> On-Demand </a:t>
            </a:r>
            <a:r>
              <a:rPr lang="en-US" dirty="0">
                <a:solidFill>
                  <a:schemeClr val="bg1"/>
                </a:solidFill>
              </a:rPr>
              <a:t>Learning Programs for the duration of </a:t>
            </a:r>
            <a:r>
              <a:rPr lang="en-US" dirty="0">
                <a:solidFill>
                  <a:schemeClr val="bg1"/>
                </a:solidFill>
                <a:highlight>
                  <a:srgbClr val="FFFF00"/>
                </a:highlight>
              </a:rPr>
              <a:t>January – April 2026</a:t>
            </a:r>
            <a:r>
              <a:rPr lang="en-US" dirty="0">
                <a:solidFill>
                  <a:schemeClr val="bg1"/>
                </a:solidFill>
              </a:rPr>
              <a:t>.</a:t>
            </a:r>
          </a:p>
        </p:txBody>
      </p:sp>
      <p:sp>
        <p:nvSpPr>
          <p:cNvPr id="9" name="TextBox 8">
            <a:extLst>
              <a:ext uri="{FF2B5EF4-FFF2-40B4-BE49-F238E27FC236}">
                <a16:creationId xmlns:a16="http://schemas.microsoft.com/office/drawing/2014/main" id="{20E3479D-1931-3505-59DE-B97D01EB93E8}"/>
              </a:ext>
            </a:extLst>
          </p:cNvPr>
          <p:cNvSpPr txBox="1"/>
          <p:nvPr/>
        </p:nvSpPr>
        <p:spPr>
          <a:xfrm>
            <a:off x="0" y="7433846"/>
            <a:ext cx="3996394" cy="307777"/>
          </a:xfrm>
          <a:prstGeom prst="rect">
            <a:avLst/>
          </a:prstGeom>
          <a:noFill/>
        </p:spPr>
        <p:txBody>
          <a:bodyPr wrap="square">
            <a:spAutoFit/>
          </a:bodyPr>
          <a:lstStyle/>
          <a:p>
            <a:pPr marL="0" lvl="0" indent="0" algn="l" rtl="0">
              <a:lnSpc>
                <a:spcPct val="100000"/>
              </a:lnSpc>
              <a:spcBef>
                <a:spcPts val="0"/>
              </a:spcBef>
              <a:spcAft>
                <a:spcPts val="0"/>
              </a:spcAft>
              <a:buSzPts val="1000"/>
              <a:buNone/>
            </a:pPr>
            <a:r>
              <a:rPr sz="1400" dirty="0"/>
              <a:t>April 17, 2026</a:t>
            </a:r>
          </a:p>
        </p:txBody>
      </p:sp>
    </p:spTree>
    <p:custDataLst>
      <p:tags r:id="rId1"/>
    </p:custDataLst>
    <p:extLst>
      <p:ext uri="{BB962C8B-B14F-4D97-AF65-F5344CB8AC3E}">
        <p14:creationId xmlns:p14="http://schemas.microsoft.com/office/powerpoint/2010/main" val="1554690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1AF2-0F22-581E-7504-89AE58D2644F}"/>
            </a:ext>
          </a:extLst>
        </p:cNvPr>
        <p:cNvGrpSpPr/>
        <p:nvPr/>
      </p:nvGrpSpPr>
      <p:grpSpPr>
        <a:xfrm>
          <a:off x="0" y="0"/>
          <a:ext cx="0" cy="0"/>
          <a:chOff x="0" y="0"/>
          <a:chExt cx="0" cy="0"/>
        </a:xfrm>
      </p:grpSpPr>
      <p:pic>
        <p:nvPicPr>
          <p:cNvPr id="9" name="Picture 8" descr="A black background with a black square&#10;&#10;AI-generated content may be incorrect.">
            <a:extLst>
              <a:ext uri="{FF2B5EF4-FFF2-40B4-BE49-F238E27FC236}">
                <a16:creationId xmlns:a16="http://schemas.microsoft.com/office/drawing/2014/main" id="{FBD2600C-530B-D357-A673-D6272C45DF2F}"/>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816600"/>
            <a:ext cx="2295882" cy="2295882"/>
          </a:xfrm>
          <a:prstGeom prst="rect">
            <a:avLst/>
          </a:prstGeom>
        </p:spPr>
      </p:pic>
      <p:sp>
        <p:nvSpPr>
          <p:cNvPr id="10" name="TextBox 9">
            <a:extLst>
              <a:ext uri="{FF2B5EF4-FFF2-40B4-BE49-F238E27FC236}">
                <a16:creationId xmlns:a16="http://schemas.microsoft.com/office/drawing/2014/main" id="{E818D255-E84B-3B27-4FF5-54BC99F29BD3}"/>
              </a:ext>
            </a:extLst>
          </p:cNvPr>
          <p:cNvSpPr txBox="1"/>
          <p:nvPr/>
        </p:nvSpPr>
        <p:spPr>
          <a:xfrm>
            <a:off x="295588" y="3304228"/>
            <a:ext cx="3210708" cy="707886"/>
          </a:xfrm>
          <a:prstGeom prst="rect">
            <a:avLst/>
          </a:prstGeom>
          <a:noFill/>
        </p:spPr>
        <p:txBody>
          <a:bodyPr wrap="square" rtlCol="0">
            <a:spAutoFit/>
          </a:bodyPr>
          <a:lstStyle/>
          <a:p>
            <a:r>
              <a:rPr lang="en-US" sz="4000" b="1" dirty="0">
                <a:solidFill>
                  <a:schemeClr val="bg1"/>
                </a:solidFill>
                <a:latin typeface="Avenir Next LT Pro" panose="020B0504020202020204" pitchFamily="34" charset="0"/>
                <a:cs typeface="Arial" panose="020B0604020202020204" pitchFamily="34" charset="0"/>
              </a:rPr>
              <a:t>Background</a:t>
            </a:r>
          </a:p>
        </p:txBody>
      </p:sp>
      <p:sp>
        <p:nvSpPr>
          <p:cNvPr id="21" name="TextBox 20">
            <a:extLst>
              <a:ext uri="{FF2B5EF4-FFF2-40B4-BE49-F238E27FC236}">
                <a16:creationId xmlns:a16="http://schemas.microsoft.com/office/drawing/2014/main" id="{F4192436-81E6-B4E2-DA99-53F57F317F72}"/>
              </a:ext>
            </a:extLst>
          </p:cNvPr>
          <p:cNvSpPr txBox="1"/>
          <p:nvPr/>
        </p:nvSpPr>
        <p:spPr>
          <a:xfrm>
            <a:off x="4840012" y="1195958"/>
            <a:ext cx="8325713" cy="6709529"/>
          </a:xfrm>
          <a:prstGeom prst="rect">
            <a:avLst/>
          </a:prstGeom>
          <a:noFill/>
        </p:spPr>
        <p:txBody>
          <a:bodyPr wrap="square">
            <a:spAutoFit/>
          </a:bodyPr>
          <a:lstStyle/>
          <a:p>
            <a:r>
              <a:rPr lang="en-US" dirty="0"/>
              <a:t>As of </a:t>
            </a:r>
            <a:r>
              <a:rPr lang="en-US" b="1" dirty="0"/>
              <a:t>mid-January 2026</a:t>
            </a:r>
            <a:r>
              <a:rPr lang="en-US" dirty="0"/>
              <a:t>, Nkarta entered into a relationship with </a:t>
            </a:r>
            <a:r>
              <a:rPr lang="en-US" dirty="0">
                <a:hlinkClick r:id="rId6"/>
              </a:rPr>
              <a:t>Hands On</a:t>
            </a:r>
            <a:r>
              <a:rPr lang="en-US" dirty="0"/>
              <a:t> – a 25+ year learning provider with a strong focus on Life Sciences.</a:t>
            </a:r>
          </a:p>
          <a:p>
            <a:endParaRPr lang="en-US" dirty="0"/>
          </a:p>
          <a:p>
            <a:r>
              <a:rPr lang="en-US" dirty="0"/>
              <a:t>Our current arrangement with Hands On enables us to provide our colleagues with: </a:t>
            </a:r>
          </a:p>
          <a:p>
            <a:endParaRPr lang="en-US" dirty="0"/>
          </a:p>
          <a:p>
            <a:pPr marL="342900" indent="-342900">
              <a:spcAft>
                <a:spcPts val="1200"/>
              </a:spcAft>
              <a:buFont typeface="Arial" panose="020B0604020202020204" pitchFamily="34" charset="0"/>
              <a:buChar char="•"/>
            </a:pPr>
            <a:r>
              <a:rPr lang="en-US" b="1" dirty="0"/>
              <a:t>Unlimited</a:t>
            </a:r>
            <a:r>
              <a:rPr lang="en-US" dirty="0"/>
              <a:t> monthly access to </a:t>
            </a:r>
            <a:r>
              <a:rPr lang="en-US" b="1" dirty="0"/>
              <a:t>60+ </a:t>
            </a:r>
            <a:r>
              <a:rPr lang="en-US" dirty="0"/>
              <a:t>different learning topics per quarter </a:t>
            </a:r>
          </a:p>
          <a:p>
            <a:pPr marL="342900" indent="-342900">
              <a:spcAft>
                <a:spcPts val="1200"/>
              </a:spcAft>
              <a:buFont typeface="Arial" panose="020B0604020202020204" pitchFamily="34" charset="0"/>
              <a:buChar char="•"/>
            </a:pPr>
            <a:r>
              <a:rPr lang="en-US" dirty="0"/>
              <a:t>Learning topics </a:t>
            </a:r>
            <a:r>
              <a:rPr lang="en-US" b="1" dirty="0"/>
              <a:t>range</a:t>
            </a:r>
            <a:r>
              <a:rPr lang="en-US" dirty="0"/>
              <a:t> from leadership, management, professional development, interpersonal, influencing, communication, business and technical life sciences topics </a:t>
            </a:r>
          </a:p>
          <a:p>
            <a:pPr marL="342900" indent="-342900">
              <a:spcAft>
                <a:spcPts val="1200"/>
              </a:spcAft>
              <a:buFont typeface="Arial" panose="020B0604020202020204" pitchFamily="34" charset="0"/>
              <a:buChar char="•"/>
            </a:pPr>
            <a:r>
              <a:rPr lang="en-US" dirty="0"/>
              <a:t>Our employees are </a:t>
            </a:r>
            <a:r>
              <a:rPr lang="en-US" b="1" dirty="0"/>
              <a:t>provided </a:t>
            </a:r>
            <a:r>
              <a:rPr lang="en-US" dirty="0"/>
              <a:t>with quarterly offerings and learning links, enabling them to sign-up for programs that </a:t>
            </a:r>
            <a:r>
              <a:rPr lang="en-US" b="1" dirty="0"/>
              <a:t>best fit</a:t>
            </a:r>
            <a:r>
              <a:rPr lang="en-US" dirty="0"/>
              <a:t> their learning needs </a:t>
            </a:r>
          </a:p>
          <a:p>
            <a:pPr marL="342900" indent="-342900">
              <a:spcAft>
                <a:spcPts val="1200"/>
              </a:spcAft>
              <a:buFont typeface="Arial" panose="020B0604020202020204" pitchFamily="34" charset="0"/>
              <a:buChar char="•"/>
            </a:pPr>
            <a:r>
              <a:rPr lang="en-US" dirty="0"/>
              <a:t>In addition, Nkarta has access to </a:t>
            </a:r>
            <a:r>
              <a:rPr lang="en-US" b="1" dirty="0"/>
              <a:t>5</a:t>
            </a:r>
            <a:r>
              <a:rPr lang="en-US" dirty="0"/>
              <a:t> different topics every 12 months that are </a:t>
            </a:r>
            <a:r>
              <a:rPr lang="en-US" b="1" dirty="0"/>
              <a:t>company-only sessions </a:t>
            </a:r>
          </a:p>
          <a:p>
            <a:pPr marL="852312" lvl="1" indent="-342900">
              <a:spcAft>
                <a:spcPts val="1200"/>
              </a:spcAft>
              <a:buFont typeface="Courier New" panose="02070309020205020404" pitchFamily="49" charset="0"/>
              <a:buChar char="o"/>
            </a:pPr>
            <a:r>
              <a:rPr lang="en-US" sz="1800" dirty="0"/>
              <a:t>So far, we have run </a:t>
            </a:r>
            <a:r>
              <a:rPr lang="en-US" sz="1800" b="1" dirty="0"/>
              <a:t>Unconscious Bias </a:t>
            </a:r>
            <a:r>
              <a:rPr lang="en-US" sz="1800" dirty="0"/>
              <a:t>in April 2026 </a:t>
            </a:r>
          </a:p>
          <a:p>
            <a:pPr marL="852312" lvl="1" indent="-342900">
              <a:spcAft>
                <a:spcPts val="1200"/>
              </a:spcAft>
              <a:buFont typeface="Courier New" panose="02070309020205020404" pitchFamily="49" charset="0"/>
              <a:buChar char="o"/>
            </a:pPr>
            <a:r>
              <a:rPr lang="en-US" sz="1800" dirty="0"/>
              <a:t>We plan to run </a:t>
            </a:r>
            <a:r>
              <a:rPr lang="en-US" sz="1800" b="1" dirty="0"/>
              <a:t>Managing Stress </a:t>
            </a:r>
            <a:r>
              <a:rPr lang="en-US" sz="1800" dirty="0"/>
              <a:t>in May 2026 </a:t>
            </a:r>
          </a:p>
        </p:txBody>
      </p:sp>
      <p:sp>
        <p:nvSpPr>
          <p:cNvPr id="22" name="Content Placeholder 2">
            <a:extLst>
              <a:ext uri="{FF2B5EF4-FFF2-40B4-BE49-F238E27FC236}">
                <a16:creationId xmlns:a16="http://schemas.microsoft.com/office/drawing/2014/main" id="{39DED3E7-C72C-EE4B-590D-2CD1989876FA}"/>
              </a:ext>
            </a:extLst>
          </p:cNvPr>
          <p:cNvSpPr txBox="1">
            <a:spLocks/>
          </p:cNvSpPr>
          <p:nvPr/>
        </p:nvSpPr>
        <p:spPr>
          <a:xfrm>
            <a:off x="4654099" y="545521"/>
            <a:ext cx="8889999" cy="79722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400" b="1" dirty="0">
                <a:solidFill>
                  <a:schemeClr val="bg2"/>
                </a:solidFill>
                <a:highlight>
                  <a:srgbClr val="FFFF00"/>
                </a:highlight>
                <a:latin typeface="Avenir Next LT Pro" panose="020B0504020202020204" pitchFamily="34" charset="0"/>
                <a:cs typeface="Arial" panose="020B0604020202020204" pitchFamily="34" charset="0"/>
              </a:rPr>
              <a:t>Nkarta</a:t>
            </a:r>
            <a:r>
              <a:rPr lang="en-US" sz="2400" b="1" dirty="0">
                <a:solidFill>
                  <a:schemeClr val="bg2"/>
                </a:solidFill>
                <a:latin typeface="Avenir Next LT Pro" panose="020B0504020202020204" pitchFamily="34" charset="0"/>
                <a:cs typeface="Arial" panose="020B0604020202020204" pitchFamily="34" charset="0"/>
              </a:rPr>
              <a:t> Learning </a:t>
            </a:r>
          </a:p>
        </p:txBody>
      </p:sp>
    </p:spTree>
    <p:custDataLst>
      <p:tags r:id="rId1"/>
    </p:custDataLst>
    <p:extLst>
      <p:ext uri="{BB962C8B-B14F-4D97-AF65-F5344CB8AC3E}">
        <p14:creationId xmlns:p14="http://schemas.microsoft.com/office/powerpoint/2010/main" val="20197284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1CD1C-7323-8F2B-D9FD-A30CEC92FD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117FC86-FC9C-A752-EDFB-BD0BD27C147F}"/>
              </a:ext>
            </a:extLst>
          </p:cNvPr>
          <p:cNvSpPr txBox="1"/>
          <p:nvPr/>
        </p:nvSpPr>
        <p:spPr>
          <a:xfrm>
            <a:off x="295588" y="3304228"/>
            <a:ext cx="2994562" cy="1323439"/>
          </a:xfrm>
          <a:prstGeom prst="rect">
            <a:avLst/>
          </a:prstGeom>
          <a:noFill/>
        </p:spPr>
        <p:txBody>
          <a:bodyPr wrap="square" rtlCol="0">
            <a:spAutoFit/>
          </a:bodyPr>
          <a:lstStyle/>
          <a:p>
            <a:r>
              <a:rPr lang="en-US" sz="4000" b="1" dirty="0">
                <a:solidFill>
                  <a:schemeClr val="bg1"/>
                </a:solidFill>
                <a:highlight>
                  <a:srgbClr val="FFFF00"/>
                </a:highlight>
                <a:latin typeface="Avenir Next LT Pro" panose="020B0504020202020204" pitchFamily="34" charset="0"/>
                <a:cs typeface="Arial" panose="020B0604020202020204" pitchFamily="34" charset="0"/>
              </a:rPr>
              <a:t>Key </a:t>
            </a:r>
            <a:r>
              <a:rPr lang="en-US" sz="4000" b="1" dirty="0">
                <a:solidFill>
                  <a:schemeClr val="bg1"/>
                </a:solidFill>
                <a:latin typeface="Avenir Next LT Pro" panose="020B0504020202020204" pitchFamily="34" charset="0"/>
                <a:cs typeface="Arial" panose="020B0604020202020204" pitchFamily="34" charset="0"/>
              </a:rPr>
              <a:t>Highlights</a:t>
            </a:r>
          </a:p>
        </p:txBody>
      </p:sp>
      <p:pic>
        <p:nvPicPr>
          <p:cNvPr id="1041" name="Picture 1040" descr="A black background with a black square&#10;&#10;AI-generated content may be incorrect.">
            <a:extLst>
              <a:ext uri="{FF2B5EF4-FFF2-40B4-BE49-F238E27FC236}">
                <a16:creationId xmlns:a16="http://schemas.microsoft.com/office/drawing/2014/main" id="{3E8A7E74-2206-737E-3A90-6C2517CA32F9}"/>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816600"/>
            <a:ext cx="2295882" cy="2295882"/>
          </a:xfrm>
          <a:prstGeom prst="rect">
            <a:avLst/>
          </a:prstGeom>
        </p:spPr>
      </p:pic>
      <p:sp>
        <p:nvSpPr>
          <p:cNvPr id="7" name="Rectangle 6">
            <a:extLst>
              <a:ext uri="{FF2B5EF4-FFF2-40B4-BE49-F238E27FC236}">
                <a16:creationId xmlns:a16="http://schemas.microsoft.com/office/drawing/2014/main" id="{988A09B8-F576-C50B-EBDA-75A4ED8222FB}"/>
              </a:ext>
            </a:extLst>
          </p:cNvPr>
          <p:cNvSpPr/>
          <p:nvPr/>
        </p:nvSpPr>
        <p:spPr>
          <a:xfrm>
            <a:off x="5711515" y="1526110"/>
            <a:ext cx="7722617" cy="2182957"/>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C8438C-AE5E-12C4-2BF2-7A78160A2539}"/>
              </a:ext>
            </a:extLst>
          </p:cNvPr>
          <p:cNvSpPr/>
          <p:nvPr/>
        </p:nvSpPr>
        <p:spPr>
          <a:xfrm>
            <a:off x="5725231" y="4060301"/>
            <a:ext cx="7722617" cy="2511538"/>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C5EE0640-906F-FCB8-5529-03B3A62341B4}"/>
              </a:ext>
            </a:extLst>
          </p:cNvPr>
          <p:cNvSpPr txBox="1"/>
          <p:nvPr/>
        </p:nvSpPr>
        <p:spPr>
          <a:xfrm>
            <a:off x="7098273" y="1690082"/>
            <a:ext cx="5908086" cy="1554272"/>
          </a:xfrm>
          <a:prstGeom prst="rect">
            <a:avLst/>
          </a:prstGeom>
          <a:noFill/>
        </p:spPr>
        <p:txBody>
          <a:bodyPr wrap="square" rtlCol="0">
            <a:spAutoFit/>
          </a:bodyPr>
          <a:lstStyle/>
          <a:p>
            <a:pPr marL="285750" indent="-285750">
              <a:spcAft>
                <a:spcPts val="600"/>
              </a:spcAft>
              <a:buClr>
                <a:schemeClr val="accent1"/>
              </a:buClr>
              <a:buFont typeface="Arial" panose="020B0604020202020204" pitchFamily="34" charset="0"/>
              <a:buChar char="•"/>
            </a:pPr>
            <a:r>
              <a:rPr sz="1600" dirty="0">
                <a:latin typeface="Avenir Next LT Pro"/>
              </a:rPr>
              <a:t>First sign-ups began as of 13 January 2026</a:t>
            </a:r>
          </a:p>
          <a:p>
            <a:pPr marL="285750" indent="-285750">
              <a:spcAft>
                <a:spcPts val="600"/>
              </a:spcAft>
              <a:buClr>
                <a:schemeClr val="accent1"/>
              </a:buClr>
              <a:buFont typeface="Arial" panose="020B0604020202020204" pitchFamily="34" charset="0"/>
              <a:buChar char="•"/>
            </a:pPr>
            <a:r>
              <a:rPr sz="1600" dirty="0">
                <a:latin typeface="Avenir Next LT Pro"/>
              </a:rPr>
              <a:t>Last sign-up was on </a:t>
            </a:r>
            <a:r>
              <a:rPr lang="en-US" sz="1600" dirty="0">
                <a:latin typeface="Avenir Next LT Pro"/>
              </a:rPr>
              <a:t>13 April 2026</a:t>
            </a:r>
            <a:endParaRPr sz="1600" dirty="0">
              <a:latin typeface="Avenir Next LT Pro"/>
            </a:endParaRPr>
          </a:p>
          <a:p>
            <a:pPr marL="285750" indent="-285750">
              <a:spcAft>
                <a:spcPts val="600"/>
              </a:spcAft>
              <a:buClr>
                <a:schemeClr val="accent1"/>
              </a:buClr>
              <a:buFont typeface="Arial" panose="020B0604020202020204" pitchFamily="34" charset="0"/>
              <a:buChar char="•"/>
            </a:pPr>
            <a:r>
              <a:rPr sz="1600" dirty="0">
                <a:latin typeface="Avenir Next LT Pro"/>
              </a:rPr>
              <a:t>Total of </a:t>
            </a:r>
            <a:r>
              <a:rPr lang="en-US" sz="1600" dirty="0">
                <a:latin typeface="Avenir Next LT Pro"/>
              </a:rPr>
              <a:t>179 sign-ups with 34 cancellations prior to actual sessions </a:t>
            </a:r>
          </a:p>
          <a:p>
            <a:pPr marL="285750" indent="-285750">
              <a:spcAft>
                <a:spcPts val="600"/>
              </a:spcAft>
              <a:buClr>
                <a:schemeClr val="accent1"/>
              </a:buClr>
              <a:buFont typeface="Arial" panose="020B0604020202020204" pitchFamily="34" charset="0"/>
              <a:buChar char="•"/>
            </a:pPr>
            <a:r>
              <a:rPr lang="en-US" sz="1600" dirty="0">
                <a:latin typeface="Avenir Next LT Pro"/>
              </a:rPr>
              <a:t>Total of 145 sign-ups attending sessions </a:t>
            </a:r>
            <a:endParaRPr sz="1600" dirty="0">
              <a:latin typeface="Avenir Next LT Pro"/>
            </a:endParaRPr>
          </a:p>
        </p:txBody>
      </p:sp>
      <p:sp>
        <p:nvSpPr>
          <p:cNvPr id="3" name="Rectangle: Rounded Corners 2">
            <a:extLst>
              <a:ext uri="{FF2B5EF4-FFF2-40B4-BE49-F238E27FC236}">
                <a16:creationId xmlns:a16="http://schemas.microsoft.com/office/drawing/2014/main" id="{FABD7793-ADC7-6692-EBD7-3949D3A74757}"/>
              </a:ext>
            </a:extLst>
          </p:cNvPr>
          <p:cNvSpPr/>
          <p:nvPr/>
        </p:nvSpPr>
        <p:spPr>
          <a:xfrm>
            <a:off x="4403338" y="1603837"/>
            <a:ext cx="2468520" cy="1422400"/>
          </a:xfrm>
          <a:prstGeom prst="roundRect">
            <a:avLst>
              <a:gd name="adj" fmla="val 12203"/>
            </a:avLst>
          </a:prstGeom>
          <a:gradFill flip="none" rotWithShape="1">
            <a:gsLst>
              <a:gs pos="0">
                <a:schemeClr val="tx1">
                  <a:lumMod val="90000"/>
                  <a:lumOff val="10000"/>
                </a:schemeClr>
              </a:gs>
              <a:gs pos="100000">
                <a:schemeClr val="accent1">
                  <a:lumMod val="75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Content Placeholder 2">
            <a:extLst>
              <a:ext uri="{FF2B5EF4-FFF2-40B4-BE49-F238E27FC236}">
                <a16:creationId xmlns:a16="http://schemas.microsoft.com/office/drawing/2014/main" id="{7658B652-78CA-B349-54AB-A5638975390F}"/>
              </a:ext>
            </a:extLst>
          </p:cNvPr>
          <p:cNvSpPr txBox="1">
            <a:spLocks/>
          </p:cNvSpPr>
          <p:nvPr/>
        </p:nvSpPr>
        <p:spPr>
          <a:xfrm>
            <a:off x="4586038" y="1773766"/>
            <a:ext cx="2103120" cy="64008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Sign-ups</a:t>
            </a:r>
          </a:p>
        </p:txBody>
      </p:sp>
      <p:sp>
        <p:nvSpPr>
          <p:cNvPr id="2" name="Rectangle: Rounded Corners 1">
            <a:extLst>
              <a:ext uri="{FF2B5EF4-FFF2-40B4-BE49-F238E27FC236}">
                <a16:creationId xmlns:a16="http://schemas.microsoft.com/office/drawing/2014/main" id="{82C373E6-9E85-9487-28DD-AF57E3CEBB3D}"/>
              </a:ext>
            </a:extLst>
          </p:cNvPr>
          <p:cNvSpPr/>
          <p:nvPr/>
        </p:nvSpPr>
        <p:spPr>
          <a:xfrm>
            <a:off x="4404219" y="4276307"/>
            <a:ext cx="2468520" cy="1422400"/>
          </a:xfrm>
          <a:prstGeom prst="roundRect">
            <a:avLst>
              <a:gd name="adj" fmla="val 12203"/>
            </a:avLst>
          </a:prstGeom>
          <a:gradFill flip="none" rotWithShape="1">
            <a:gsLst>
              <a:gs pos="0">
                <a:schemeClr val="tx1">
                  <a:lumMod val="90000"/>
                  <a:lumOff val="10000"/>
                </a:schemeClr>
              </a:gs>
              <a:gs pos="100000">
                <a:schemeClr val="accent5">
                  <a:lumMod val="5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Content Placeholder 2">
            <a:extLst>
              <a:ext uri="{FF2B5EF4-FFF2-40B4-BE49-F238E27FC236}">
                <a16:creationId xmlns:a16="http://schemas.microsoft.com/office/drawing/2014/main" id="{BD963C8C-CBFF-9B8B-8D52-7D1D6ACC39E0}"/>
              </a:ext>
            </a:extLst>
          </p:cNvPr>
          <p:cNvSpPr txBox="1">
            <a:spLocks/>
          </p:cNvSpPr>
          <p:nvPr/>
        </p:nvSpPr>
        <p:spPr>
          <a:xfrm>
            <a:off x="4586038" y="4458495"/>
            <a:ext cx="2468520" cy="64008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Attendance</a:t>
            </a:r>
          </a:p>
        </p:txBody>
      </p:sp>
      <p:sp>
        <p:nvSpPr>
          <p:cNvPr id="28" name="TextBox 27">
            <a:extLst>
              <a:ext uri="{FF2B5EF4-FFF2-40B4-BE49-F238E27FC236}">
                <a16:creationId xmlns:a16="http://schemas.microsoft.com/office/drawing/2014/main" id="{7A784C31-E177-A959-9B4E-F8E19FE85944}"/>
              </a:ext>
            </a:extLst>
          </p:cNvPr>
          <p:cNvSpPr txBox="1"/>
          <p:nvPr/>
        </p:nvSpPr>
        <p:spPr>
          <a:xfrm>
            <a:off x="7098273" y="4235632"/>
            <a:ext cx="5908087" cy="2246769"/>
          </a:xfrm>
          <a:prstGeom prst="rect">
            <a:avLst/>
          </a:prstGeom>
          <a:noFill/>
        </p:spPr>
        <p:txBody>
          <a:bodyPr wrap="square" rtlCol="0">
            <a:spAutoFit/>
          </a:bodyPr>
          <a:lstStyle/>
          <a:p>
            <a:pPr marL="285750" indent="-285750">
              <a:lnSpc>
                <a:spcPts val="1600"/>
              </a:lnSpc>
              <a:spcAft>
                <a:spcPts val="600"/>
              </a:spcAft>
              <a:buClr>
                <a:schemeClr val="accent1"/>
              </a:buClr>
              <a:buFont typeface="Arial" panose="020B0604020202020204" pitchFamily="34" charset="0"/>
              <a:buChar char="•"/>
            </a:pPr>
            <a:r>
              <a:rPr sz="1600" dirty="0">
                <a:latin typeface="Avenir Next LT Pro"/>
              </a:rPr>
              <a:t>First attended session was 20 January 2026 – Advanced Strategic Planning</a:t>
            </a:r>
          </a:p>
          <a:p>
            <a:pPr marL="285750" indent="-285750">
              <a:lnSpc>
                <a:spcPts val="1600"/>
              </a:lnSpc>
              <a:spcAft>
                <a:spcPts val="600"/>
              </a:spcAft>
              <a:buClr>
                <a:schemeClr val="accent1"/>
              </a:buClr>
              <a:buFont typeface="Arial" panose="020B0604020202020204" pitchFamily="34" charset="0"/>
              <a:buChar char="•"/>
            </a:pPr>
            <a:r>
              <a:rPr sz="1600" dirty="0">
                <a:latin typeface="Avenir Next LT Pro"/>
              </a:rPr>
              <a:t>Last attended session </a:t>
            </a:r>
            <a:r>
              <a:rPr lang="en-US" sz="1600" dirty="0">
                <a:latin typeface="Avenir Next LT Pro"/>
              </a:rPr>
              <a:t>was 28 April 2026 – Influencing &amp; Stakeholder Management </a:t>
            </a:r>
            <a:endParaRPr sz="1600" dirty="0">
              <a:latin typeface="Avenir Next LT Pro"/>
            </a:endParaRPr>
          </a:p>
          <a:p>
            <a:pPr marL="285750" indent="-285750">
              <a:lnSpc>
                <a:spcPts val="1600"/>
              </a:lnSpc>
              <a:spcAft>
                <a:spcPts val="600"/>
              </a:spcAft>
              <a:buClr>
                <a:schemeClr val="accent1"/>
              </a:buClr>
              <a:buFont typeface="Arial" panose="020B0604020202020204" pitchFamily="34" charset="0"/>
              <a:buChar char="•"/>
            </a:pPr>
            <a:r>
              <a:rPr sz="1600" dirty="0">
                <a:latin typeface="Avenir Next LT Pro"/>
              </a:rPr>
              <a:t>A total of </a:t>
            </a:r>
            <a:r>
              <a:rPr lang="en-US" sz="1600" dirty="0">
                <a:latin typeface="Avenir Next LT Pro"/>
              </a:rPr>
              <a:t>40</a:t>
            </a:r>
            <a:r>
              <a:rPr sz="1600" dirty="0">
                <a:latin typeface="Avenir Next LT Pro"/>
              </a:rPr>
              <a:t> unique learning topics attended</a:t>
            </a:r>
          </a:p>
          <a:p>
            <a:pPr marL="285750" indent="-285750">
              <a:lnSpc>
                <a:spcPts val="1600"/>
              </a:lnSpc>
              <a:spcAft>
                <a:spcPts val="600"/>
              </a:spcAft>
              <a:buClr>
                <a:schemeClr val="accent1"/>
              </a:buClr>
              <a:buFont typeface="Arial" panose="020B0604020202020204" pitchFamily="34" charset="0"/>
              <a:buChar char="•"/>
            </a:pPr>
            <a:r>
              <a:rPr sz="1600" dirty="0">
                <a:latin typeface="Avenir Next LT Pro"/>
              </a:rPr>
              <a:t>A total of </a:t>
            </a:r>
            <a:r>
              <a:rPr lang="en-US" sz="1600" dirty="0">
                <a:latin typeface="Avenir Next LT Pro"/>
              </a:rPr>
              <a:t>59</a:t>
            </a:r>
            <a:r>
              <a:rPr sz="1600" dirty="0">
                <a:latin typeface="Avenir Next LT Pro"/>
              </a:rPr>
              <a:t> unique learning attendees from Nkarta in Hands On On-Demand programs (unique meaning individual employees)</a:t>
            </a:r>
          </a:p>
          <a:p>
            <a:pPr marL="285750" indent="-285750">
              <a:lnSpc>
                <a:spcPts val="1600"/>
              </a:lnSpc>
              <a:spcAft>
                <a:spcPts val="600"/>
              </a:spcAft>
              <a:buClr>
                <a:schemeClr val="accent1"/>
              </a:buClr>
              <a:buFont typeface="Arial" panose="020B0604020202020204" pitchFamily="34" charset="0"/>
              <a:buChar char="•"/>
            </a:pPr>
            <a:endParaRPr lang="en-US" sz="1600" dirty="0">
              <a:solidFill>
                <a:srgbClr val="604D44"/>
              </a:solidFill>
              <a:latin typeface="Avenir Next LT Pro" panose="020B05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3348452F-3595-8EAA-2557-67500DE11415}"/>
              </a:ext>
            </a:extLst>
          </p:cNvPr>
          <p:cNvSpPr txBox="1"/>
          <p:nvPr/>
        </p:nvSpPr>
        <p:spPr>
          <a:xfrm>
            <a:off x="3976253" y="7036937"/>
            <a:ext cx="9378659" cy="584775"/>
          </a:xfrm>
          <a:prstGeom prst="rect">
            <a:avLst/>
          </a:prstGeom>
          <a:noFill/>
        </p:spPr>
        <p:txBody>
          <a:bodyPr wrap="square">
            <a:spAutoFit/>
          </a:bodyPr>
          <a:lstStyle/>
          <a:p>
            <a:r>
              <a:rPr lang="en-US" sz="1600" dirty="0"/>
              <a:t>NOTE: Statistics on this slide only pertain to Hands On </a:t>
            </a:r>
            <a:r>
              <a:rPr lang="en-US" sz="1600" b="1" dirty="0"/>
              <a:t>on-demand </a:t>
            </a:r>
            <a:r>
              <a:rPr lang="en-US" sz="1600" dirty="0"/>
              <a:t>programs in the duration of </a:t>
            </a:r>
            <a:r>
              <a:rPr lang="en-US" sz="1600" dirty="0">
                <a:highlight>
                  <a:srgbClr val="FFFF00"/>
                </a:highlight>
              </a:rPr>
              <a:t>January – April 2026</a:t>
            </a:r>
            <a:r>
              <a:rPr lang="en-US" sz="1600" dirty="0"/>
              <a:t>. Programs outside this period are not represented.</a:t>
            </a:r>
          </a:p>
        </p:txBody>
      </p:sp>
      <p:sp>
        <p:nvSpPr>
          <p:cNvPr id="36" name="Content Placeholder 2">
            <a:extLst>
              <a:ext uri="{FF2B5EF4-FFF2-40B4-BE49-F238E27FC236}">
                <a16:creationId xmlns:a16="http://schemas.microsoft.com/office/drawing/2014/main" id="{E623C72D-4EEF-2B1B-CDAD-C709D5AD19CC}"/>
              </a:ext>
            </a:extLst>
          </p:cNvPr>
          <p:cNvSpPr txBox="1">
            <a:spLocks/>
          </p:cNvSpPr>
          <p:nvPr/>
        </p:nvSpPr>
        <p:spPr>
          <a:xfrm>
            <a:off x="4464913" y="322250"/>
            <a:ext cx="8889999" cy="79722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400" b="1" dirty="0">
                <a:solidFill>
                  <a:schemeClr val="bg2"/>
                </a:solidFill>
                <a:latin typeface="Avenir Next LT Pro" panose="020B0504020202020204" pitchFamily="34" charset="0"/>
                <a:cs typeface="Arial" panose="020B0604020202020204" pitchFamily="34" charset="0"/>
              </a:rPr>
              <a:t>Attendance in Hands On Learning Programs between </a:t>
            </a:r>
            <a:r>
              <a:rPr lang="en-US" sz="2400" b="1" dirty="0">
                <a:solidFill>
                  <a:schemeClr val="bg2"/>
                </a:solidFill>
                <a:highlight>
                  <a:srgbClr val="FFFF00"/>
                </a:highlight>
                <a:latin typeface="Avenir Next LT Pro" panose="020B0504020202020204" pitchFamily="34" charset="0"/>
                <a:cs typeface="Arial" panose="020B0604020202020204" pitchFamily="34" charset="0"/>
              </a:rPr>
              <a:t>January – April 2026</a:t>
            </a:r>
          </a:p>
        </p:txBody>
      </p:sp>
    </p:spTree>
    <p:custDataLst>
      <p:tags r:id="rId1"/>
    </p:custDataLst>
    <p:extLst>
      <p:ext uri="{BB962C8B-B14F-4D97-AF65-F5344CB8AC3E}">
        <p14:creationId xmlns:p14="http://schemas.microsoft.com/office/powerpoint/2010/main" val="2276195947"/>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C154-2070-96A1-CD4C-35218F19BC9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1CD055-C63C-74FC-376B-84BE048272E5}"/>
              </a:ext>
            </a:extLst>
          </p:cNvPr>
          <p:cNvSpPr>
            <a:spLocks noGrp="1"/>
          </p:cNvSpPr>
          <p:nvPr>
            <p:ph type="ctrTitle"/>
          </p:nvPr>
        </p:nvSpPr>
        <p:spPr>
          <a:xfrm>
            <a:off x="0" y="272247"/>
            <a:ext cx="13817600" cy="1589445"/>
          </a:xfrm>
        </p:spPr>
        <p:txBody>
          <a:bodyPr/>
          <a:lstStyle/>
          <a:p>
            <a:r>
              <a:rPr lang="en-US" sz="3600" b="1" dirty="0">
                <a:latin typeface="+mn-lt"/>
              </a:rPr>
              <a:t>Most Attended</a:t>
            </a:r>
            <a:br>
              <a:rPr lang="en-US" sz="3600" b="1" dirty="0">
                <a:latin typeface="+mn-lt"/>
              </a:rPr>
            </a:br>
            <a:r>
              <a:rPr lang="en-US" sz="3600" b="1" dirty="0">
                <a:latin typeface="+mn-lt"/>
              </a:rPr>
              <a:t>On-Demand Programs (Learning Topics) </a:t>
            </a:r>
          </a:p>
        </p:txBody>
      </p:sp>
      <p:graphicFrame>
        <p:nvGraphicFramePr>
          <p:cNvPr id="3" name="Table 2">
            <a:extLst>
              <a:ext uri="{FF2B5EF4-FFF2-40B4-BE49-F238E27FC236}">
                <a16:creationId xmlns:a16="http://schemas.microsoft.com/office/drawing/2014/main" id="{ECB94A4D-7BF0-FD13-06E7-735477610E88}"/>
              </a:ext>
            </a:extLst>
          </p:cNvPr>
          <p:cNvGraphicFramePr>
            <a:graphicFrameLocks noGrp="1"/>
          </p:cNvGraphicFramePr>
          <p:nvPr>
            <p:extLst>
              <p:ext uri="{D42A27DB-BD31-4B8C-83A1-F6EECF244321}">
                <p14:modId xmlns:p14="http://schemas.microsoft.com/office/powerpoint/2010/main" val="3732916188"/>
              </p:ext>
            </p:extLst>
          </p:nvPr>
        </p:nvGraphicFramePr>
        <p:xfrm>
          <a:off x="2151386" y="3206567"/>
          <a:ext cx="9514828" cy="4008120"/>
        </p:xfrm>
        <a:graphic>
          <a:graphicData uri="http://schemas.openxmlformats.org/drawingml/2006/table">
            <a:tbl>
              <a:tblPr firstRow="1" bandRow="1">
                <a:tableStyleId>{5C22544A-7EE6-4342-B048-85BDC9FD1C3A}</a:tableStyleId>
              </a:tblPr>
              <a:tblGrid>
                <a:gridCol w="4757414">
                  <a:extLst>
                    <a:ext uri="{9D8B030D-6E8A-4147-A177-3AD203B41FA5}">
                      <a16:colId xmlns:a16="http://schemas.microsoft.com/office/drawing/2014/main" val="2219783747"/>
                    </a:ext>
                  </a:extLst>
                </a:gridCol>
                <a:gridCol w="4757414">
                  <a:extLst>
                    <a:ext uri="{9D8B030D-6E8A-4147-A177-3AD203B41FA5}">
                      <a16:colId xmlns:a16="http://schemas.microsoft.com/office/drawing/2014/main" val="3514107682"/>
                    </a:ext>
                  </a:extLst>
                </a:gridCol>
              </a:tblGrid>
              <a:tr h="370840">
                <a:tc>
                  <a:txBody>
                    <a:bodyPr/>
                    <a:lstStyle/>
                    <a:p>
                      <a:pPr marL="0" indent="0" algn="ctr">
                        <a:buFont typeface="Arial" panose="020B0604020202020204" pitchFamily="34" charset="0"/>
                        <a:buNone/>
                      </a:pPr>
                      <a:r>
                        <a:rPr lang="de-DE" sz="2000" dirty="0"/>
                        <a:t>Topic</a:t>
                      </a:r>
                    </a:p>
                  </a:txBody>
                  <a:tcPr/>
                </a:tc>
                <a:tc>
                  <a:txBody>
                    <a:bodyPr/>
                    <a:lstStyle/>
                    <a:p>
                      <a:pPr algn="ctr"/>
                      <a:r>
                        <a:rPr lang="de-DE" sz="2000" dirty="0" err="1"/>
                        <a:t>Sign-ups</a:t>
                      </a:r>
                      <a:endParaRPr lang="de-DE" sz="2000" dirty="0"/>
                    </a:p>
                  </a:txBody>
                  <a:tcPr/>
                </a:tc>
                <a:extLst>
                  <a:ext uri="{0D108BD9-81ED-4DB2-BD59-A6C34878D82A}">
                    <a16:rowId xmlns:a16="http://schemas.microsoft.com/office/drawing/2014/main" val="611814748"/>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Nkarta - Unconscious Bias</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39 sign-ups</a:t>
                      </a:r>
                    </a:p>
                  </a:txBody>
                  <a:tcPr/>
                </a:tc>
                <a:extLst>
                  <a:ext uri="{0D108BD9-81ED-4DB2-BD59-A6C34878D82A}">
                    <a16:rowId xmlns:a16="http://schemas.microsoft.com/office/drawing/2014/main" val="1588144013"/>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AI 201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8 sign-ups</a:t>
                      </a:r>
                    </a:p>
                  </a:txBody>
                  <a:tcPr/>
                </a:tc>
                <a:extLst>
                  <a:ext uri="{0D108BD9-81ED-4DB2-BD59-A6C34878D82A}">
                    <a16:rowId xmlns:a16="http://schemas.microsoft.com/office/drawing/2014/main" val="722034610"/>
                  </a:ext>
                </a:extLst>
              </a:tr>
              <a:tr h="370840">
                <a:tc>
                  <a:txBody>
                    <a:bodyPr/>
                    <a:lstStyle/>
                    <a:p>
                      <a:pPr marL="0" indent="0" algn="ctr">
                        <a:buFont typeface="Arial" panose="020B0604020202020204" pitchFamily="34" charset="0"/>
                        <a:buNone/>
                      </a:pPr>
                      <a:r>
                        <a:rPr lang="de-DE" sz="2100" dirty="0"/>
                        <a:t>Leading Projects</a:t>
                      </a:r>
                    </a:p>
                  </a:txBody>
                  <a:tcPr/>
                </a:tc>
                <a:tc>
                  <a:txBody>
                    <a:bodyPr/>
                    <a:lstStyle/>
                    <a:p>
                      <a:pPr algn="ctr"/>
                      <a:r>
                        <a:rPr lang="de-DE" sz="2100" dirty="0"/>
                        <a:t>6 sign-ups</a:t>
                      </a:r>
                    </a:p>
                  </a:txBody>
                  <a:tcPr/>
                </a:tc>
                <a:extLst>
                  <a:ext uri="{0D108BD9-81ED-4DB2-BD59-A6C34878D82A}">
                    <a16:rowId xmlns:a16="http://schemas.microsoft.com/office/drawing/2014/main" val="1393104600"/>
                  </a:ext>
                </a:extLst>
              </a:tr>
              <a:tr h="1880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AI 101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5 sign-ups </a:t>
                      </a:r>
                    </a:p>
                  </a:txBody>
                  <a:tcPr/>
                </a:tc>
                <a:extLst>
                  <a:ext uri="{0D108BD9-81ED-4DB2-BD59-A6C34878D82A}">
                    <a16:rowId xmlns:a16="http://schemas.microsoft.com/office/drawing/2014/main" val="3619519690"/>
                  </a:ext>
                </a:extLst>
              </a:tr>
              <a:tr h="1880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Influencing &amp; Stakeholder Management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5 sign-ups</a:t>
                      </a:r>
                    </a:p>
                  </a:txBody>
                  <a:tcPr/>
                </a:tc>
                <a:extLst>
                  <a:ext uri="{0D108BD9-81ED-4DB2-BD59-A6C34878D82A}">
                    <a16:rowId xmlns:a16="http://schemas.microsoft.com/office/drawing/2014/main" val="3354195287"/>
                  </a:ext>
                </a:extLst>
              </a:tr>
              <a:tr h="1880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Presenting Technical Information </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5 sign-ups </a:t>
                      </a:r>
                    </a:p>
                  </a:txBody>
                  <a:tcPr/>
                </a:tc>
                <a:extLst>
                  <a:ext uri="{0D108BD9-81ED-4DB2-BD59-A6C34878D82A}">
                    <a16:rowId xmlns:a16="http://schemas.microsoft.com/office/drawing/2014/main" val="2932523946"/>
                  </a:ext>
                </a:extLst>
              </a:tr>
              <a:tr h="1880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Regulatory Affairs 101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5 sign-ups</a:t>
                      </a:r>
                    </a:p>
                  </a:txBody>
                  <a:tcPr/>
                </a:tc>
                <a:extLst>
                  <a:ext uri="{0D108BD9-81ED-4DB2-BD59-A6C34878D82A}">
                    <a16:rowId xmlns:a16="http://schemas.microsoft.com/office/drawing/2014/main" val="4057821291"/>
                  </a:ext>
                </a:extLst>
              </a:tr>
              <a:tr h="1880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de-DE" sz="2100" dirty="0"/>
                        <a:t>Preparing for IND</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sz="2100" dirty="0"/>
                        <a:t>4 sign-ups </a:t>
                      </a:r>
                    </a:p>
                  </a:txBody>
                  <a:tcPr/>
                </a:tc>
                <a:extLst>
                  <a:ext uri="{0D108BD9-81ED-4DB2-BD59-A6C34878D82A}">
                    <a16:rowId xmlns:a16="http://schemas.microsoft.com/office/drawing/2014/main" val="2448877520"/>
                  </a:ext>
                </a:extLst>
              </a:tr>
            </a:tbl>
          </a:graphicData>
        </a:graphic>
      </p:graphicFrame>
      <p:sp>
        <p:nvSpPr>
          <p:cNvPr id="2" name="Content Placeholder 2">
            <a:extLst>
              <a:ext uri="{FF2B5EF4-FFF2-40B4-BE49-F238E27FC236}">
                <a16:creationId xmlns:a16="http://schemas.microsoft.com/office/drawing/2014/main" id="{5BCF7C94-8D9A-6439-4E4B-CEA89AB092D6}"/>
              </a:ext>
            </a:extLst>
          </p:cNvPr>
          <p:cNvSpPr txBox="1">
            <a:spLocks/>
          </p:cNvSpPr>
          <p:nvPr/>
        </p:nvSpPr>
        <p:spPr>
          <a:xfrm>
            <a:off x="2021011" y="2646095"/>
            <a:ext cx="9514827" cy="79722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400" b="1" dirty="0">
                <a:solidFill>
                  <a:schemeClr val="bg2"/>
                </a:solidFill>
                <a:latin typeface="Avenir Next LT Pro" panose="020B0504020202020204" pitchFamily="34" charset="0"/>
                <a:cs typeface="Arial" panose="020B0604020202020204" pitchFamily="34" charset="0"/>
              </a:rPr>
              <a:t>January – April 2026</a:t>
            </a:r>
          </a:p>
        </p:txBody>
      </p:sp>
    </p:spTree>
    <p:custDataLst>
      <p:tags r:id="rId1"/>
    </p:custDataLst>
    <p:extLst>
      <p:ext uri="{BB962C8B-B14F-4D97-AF65-F5344CB8AC3E}">
        <p14:creationId xmlns:p14="http://schemas.microsoft.com/office/powerpoint/2010/main" val="2941832033"/>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249AA-4686-4CC4-6A64-E23F97A486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78FA3D-A382-E009-70FC-C98C8D8F45C4}"/>
              </a:ext>
            </a:extLst>
          </p:cNvPr>
          <p:cNvSpPr>
            <a:spLocks noGrp="1"/>
          </p:cNvSpPr>
          <p:nvPr>
            <p:ph type="ctrTitle"/>
          </p:nvPr>
        </p:nvSpPr>
        <p:spPr>
          <a:xfrm>
            <a:off x="0" y="272247"/>
            <a:ext cx="13817600" cy="1589445"/>
          </a:xfrm>
        </p:spPr>
        <p:txBody>
          <a:bodyPr/>
          <a:lstStyle/>
          <a:p>
            <a:r>
              <a:rPr lang="en-US" sz="3600" b="1" dirty="0">
                <a:latin typeface="+mn-lt"/>
              </a:rPr>
              <a:t>Total Nkarta On-Demand Learning Topics</a:t>
            </a:r>
            <a:br>
              <a:rPr lang="en-US" sz="3600" b="1" dirty="0">
                <a:latin typeface="+mn-lt"/>
              </a:rPr>
            </a:br>
            <a:r>
              <a:rPr lang="en-US" sz="3600" b="1" dirty="0">
                <a:latin typeface="+mn-lt"/>
              </a:rPr>
              <a:t>(January – April 2026)</a:t>
            </a:r>
          </a:p>
        </p:txBody>
      </p:sp>
      <p:graphicFrame>
        <p:nvGraphicFramePr>
          <p:cNvPr id="2" name="Table 1">
            <a:extLst>
              <a:ext uri="{FF2B5EF4-FFF2-40B4-BE49-F238E27FC236}">
                <a16:creationId xmlns:a16="http://schemas.microsoft.com/office/drawing/2014/main" id="{0241C422-89B5-B4DC-1270-68D037C8F385}"/>
              </a:ext>
            </a:extLst>
          </p:cNvPr>
          <p:cNvGraphicFramePr>
            <a:graphicFrameLocks noGrp="1"/>
          </p:cNvGraphicFramePr>
          <p:nvPr>
            <p:extLst>
              <p:ext uri="{D42A27DB-BD31-4B8C-83A1-F6EECF244321}">
                <p14:modId xmlns:p14="http://schemas.microsoft.com/office/powerpoint/2010/main" val="2376520476"/>
              </p:ext>
            </p:extLst>
          </p:nvPr>
        </p:nvGraphicFramePr>
        <p:xfrm>
          <a:off x="310647" y="2927294"/>
          <a:ext cx="13196305" cy="4010533"/>
        </p:xfrm>
        <a:graphic>
          <a:graphicData uri="http://schemas.openxmlformats.org/drawingml/2006/table">
            <a:tbl>
              <a:tblPr firstCol="1" bandRow="1">
                <a:tableStyleId>{5C22544A-7EE6-4342-B048-85BDC9FD1C3A}</a:tableStyleId>
              </a:tblPr>
              <a:tblGrid>
                <a:gridCol w="2639261">
                  <a:extLst>
                    <a:ext uri="{9D8B030D-6E8A-4147-A177-3AD203B41FA5}">
                      <a16:colId xmlns:a16="http://schemas.microsoft.com/office/drawing/2014/main" val="75550760"/>
                    </a:ext>
                  </a:extLst>
                </a:gridCol>
                <a:gridCol w="2639261">
                  <a:extLst>
                    <a:ext uri="{9D8B030D-6E8A-4147-A177-3AD203B41FA5}">
                      <a16:colId xmlns:a16="http://schemas.microsoft.com/office/drawing/2014/main" val="80457179"/>
                    </a:ext>
                  </a:extLst>
                </a:gridCol>
                <a:gridCol w="2639261">
                  <a:extLst>
                    <a:ext uri="{9D8B030D-6E8A-4147-A177-3AD203B41FA5}">
                      <a16:colId xmlns:a16="http://schemas.microsoft.com/office/drawing/2014/main" val="872953964"/>
                    </a:ext>
                  </a:extLst>
                </a:gridCol>
                <a:gridCol w="2639261">
                  <a:extLst>
                    <a:ext uri="{9D8B030D-6E8A-4147-A177-3AD203B41FA5}">
                      <a16:colId xmlns:a16="http://schemas.microsoft.com/office/drawing/2014/main" val="1135549277"/>
                    </a:ext>
                  </a:extLst>
                </a:gridCol>
                <a:gridCol w="2639261">
                  <a:extLst>
                    <a:ext uri="{9D8B030D-6E8A-4147-A177-3AD203B41FA5}">
                      <a16:colId xmlns:a16="http://schemas.microsoft.com/office/drawing/2014/main" val="127082079"/>
                    </a:ext>
                  </a:extLst>
                </a:gridCol>
              </a:tblGrid>
              <a:tr h="370840">
                <a:tc>
                  <a:txBody>
                    <a:bodyPr/>
                    <a:lstStyle/>
                    <a:p>
                      <a:r>
                        <a:rPr sz="1600" b="0" u="none" dirty="0"/>
                        <a:t>Business Skills</a:t>
                      </a:r>
                    </a:p>
                  </a:txBody>
                  <a:tcPr/>
                </a:tc>
                <a:tc>
                  <a:txBody>
                    <a:bodyPr/>
                    <a:lstStyle/>
                    <a:p>
                      <a:r>
                        <a:rPr sz="1200" b="0" u="none" dirty="0"/>
                        <a:t>• </a:t>
                      </a:r>
                      <a:r>
                        <a:rPr lang="en-US" sz="1200" b="0" u="none" dirty="0"/>
                        <a:t>AI 101 </a:t>
                      </a:r>
                    </a:p>
                    <a:p>
                      <a:r>
                        <a:rPr lang="en-US" sz="1200" b="0" u="none" dirty="0"/>
                        <a:t>• </a:t>
                      </a:r>
                      <a:r>
                        <a:rPr sz="1200" b="0" u="none" dirty="0"/>
                        <a:t>AI 201</a:t>
                      </a:r>
                    </a:p>
                    <a:p>
                      <a:r>
                        <a:rPr sz="1200" b="0" u="none" dirty="0"/>
                        <a:t>• Advanced Agile</a:t>
                      </a:r>
                    </a:p>
                    <a:p>
                      <a:r>
                        <a:rPr sz="1200" b="0" u="none" dirty="0"/>
                        <a:t>• Advanced Strategic Planning</a:t>
                      </a:r>
                    </a:p>
                    <a:p>
                      <a:r>
                        <a:rPr sz="1200" b="0" u="none" dirty="0"/>
                        <a:t>• Budget &amp; Resource Management</a:t>
                      </a:r>
                    </a:p>
                  </a:txBody>
                  <a:tcPr/>
                </a:tc>
                <a:tc>
                  <a:txBody>
                    <a:bodyPr/>
                    <a:lstStyle/>
                    <a:p>
                      <a:r>
                        <a:rPr sz="1200" b="0" u="none" dirty="0"/>
                        <a:t>• Business Process &amp; Continuous Improvement</a:t>
                      </a:r>
                    </a:p>
                    <a:p>
                      <a:r>
                        <a:rPr sz="1200" b="0" u="none" dirty="0"/>
                        <a:t>• Effective Meetings</a:t>
                      </a:r>
                    </a:p>
                    <a:p>
                      <a:r>
                        <a:rPr sz="1200" b="0" u="none" dirty="0"/>
                        <a:t>• Interviewing Skills</a:t>
                      </a:r>
                    </a:p>
                    <a:p>
                      <a:endParaRPr sz="1200" b="0" u="none" dirty="0"/>
                    </a:p>
                  </a:txBody>
                  <a:tcPr/>
                </a:tc>
                <a:tc>
                  <a:txBody>
                    <a:bodyPr/>
                    <a:lstStyle/>
                    <a:p>
                      <a:r>
                        <a:rPr sz="1200" b="0" u="none" dirty="0"/>
                        <a:t>• Leading Projects</a:t>
                      </a:r>
                    </a:p>
                    <a:p>
                      <a:r>
                        <a:rPr sz="1200" b="0" u="none" dirty="0"/>
                        <a:t>• Personal Time Mastery</a:t>
                      </a:r>
                    </a:p>
                    <a:p>
                      <a:r>
                        <a:rPr sz="1200" b="0" u="none" dirty="0"/>
                        <a:t>• Risk Management</a:t>
                      </a:r>
                    </a:p>
                  </a:txBody>
                  <a:tcPr/>
                </a:tc>
                <a:tc>
                  <a:txBody>
                    <a:bodyPr/>
                    <a:lstStyle/>
                    <a:p>
                      <a:r>
                        <a:rPr sz="1200" b="0" u="none" dirty="0"/>
                        <a:t>• Scaling the Organization</a:t>
                      </a:r>
                    </a:p>
                    <a:p>
                      <a:r>
                        <a:rPr sz="1200" b="0" u="none" dirty="0"/>
                        <a:t>• Strategic Planning</a:t>
                      </a:r>
                    </a:p>
                    <a:p>
                      <a:r>
                        <a:rPr sz="1200" b="0" u="none" dirty="0"/>
                        <a:t>• Time Management &amp; Organization</a:t>
                      </a:r>
                    </a:p>
                  </a:txBody>
                  <a:tcPr/>
                </a:tc>
                <a:extLst>
                  <a:ext uri="{0D108BD9-81ED-4DB2-BD59-A6C34878D82A}">
                    <a16:rowId xmlns:a16="http://schemas.microsoft.com/office/drawing/2014/main" val="1455577757"/>
                  </a:ext>
                </a:extLst>
              </a:tr>
              <a:tr h="370840">
                <a:tc>
                  <a:txBody>
                    <a:bodyPr/>
                    <a:lstStyle/>
                    <a:p>
                      <a:r>
                        <a:rPr sz="1600" b="0" u="none" dirty="0"/>
                        <a:t>Technical Skills</a:t>
                      </a:r>
                    </a:p>
                  </a:txBody>
                  <a:tcPr/>
                </a:tc>
                <a:tc>
                  <a:txBody>
                    <a:bodyPr/>
                    <a:lstStyle/>
                    <a:p>
                      <a:r>
                        <a:rPr sz="1200" b="0" u="none" dirty="0"/>
                        <a:t>• Drug Discovery &amp; Development 201</a:t>
                      </a:r>
                    </a:p>
                    <a:p>
                      <a:r>
                        <a:rPr sz="1200" b="0" u="none" dirty="0"/>
                        <a:t>• Phase 0 Clinical Trials</a:t>
                      </a:r>
                    </a:p>
                  </a:txBody>
                  <a:tcPr/>
                </a:tc>
                <a:tc>
                  <a:txBody>
                    <a:bodyPr/>
                    <a:lstStyle/>
                    <a:p>
                      <a:r>
                        <a:rPr sz="1200" b="0" u="none" dirty="0"/>
                        <a:t>• Preparing for Commercialization</a:t>
                      </a:r>
                    </a:p>
                    <a:p>
                      <a:r>
                        <a:rPr sz="1200" b="0" u="none" dirty="0"/>
                        <a:t>• Preparing for IND</a:t>
                      </a:r>
                    </a:p>
                  </a:txBody>
                  <a:tcPr/>
                </a:tc>
                <a:tc>
                  <a:txBody>
                    <a:bodyPr/>
                    <a:lstStyle/>
                    <a:p>
                      <a:r>
                        <a:rPr sz="1200" b="0" u="none" dirty="0"/>
                        <a:t>• Preparing for Phase 2</a:t>
                      </a:r>
                    </a:p>
                    <a:p>
                      <a:r>
                        <a:rPr sz="1200" b="0" u="none" dirty="0"/>
                        <a:t>• Ramping-up for Phase 3</a:t>
                      </a:r>
                    </a:p>
                  </a:txBody>
                  <a:tcPr/>
                </a:tc>
                <a:tc>
                  <a:txBody>
                    <a:bodyPr/>
                    <a:lstStyle/>
                    <a:p>
                      <a:r>
                        <a:rPr sz="1200" b="0" u="none" dirty="0"/>
                        <a:t>• Regulatory Affairs 101</a:t>
                      </a:r>
                    </a:p>
                  </a:txBody>
                  <a:tcPr/>
                </a:tc>
                <a:extLst>
                  <a:ext uri="{0D108BD9-81ED-4DB2-BD59-A6C34878D82A}">
                    <a16:rowId xmlns:a16="http://schemas.microsoft.com/office/drawing/2014/main" val="2032779394"/>
                  </a:ext>
                </a:extLst>
              </a:tr>
              <a:tr h="370840">
                <a:tc>
                  <a:txBody>
                    <a:bodyPr/>
                    <a:lstStyle/>
                    <a:p>
                      <a:r>
                        <a:rPr sz="1600" b="0" u="none" dirty="0"/>
                        <a:t>Leading Others</a:t>
                      </a:r>
                    </a:p>
                  </a:txBody>
                  <a:tcPr/>
                </a:tc>
                <a:tc>
                  <a:txBody>
                    <a:bodyPr/>
                    <a:lstStyle/>
                    <a:p>
                      <a:r>
                        <a:rPr sz="1200" b="0" u="none" dirty="0"/>
                        <a:t>• Managing Others</a:t>
                      </a:r>
                    </a:p>
                  </a:txBody>
                  <a:tcPr/>
                </a:tc>
                <a:tc>
                  <a:txBody>
                    <a:bodyPr/>
                    <a:lstStyle/>
                    <a:p>
                      <a:r>
                        <a:rPr sz="1200" b="0" u="none" dirty="0"/>
                        <a:t>• Transitioning into Management</a:t>
                      </a:r>
                    </a:p>
                  </a:txBody>
                  <a:tcPr/>
                </a:tc>
                <a:tc>
                  <a:txBody>
                    <a:bodyPr/>
                    <a:lstStyle/>
                    <a:p>
                      <a:endParaRPr dirty="0"/>
                    </a:p>
                  </a:txBody>
                  <a:tcPr/>
                </a:tc>
                <a:tc>
                  <a:txBody>
                    <a:bodyPr/>
                    <a:lstStyle/>
                    <a:p>
                      <a:endParaRPr dirty="0"/>
                    </a:p>
                  </a:txBody>
                  <a:tcPr/>
                </a:tc>
                <a:extLst>
                  <a:ext uri="{0D108BD9-81ED-4DB2-BD59-A6C34878D82A}">
                    <a16:rowId xmlns:a16="http://schemas.microsoft.com/office/drawing/2014/main" val="4045327111"/>
                  </a:ext>
                </a:extLst>
              </a:tr>
              <a:tr h="370840">
                <a:tc>
                  <a:txBody>
                    <a:bodyPr/>
                    <a:lstStyle/>
                    <a:p>
                      <a:r>
                        <a:rPr sz="1600" b="0" u="none" dirty="0"/>
                        <a:t>Communication Skills</a:t>
                      </a:r>
                    </a:p>
                  </a:txBody>
                  <a:tcPr/>
                </a:tc>
                <a:tc>
                  <a:txBody>
                    <a:bodyPr/>
                    <a:lstStyle/>
                    <a:p>
                      <a:r>
                        <a:rPr sz="1200" b="0" u="none" dirty="0"/>
                        <a:t>• Conflict Resolution</a:t>
                      </a:r>
                    </a:p>
                    <a:p>
                      <a:r>
                        <a:rPr sz="1200" b="0" u="none" dirty="0"/>
                        <a:t>• Conversational Intelligence</a:t>
                      </a:r>
                    </a:p>
                  </a:txBody>
                  <a:tcPr/>
                </a:tc>
                <a:tc>
                  <a:txBody>
                    <a:bodyPr/>
                    <a:lstStyle/>
                    <a:p>
                      <a:r>
                        <a:rPr sz="1200" b="0" u="none" dirty="0"/>
                        <a:t>• Effective Communications</a:t>
                      </a:r>
                    </a:p>
                  </a:txBody>
                  <a:tcPr/>
                </a:tc>
                <a:tc>
                  <a:txBody>
                    <a:bodyPr/>
                    <a:lstStyle/>
                    <a:p>
                      <a:r>
                        <a:rPr sz="1200" b="0" u="none" dirty="0"/>
                        <a:t>• Presenting Technical Information</a:t>
                      </a:r>
                    </a:p>
                  </a:txBody>
                  <a:tcPr/>
                </a:tc>
                <a:tc>
                  <a:txBody>
                    <a:bodyPr/>
                    <a:lstStyle/>
                    <a:p>
                      <a:r>
                        <a:rPr sz="1200" b="0" u="none" dirty="0"/>
                        <a:t>• Storytelling</a:t>
                      </a:r>
                    </a:p>
                  </a:txBody>
                  <a:tcPr/>
                </a:tc>
                <a:extLst>
                  <a:ext uri="{0D108BD9-81ED-4DB2-BD59-A6C34878D82A}">
                    <a16:rowId xmlns:a16="http://schemas.microsoft.com/office/drawing/2014/main" val="3222879944"/>
                  </a:ext>
                </a:extLst>
              </a:tr>
              <a:tr h="281554">
                <a:tc>
                  <a:txBody>
                    <a:bodyPr/>
                    <a:lstStyle/>
                    <a:p>
                      <a:r>
                        <a:rPr sz="1600" b="0" u="none" dirty="0"/>
                        <a:t>Influencing Skills</a:t>
                      </a:r>
                    </a:p>
                  </a:txBody>
                  <a:tcPr/>
                </a:tc>
                <a:tc>
                  <a:txBody>
                    <a:bodyPr/>
                    <a:lstStyle/>
                    <a:p>
                      <a:r>
                        <a:rPr sz="1200" b="0" u="none" dirty="0"/>
                        <a:t>• Emotional Intelligence</a:t>
                      </a:r>
                    </a:p>
                  </a:txBody>
                  <a:tcPr/>
                </a:tc>
                <a:tc>
                  <a:txBody>
                    <a:bodyPr/>
                    <a:lstStyle/>
                    <a:p>
                      <a:r>
                        <a:rPr sz="1200" b="0" u="none" dirty="0"/>
                        <a:t>• Influencing &amp; Stakeholder Management</a:t>
                      </a:r>
                    </a:p>
                  </a:txBody>
                  <a:tcPr/>
                </a:tc>
                <a:tc>
                  <a:txBody>
                    <a:bodyPr/>
                    <a:lstStyle/>
                    <a:p>
                      <a:endParaRPr dirty="0"/>
                    </a:p>
                  </a:txBody>
                  <a:tcPr/>
                </a:tc>
                <a:tc>
                  <a:txBody>
                    <a:bodyPr/>
                    <a:lstStyle/>
                    <a:p>
                      <a:endParaRPr dirty="0"/>
                    </a:p>
                  </a:txBody>
                  <a:tcPr/>
                </a:tc>
                <a:extLst>
                  <a:ext uri="{0D108BD9-81ED-4DB2-BD59-A6C34878D82A}">
                    <a16:rowId xmlns:a16="http://schemas.microsoft.com/office/drawing/2014/main" val="2033047133"/>
                  </a:ext>
                </a:extLst>
              </a:tr>
              <a:tr h="281554">
                <a:tc>
                  <a:txBody>
                    <a:bodyPr/>
                    <a:lstStyle/>
                    <a:p>
                      <a:r>
                        <a:rPr sz="1600" b="0" u="none" dirty="0"/>
                        <a:t>Personal / Professional Development</a:t>
                      </a:r>
                    </a:p>
                  </a:txBody>
                  <a:tcPr/>
                </a:tc>
                <a:tc>
                  <a:txBody>
                    <a:bodyPr/>
                    <a:lstStyle/>
                    <a:p>
                      <a:r>
                        <a:rPr sz="1200" b="0" u="none" dirty="0"/>
                        <a:t>• Advanced Career Development</a:t>
                      </a:r>
                    </a:p>
                    <a:p>
                      <a:r>
                        <a:rPr sz="1200" b="0" u="none" dirty="0"/>
                        <a:t>• Career Development</a:t>
                      </a:r>
                    </a:p>
                  </a:txBody>
                  <a:tcPr/>
                </a:tc>
                <a:tc>
                  <a:txBody>
                    <a:bodyPr/>
                    <a:lstStyle/>
                    <a:p>
                      <a:r>
                        <a:rPr sz="1200" b="0" u="none" dirty="0"/>
                        <a:t>• Growth Mindset</a:t>
                      </a:r>
                    </a:p>
                    <a:p>
                      <a:r>
                        <a:rPr sz="1200" b="0" u="none" dirty="0"/>
                        <a:t>• Managing Stress</a:t>
                      </a:r>
                    </a:p>
                  </a:txBody>
                  <a:tcPr/>
                </a:tc>
                <a:tc>
                  <a:txBody>
                    <a:bodyPr/>
                    <a:lstStyle/>
                    <a:p>
                      <a:r>
                        <a:rPr sz="1200" b="0" u="none" dirty="0"/>
                        <a:t>• Mastering Your Mindset</a:t>
                      </a:r>
                    </a:p>
                  </a:txBody>
                  <a:tcPr/>
                </a:tc>
                <a:tc>
                  <a:txBody>
                    <a:bodyPr/>
                    <a:lstStyle/>
                    <a:p>
                      <a:r>
                        <a:rPr sz="1200" b="0" u="none" dirty="0"/>
                        <a:t>• Personal Branding</a:t>
                      </a:r>
                    </a:p>
                  </a:txBody>
                  <a:tcPr/>
                </a:tc>
                <a:extLst>
                  <a:ext uri="{0D108BD9-81ED-4DB2-BD59-A6C34878D82A}">
                    <a16:rowId xmlns:a16="http://schemas.microsoft.com/office/drawing/2014/main" val="3220747135"/>
                  </a:ext>
                </a:extLst>
              </a:tr>
              <a:tr h="281554">
                <a:tc>
                  <a:txBody>
                    <a:bodyPr/>
                    <a:lstStyle/>
                    <a:p>
                      <a:r>
                        <a:rPr lang="en-US" sz="1600" b="0" u="none" dirty="0"/>
                        <a:t>Culture</a:t>
                      </a:r>
                      <a:endParaRPr sz="1600" b="0" u="none"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u="none" dirty="0"/>
                        <a:t>• Unconscious Bias</a:t>
                      </a:r>
                    </a:p>
                    <a:p>
                      <a:endParaRPr sz="1200" b="0" u="none" dirty="0"/>
                    </a:p>
                  </a:txBody>
                  <a:tcPr/>
                </a:tc>
                <a:tc>
                  <a:txBody>
                    <a:bodyPr/>
                    <a:lstStyle/>
                    <a:p>
                      <a:endParaRPr sz="1200" b="0" u="none" dirty="0"/>
                    </a:p>
                  </a:txBody>
                  <a:tcPr/>
                </a:tc>
                <a:tc>
                  <a:txBody>
                    <a:bodyPr/>
                    <a:lstStyle/>
                    <a:p>
                      <a:endParaRPr sz="1200" b="0" u="none" dirty="0"/>
                    </a:p>
                  </a:txBody>
                  <a:tcPr/>
                </a:tc>
                <a:tc>
                  <a:txBody>
                    <a:bodyPr/>
                    <a:lstStyle/>
                    <a:p>
                      <a:endParaRPr sz="1200" b="0" u="none" dirty="0"/>
                    </a:p>
                  </a:txBody>
                  <a:tcPr/>
                </a:tc>
                <a:extLst>
                  <a:ext uri="{0D108BD9-81ED-4DB2-BD59-A6C34878D82A}">
                    <a16:rowId xmlns:a16="http://schemas.microsoft.com/office/drawing/2014/main" val="422754386"/>
                  </a:ext>
                </a:extLst>
              </a:tr>
            </a:tbl>
          </a:graphicData>
        </a:graphic>
      </p:graphicFrame>
    </p:spTree>
    <p:custDataLst>
      <p:tags r:id="rId1"/>
    </p:custDataLst>
    <p:extLst>
      <p:ext uri="{BB962C8B-B14F-4D97-AF65-F5344CB8AC3E}">
        <p14:creationId xmlns:p14="http://schemas.microsoft.com/office/powerpoint/2010/main" val="266732351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E2DF8-A7BC-E23D-8A9A-F83756105B29}"/>
            </a:ext>
          </a:extLst>
        </p:cNvPr>
        <p:cNvGrpSpPr/>
        <p:nvPr/>
      </p:nvGrpSpPr>
      <p:grpSpPr>
        <a:xfrm>
          <a:off x="0" y="0"/>
          <a:ext cx="0" cy="0"/>
          <a:chOff x="0" y="0"/>
          <a:chExt cx="0" cy="0"/>
        </a:xfrm>
      </p:grpSpPr>
      <p:pic>
        <p:nvPicPr>
          <p:cNvPr id="9" name="Picture 8" descr="A black background with a black square&#10;&#10;AI-generated content may be incorrect.">
            <a:extLst>
              <a:ext uri="{FF2B5EF4-FFF2-40B4-BE49-F238E27FC236}">
                <a16:creationId xmlns:a16="http://schemas.microsoft.com/office/drawing/2014/main" id="{C393568B-5458-369B-0A39-B6747D57B5A1}"/>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816600"/>
            <a:ext cx="2295882" cy="2295882"/>
          </a:xfrm>
          <a:prstGeom prst="rect">
            <a:avLst/>
          </a:prstGeom>
        </p:spPr>
      </p:pic>
      <p:sp>
        <p:nvSpPr>
          <p:cNvPr id="10" name="TextBox 9">
            <a:extLst>
              <a:ext uri="{FF2B5EF4-FFF2-40B4-BE49-F238E27FC236}">
                <a16:creationId xmlns:a16="http://schemas.microsoft.com/office/drawing/2014/main" id="{7CA30A86-422C-0AF4-0FB6-4527D10F4686}"/>
              </a:ext>
            </a:extLst>
          </p:cNvPr>
          <p:cNvSpPr txBox="1"/>
          <p:nvPr/>
        </p:nvSpPr>
        <p:spPr>
          <a:xfrm>
            <a:off x="295588" y="3304228"/>
            <a:ext cx="3210708" cy="1323439"/>
          </a:xfrm>
          <a:prstGeom prst="rect">
            <a:avLst/>
          </a:prstGeom>
          <a:noFill/>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3F3F3"/>
                </a:solidFill>
                <a:effectLst/>
                <a:uLnTx/>
                <a:uFillTx/>
                <a:latin typeface="Avenir Next LT Pro" panose="020B0504020202020204" pitchFamily="34" charset="0"/>
                <a:ea typeface="+mn-ea"/>
                <a:cs typeface="Arial" panose="020B0604020202020204" pitchFamily="34" charset="0"/>
              </a:rPr>
              <a:t>Program Evaluations</a:t>
            </a:r>
          </a:p>
        </p:txBody>
      </p:sp>
      <p:sp>
        <p:nvSpPr>
          <p:cNvPr id="21" name="TextBox 20">
            <a:extLst>
              <a:ext uri="{FF2B5EF4-FFF2-40B4-BE49-F238E27FC236}">
                <a16:creationId xmlns:a16="http://schemas.microsoft.com/office/drawing/2014/main" id="{CB97B8BD-EF8F-D4B2-9A65-3D2BB14DA5DD}"/>
              </a:ext>
            </a:extLst>
          </p:cNvPr>
          <p:cNvSpPr txBox="1"/>
          <p:nvPr/>
        </p:nvSpPr>
        <p:spPr>
          <a:xfrm>
            <a:off x="5108821" y="2696022"/>
            <a:ext cx="8325713" cy="4162678"/>
          </a:xfrm>
          <a:prstGeom prst="rect">
            <a:avLst/>
          </a:prstGeom>
          <a:noFill/>
        </p:spPr>
        <p:txBody>
          <a:bodyPr wrap="square">
            <a:spAutoFit/>
          </a:bodyPr>
          <a:lstStyle/>
          <a:p>
            <a:pPr marL="518156" marR="0" lvl="0" indent="-518156" algn="l" defTabSz="1018824" rtl="0" eaLnBrk="1" fontAlgn="auto" latinLnBrk="0" hangingPunct="1">
              <a:lnSpc>
                <a:spcPct val="100000"/>
              </a:lnSpc>
              <a:spcBef>
                <a:spcPts val="453"/>
              </a:spcBef>
              <a:spcAft>
                <a:spcPts val="2400"/>
              </a:spcAft>
              <a:buClr>
                <a:srgbClr val="191919"/>
              </a:buClr>
              <a:buSzPct val="80000"/>
              <a:buFont typeface="+mj-lt"/>
              <a:buAutoNum type="arabicPeriod"/>
              <a:tabLst/>
              <a:defRPr/>
            </a:pP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What did you </a:t>
            </a:r>
            <a:r>
              <a:rPr kumimoji="0" lang="en-US" sz="3200" b="1"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learn</a:t>
            </a: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 from this program? </a:t>
            </a:r>
          </a:p>
          <a:p>
            <a:pPr marL="518156" marR="0" lvl="0" indent="-518156" algn="l" defTabSz="1018824" rtl="0" eaLnBrk="1" fontAlgn="auto" latinLnBrk="0" hangingPunct="1">
              <a:lnSpc>
                <a:spcPct val="100000"/>
              </a:lnSpc>
              <a:spcBef>
                <a:spcPts val="453"/>
              </a:spcBef>
              <a:spcAft>
                <a:spcPts val="2400"/>
              </a:spcAft>
              <a:buClr>
                <a:srgbClr val="191919"/>
              </a:buClr>
              <a:buSzPct val="80000"/>
              <a:buFont typeface="+mj-lt"/>
              <a:buAutoNum type="arabicPeriod"/>
              <a:tabLst/>
              <a:defRPr/>
            </a:pP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List </a:t>
            </a:r>
            <a:r>
              <a:rPr kumimoji="0" lang="en-US" sz="3200" b="1"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1 – 2 actions </a:t>
            </a: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you will take as a result of your learning from this program? </a:t>
            </a:r>
          </a:p>
          <a:p>
            <a:pPr marL="518156" marR="0" lvl="0" indent="-518156" algn="l" defTabSz="1018824" rtl="0" eaLnBrk="1" fontAlgn="auto" latinLnBrk="0" hangingPunct="1">
              <a:lnSpc>
                <a:spcPct val="100000"/>
              </a:lnSpc>
              <a:spcBef>
                <a:spcPts val="453"/>
              </a:spcBef>
              <a:spcAft>
                <a:spcPts val="2400"/>
              </a:spcAft>
              <a:buClr>
                <a:srgbClr val="191919"/>
              </a:buClr>
              <a:buSzPct val="80000"/>
              <a:buFont typeface="+mj-lt"/>
              <a:buAutoNum type="arabicPeriod"/>
              <a:tabLst/>
              <a:defRPr/>
            </a:pP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List 1 – 2 items you might recommend to </a:t>
            </a:r>
            <a:r>
              <a:rPr kumimoji="0" lang="en-US" sz="3200" b="1"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improve this program</a:t>
            </a: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 </a:t>
            </a:r>
          </a:p>
          <a:p>
            <a:pPr marL="518156" marR="0" lvl="0" indent="-518156" algn="l" defTabSz="1018824" rtl="0" eaLnBrk="1" fontAlgn="auto" latinLnBrk="0" hangingPunct="1">
              <a:lnSpc>
                <a:spcPct val="100000"/>
              </a:lnSpc>
              <a:spcBef>
                <a:spcPts val="453"/>
              </a:spcBef>
              <a:spcAft>
                <a:spcPts val="2400"/>
              </a:spcAft>
              <a:buClr>
                <a:srgbClr val="191919"/>
              </a:buClr>
              <a:buSzPct val="80000"/>
              <a:buFont typeface="+mj-lt"/>
              <a:buAutoNum type="arabicPeriod"/>
              <a:tabLst/>
              <a:defRPr/>
            </a:pP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Please share any </a:t>
            </a:r>
            <a:r>
              <a:rPr kumimoji="0" lang="en-US" sz="3200" b="1"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other comments</a:t>
            </a:r>
            <a:r>
              <a:rPr kumimoji="0" lang="en-US" sz="3200" b="0" i="0" u="none" strike="noStrike" kern="1200" cap="none" spc="0" normalizeH="0" baseline="0" noProof="0" dirty="0">
                <a:ln>
                  <a:noFill/>
                </a:ln>
                <a:solidFill>
                  <a:srgbClr val="191919"/>
                </a:solidFill>
                <a:effectLst/>
                <a:uLnTx/>
                <a:uFillTx/>
                <a:latin typeface="Avenir Next LT Pro"/>
                <a:ea typeface="+mn-ea"/>
                <a:cs typeface="Calibri" panose="020F0502020204030204" pitchFamily="34" charset="0"/>
              </a:rPr>
              <a:t>. </a:t>
            </a:r>
          </a:p>
        </p:txBody>
      </p:sp>
      <p:sp>
        <p:nvSpPr>
          <p:cNvPr id="22" name="Content Placeholder 2">
            <a:extLst>
              <a:ext uri="{FF2B5EF4-FFF2-40B4-BE49-F238E27FC236}">
                <a16:creationId xmlns:a16="http://schemas.microsoft.com/office/drawing/2014/main" id="{B9AB2495-8198-D595-9F5A-6E678FCCF6B4}"/>
              </a:ext>
            </a:extLst>
          </p:cNvPr>
          <p:cNvSpPr txBox="1">
            <a:spLocks/>
          </p:cNvSpPr>
          <p:nvPr/>
        </p:nvSpPr>
        <p:spPr>
          <a:xfrm>
            <a:off x="4182768" y="874933"/>
            <a:ext cx="8889999" cy="79722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l" defTabSz="101882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434343"/>
                </a:solidFill>
                <a:effectLst/>
                <a:uLnTx/>
                <a:uFillTx/>
                <a:latin typeface="Avenir Next LT Pro" panose="020B0504020202020204" pitchFamily="34" charset="0"/>
                <a:ea typeface="+mn-ea"/>
                <a:cs typeface="Arial" panose="020B0604020202020204" pitchFamily="34" charset="0"/>
              </a:rPr>
              <a:t>Hands On On-Demand Program Evaluations</a:t>
            </a:r>
          </a:p>
        </p:txBody>
      </p:sp>
      <p:sp>
        <p:nvSpPr>
          <p:cNvPr id="4" name="TextBox 3">
            <a:extLst>
              <a:ext uri="{FF2B5EF4-FFF2-40B4-BE49-F238E27FC236}">
                <a16:creationId xmlns:a16="http://schemas.microsoft.com/office/drawing/2014/main" id="{86F9C703-E8F1-D558-F997-0227225BDA7A}"/>
              </a:ext>
            </a:extLst>
          </p:cNvPr>
          <p:cNvSpPr txBox="1"/>
          <p:nvPr/>
        </p:nvSpPr>
        <p:spPr>
          <a:xfrm>
            <a:off x="4464912" y="1672153"/>
            <a:ext cx="8325713" cy="707886"/>
          </a:xfrm>
          <a:prstGeom prst="rect">
            <a:avLst/>
          </a:prstGeom>
          <a:noFill/>
        </p:spPr>
        <p:txBody>
          <a:bodyPr wrap="square">
            <a:spAutoFit/>
          </a:bodyPr>
          <a:lstStyle/>
          <a:p>
            <a:pPr marL="0" marR="0" lvl="0" indent="0" algn="just" defTabSz="1018824"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91919"/>
                </a:solidFill>
                <a:effectLst/>
                <a:uLnTx/>
                <a:uFillTx/>
                <a:latin typeface="Avenir Next LT Pro"/>
                <a:ea typeface="+mn-ea"/>
                <a:cs typeface="+mn-cs"/>
              </a:rPr>
              <a:t>Hands On uses a qualitative program evaluation format, which contains the following questions: </a:t>
            </a:r>
          </a:p>
        </p:txBody>
      </p:sp>
    </p:spTree>
    <p:custDataLst>
      <p:tags r:id="rId1"/>
    </p:custDataLst>
    <p:extLst>
      <p:ext uri="{BB962C8B-B14F-4D97-AF65-F5344CB8AC3E}">
        <p14:creationId xmlns:p14="http://schemas.microsoft.com/office/powerpoint/2010/main" val="2698396002"/>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E6DA-00ED-E0D5-96BB-D363D6DE5B31}"/>
            </a:ext>
          </a:extLst>
        </p:cNvPr>
        <p:cNvGrpSpPr/>
        <p:nvPr/>
      </p:nvGrpSpPr>
      <p:grpSpPr>
        <a:xfrm>
          <a:off x="0" y="0"/>
          <a:ext cx="0" cy="0"/>
          <a:chOff x="0" y="0"/>
          <a:chExt cx="0" cy="0"/>
        </a:xfrm>
      </p:grpSpPr>
      <p:pic>
        <p:nvPicPr>
          <p:cNvPr id="9" name="Picture 8" descr="A black background with a black square&#10;&#10;AI-generated content may be incorrect.">
            <a:extLst>
              <a:ext uri="{FF2B5EF4-FFF2-40B4-BE49-F238E27FC236}">
                <a16:creationId xmlns:a16="http://schemas.microsoft.com/office/drawing/2014/main" id="{DFFB737F-2387-7FA3-53B8-A913760332B0}"/>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816600"/>
            <a:ext cx="2295882" cy="2295882"/>
          </a:xfrm>
          <a:prstGeom prst="rect">
            <a:avLst/>
          </a:prstGeom>
        </p:spPr>
      </p:pic>
      <p:sp>
        <p:nvSpPr>
          <p:cNvPr id="10" name="TextBox 9">
            <a:extLst>
              <a:ext uri="{FF2B5EF4-FFF2-40B4-BE49-F238E27FC236}">
                <a16:creationId xmlns:a16="http://schemas.microsoft.com/office/drawing/2014/main" id="{01F77208-B5D2-9DFE-32C5-E35ECDF1B609}"/>
              </a:ext>
            </a:extLst>
          </p:cNvPr>
          <p:cNvSpPr txBox="1"/>
          <p:nvPr/>
        </p:nvSpPr>
        <p:spPr>
          <a:xfrm>
            <a:off x="295588" y="3304228"/>
            <a:ext cx="3210708" cy="1938992"/>
          </a:xfrm>
          <a:prstGeom prst="rect">
            <a:avLst/>
          </a:prstGeom>
          <a:noFill/>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3F3F3"/>
                </a:solidFill>
                <a:effectLst/>
                <a:uLnTx/>
                <a:uFillTx/>
                <a:latin typeface="Avenir Next LT Pro" panose="020B0504020202020204" pitchFamily="34" charset="0"/>
                <a:ea typeface="+mn-ea"/>
                <a:cs typeface="Arial" panose="020B0604020202020204" pitchFamily="34" charset="0"/>
              </a:rPr>
              <a:t>Program Evaluation</a:t>
            </a:r>
          </a:p>
          <a:p>
            <a:pPr marL="0" marR="0" lvl="0" indent="0" algn="l" defTabSz="1018824" rtl="0" eaLnBrk="1" fontAlgn="auto" latinLnBrk="0" hangingPunct="1">
              <a:lnSpc>
                <a:spcPct val="100000"/>
              </a:lnSpc>
              <a:spcBef>
                <a:spcPts val="0"/>
              </a:spcBef>
              <a:spcAft>
                <a:spcPts val="0"/>
              </a:spcAft>
              <a:buClrTx/>
              <a:buSzTx/>
              <a:buFontTx/>
              <a:buNone/>
              <a:tabLst/>
              <a:defRPr/>
            </a:pPr>
            <a:r>
              <a:rPr lang="en-US" sz="4000" b="1" dirty="0">
                <a:solidFill>
                  <a:srgbClr val="F3F3F3"/>
                </a:solidFill>
                <a:latin typeface="Avenir Next LT Pro" panose="020B0504020202020204" pitchFamily="34" charset="0"/>
                <a:cs typeface="Arial" panose="020B0604020202020204" pitchFamily="34" charset="0"/>
              </a:rPr>
              <a:t>Results </a:t>
            </a:r>
            <a:endParaRPr kumimoji="0" lang="en-US" sz="4000" b="1" i="0" u="none" strike="noStrike" kern="1200" cap="none" spc="0" normalizeH="0" baseline="0" noProof="0" dirty="0">
              <a:ln>
                <a:noFill/>
              </a:ln>
              <a:solidFill>
                <a:srgbClr val="F3F3F3"/>
              </a:solidFill>
              <a:effectLst/>
              <a:uLnTx/>
              <a:uFillTx/>
              <a:latin typeface="Avenir Next LT Pro" panose="020B0504020202020204" pitchFamily="34" charset="0"/>
              <a:ea typeface="+mn-ea"/>
              <a:cs typeface="Arial" panose="020B0604020202020204" pitchFamily="34" charset="0"/>
            </a:endParaRPr>
          </a:p>
        </p:txBody>
      </p:sp>
      <p:sp>
        <p:nvSpPr>
          <p:cNvPr id="22" name="Content Placeholder 2">
            <a:extLst>
              <a:ext uri="{FF2B5EF4-FFF2-40B4-BE49-F238E27FC236}">
                <a16:creationId xmlns:a16="http://schemas.microsoft.com/office/drawing/2014/main" id="{F0069A4B-AE58-526C-4F5B-917ABC708FD7}"/>
              </a:ext>
            </a:extLst>
          </p:cNvPr>
          <p:cNvSpPr txBox="1">
            <a:spLocks/>
          </p:cNvSpPr>
          <p:nvPr/>
        </p:nvSpPr>
        <p:spPr>
          <a:xfrm>
            <a:off x="4216206" y="530689"/>
            <a:ext cx="8889999" cy="79722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l" defTabSz="101882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434343"/>
                </a:solidFill>
                <a:effectLst/>
                <a:highlight>
                  <a:srgbClr val="FFFF00"/>
                </a:highlight>
                <a:uLnTx/>
                <a:uFillTx/>
                <a:latin typeface="Avenir Next LT Pro" panose="020B0504020202020204" pitchFamily="34" charset="0"/>
                <a:ea typeface="+mn-ea"/>
                <a:cs typeface="Arial" panose="020B0604020202020204" pitchFamily="34" charset="0"/>
              </a:rPr>
              <a:t>January – April 2026 </a:t>
            </a:r>
            <a:r>
              <a:rPr kumimoji="0" lang="en-US" sz="2400" b="1" i="0" u="none" strike="noStrike" kern="1200" cap="none" spc="0" normalizeH="0" baseline="0" noProof="0" dirty="0">
                <a:ln>
                  <a:noFill/>
                </a:ln>
                <a:solidFill>
                  <a:srgbClr val="434343"/>
                </a:solidFill>
                <a:effectLst/>
                <a:uLnTx/>
                <a:uFillTx/>
                <a:latin typeface="Avenir Next LT Pro" panose="020B0504020202020204" pitchFamily="34" charset="0"/>
                <a:ea typeface="+mn-ea"/>
                <a:cs typeface="Arial" panose="020B0604020202020204" pitchFamily="34" charset="0"/>
              </a:rPr>
              <a:t>Aggregate Evaluation Results </a:t>
            </a:r>
          </a:p>
        </p:txBody>
      </p:sp>
      <p:sp>
        <p:nvSpPr>
          <p:cNvPr id="2" name="TextBox 1">
            <a:extLst>
              <a:ext uri="{FF2B5EF4-FFF2-40B4-BE49-F238E27FC236}">
                <a16:creationId xmlns:a16="http://schemas.microsoft.com/office/drawing/2014/main" id="{86C32FA9-BC55-074F-561C-D5C0A46575D8}"/>
              </a:ext>
            </a:extLst>
          </p:cNvPr>
          <p:cNvSpPr txBox="1"/>
          <p:nvPr/>
        </p:nvSpPr>
        <p:spPr>
          <a:xfrm>
            <a:off x="4643857" y="1831946"/>
            <a:ext cx="8325713" cy="5770811"/>
          </a:xfrm>
          <a:prstGeom prst="rect">
            <a:avLst/>
          </a:prstGeom>
          <a:noFill/>
        </p:spPr>
        <p:txBody>
          <a:bodyPr wrap="square">
            <a:spAutoFit/>
          </a:bodyPr>
          <a:lstStyle/>
          <a:p>
            <a:pPr marL="285750" marR="0" lvl="0" indent="-285750" algn="just"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Of </a:t>
            </a:r>
            <a:r>
              <a:rPr kumimoji="0" lang="en-US" sz="1800" b="1"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40</a:t>
            </a:r>
            <a:r>
              <a:rPr kumimoji="0" lang="en-US" sz="1800" b="1" i="0" u="none" strike="noStrike" kern="1200" cap="none" spc="0" normalizeH="0" baseline="0" noProof="0" dirty="0">
                <a:ln>
                  <a:noFill/>
                </a:ln>
                <a:solidFill>
                  <a:srgbClr val="231F20"/>
                </a:solidFill>
                <a:effectLst/>
                <a:uLnTx/>
                <a:uFillTx/>
                <a:latin typeface="Avenir Next LT Pro"/>
                <a:ea typeface="Arial"/>
                <a:cs typeface="Arial"/>
                <a:sym typeface="Arial"/>
              </a:rPr>
              <a:t> total learning topics </a:t>
            </a: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(on-demand) attended by Nkarta employees during </a:t>
            </a:r>
            <a:r>
              <a:rPr kumimoji="0" lang="en-US" sz="1800"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January – April 2026</a:t>
            </a:r>
            <a:r>
              <a:rPr kumimoji="0" lang="en-US" sz="1800" i="0" u="none" strike="noStrike" kern="1200" cap="none" spc="0" normalizeH="0" baseline="0" noProof="0" dirty="0">
                <a:ln>
                  <a:noFill/>
                </a:ln>
                <a:solidFill>
                  <a:srgbClr val="231F20"/>
                </a:solidFill>
                <a:effectLst/>
                <a:uLnTx/>
                <a:uFillTx/>
                <a:latin typeface="Avenir Next LT Pro"/>
                <a:ea typeface="Arial"/>
                <a:cs typeface="Arial"/>
                <a:sym typeface="Arial"/>
              </a:rPr>
              <a:t>, </a:t>
            </a:r>
            <a:r>
              <a:rPr kumimoji="0" lang="en-US" sz="1800" b="1"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30</a:t>
            </a: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 of these had completed program evaluations (assessing participant feedback post each session) </a:t>
            </a:r>
          </a:p>
          <a:p>
            <a:pPr marR="0" lvl="0" algn="just" defTabSz="1018824" rtl="0" eaLnBrk="1" fontAlgn="auto" latinLnBrk="0" hangingPunct="1">
              <a:lnSpc>
                <a:spcPct val="100000"/>
              </a:lnSpc>
              <a:spcBef>
                <a:spcPts val="600"/>
              </a:spcBef>
              <a:spcAft>
                <a:spcPts val="0"/>
              </a:spcAft>
              <a:buClrTx/>
              <a:buSzPts val="1100"/>
              <a:tabLst/>
              <a:defRPr/>
            </a:pPr>
            <a:endPar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endParaRPr>
          </a:p>
          <a:p>
            <a:pPr marL="285750" marR="0" lvl="0" indent="-285750" algn="just"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Hands On evaluations for on-demand programs are </a:t>
            </a:r>
            <a:r>
              <a:rPr kumimoji="0" lang="en-US" sz="1800" b="1" i="0" u="none" strike="noStrike" kern="1200" cap="none" spc="0" normalizeH="0" baseline="0" noProof="0" dirty="0">
                <a:ln>
                  <a:noFill/>
                </a:ln>
                <a:solidFill>
                  <a:srgbClr val="231F20"/>
                </a:solidFill>
                <a:effectLst/>
                <a:uLnTx/>
                <a:uFillTx/>
                <a:latin typeface="Avenir Next LT Pro"/>
                <a:ea typeface="Arial"/>
                <a:cs typeface="Arial"/>
                <a:sym typeface="Arial"/>
              </a:rPr>
              <a:t>anonymous</a:t>
            </a: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 so it is not possible to discern whether these evaluations came from Nkarta attendees or others </a:t>
            </a:r>
          </a:p>
          <a:p>
            <a:pPr marR="0" lvl="0" algn="just" defTabSz="1018824" rtl="0" eaLnBrk="1" fontAlgn="auto" latinLnBrk="0" hangingPunct="1">
              <a:lnSpc>
                <a:spcPct val="100000"/>
              </a:lnSpc>
              <a:spcBef>
                <a:spcPts val="600"/>
              </a:spcBef>
              <a:spcAft>
                <a:spcPts val="0"/>
              </a:spcAft>
              <a:buClrTx/>
              <a:buSzPts val="1100"/>
              <a:tabLst/>
              <a:defRPr/>
            </a:pPr>
            <a:endPar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endParaRPr>
          </a:p>
          <a:p>
            <a:pPr marL="285750" marR="0" lvl="0" indent="-285750" algn="just"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Of the </a:t>
            </a:r>
            <a:r>
              <a:rPr kumimoji="0" lang="en-US" sz="1800" b="1"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30</a:t>
            </a:r>
            <a:r>
              <a:rPr kumimoji="0" lang="en-US" sz="1800" b="1" i="0" u="none" strike="noStrike" kern="1200" cap="none" spc="0" normalizeH="0" baseline="0" noProof="0" dirty="0">
                <a:ln>
                  <a:noFill/>
                </a:ln>
                <a:solidFill>
                  <a:srgbClr val="231F20"/>
                </a:solidFill>
                <a:effectLst/>
                <a:uLnTx/>
                <a:uFillTx/>
                <a:latin typeface="Avenir Next LT Pro"/>
                <a:ea typeface="Arial"/>
                <a:cs typeface="Arial"/>
                <a:sym typeface="Arial"/>
              </a:rPr>
              <a:t> program evaluations assessed from </a:t>
            </a:r>
            <a:r>
              <a:rPr kumimoji="0" lang="en-US" sz="1800" b="1"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January – April 2026 </a:t>
            </a: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(those pertaining to programs that Nkarta employees attended): </a:t>
            </a:r>
          </a:p>
          <a:p>
            <a:pPr marR="0" lvl="0" algn="just" defTabSz="1018824" rtl="0" eaLnBrk="1" fontAlgn="auto" latinLnBrk="0" hangingPunct="1">
              <a:lnSpc>
                <a:spcPct val="100000"/>
              </a:lnSpc>
              <a:spcBef>
                <a:spcPts val="600"/>
              </a:spcBef>
              <a:spcAft>
                <a:spcPts val="0"/>
              </a:spcAft>
              <a:buClrTx/>
              <a:buSzPts val="1100"/>
              <a:tabLst/>
              <a:defRPr/>
            </a:pPr>
            <a:endPar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endParaRPr>
          </a:p>
          <a:p>
            <a:pPr marL="742950" marR="0" lvl="1" indent="-285750" algn="just"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Most common </a:t>
            </a:r>
            <a:r>
              <a:rPr kumimoji="0" lang="en-US" sz="1800" b="1" i="0" u="none" strike="noStrike" kern="1200" cap="none" spc="0" normalizeH="0" baseline="0" noProof="0" dirty="0">
                <a:ln>
                  <a:noFill/>
                </a:ln>
                <a:solidFill>
                  <a:srgbClr val="231F20"/>
                </a:solidFill>
                <a:effectLst/>
                <a:uLnTx/>
                <a:uFillTx/>
                <a:latin typeface="Avenir Next LT Pro"/>
                <a:ea typeface="Arial"/>
                <a:cs typeface="Arial"/>
                <a:sym typeface="Arial"/>
              </a:rPr>
              <a:t>positive </a:t>
            </a: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comments related to relevance of the topics, quality of facilitator and materials </a:t>
            </a:r>
          </a:p>
          <a:p>
            <a:pPr marL="742950" marR="0" lvl="1" indent="-285750" algn="just"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Most common </a:t>
            </a:r>
            <a:r>
              <a:rPr kumimoji="0" lang="en-US" sz="1800" b="1" i="0" u="none" strike="noStrike" kern="1200" cap="none" spc="0" normalizeH="0" baseline="0" noProof="0" dirty="0">
                <a:ln>
                  <a:noFill/>
                </a:ln>
                <a:solidFill>
                  <a:srgbClr val="231F20"/>
                </a:solidFill>
                <a:effectLst/>
                <a:uLnTx/>
                <a:uFillTx/>
                <a:latin typeface="Avenir Next LT Pro"/>
                <a:ea typeface="Arial"/>
                <a:cs typeface="Arial"/>
                <a:sym typeface="Arial"/>
              </a:rPr>
              <a:t>areas for improvement </a:t>
            </a:r>
            <a:r>
              <a:rPr kumimoji="0" lang="en-US" sz="1800" b="0" i="0" u="none" strike="noStrike" kern="1200" cap="none" spc="0" normalizeH="0" baseline="0" noProof="0" dirty="0">
                <a:ln>
                  <a:noFill/>
                </a:ln>
                <a:solidFill>
                  <a:srgbClr val="231F20"/>
                </a:solidFill>
                <a:effectLst/>
                <a:uLnTx/>
                <a:uFillTx/>
                <a:latin typeface="Avenir Next LT Pro"/>
                <a:ea typeface="Arial"/>
                <a:cs typeface="Arial"/>
                <a:sym typeface="Arial"/>
              </a:rPr>
              <a:t>were requests for more industry-specific examples, shorter breakout activities, and longer sessions </a:t>
            </a:r>
          </a:p>
          <a:p>
            <a:pPr marL="285750" marR="0" lvl="0" indent="-285750" algn="just"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endParaRPr kumimoji="0" lang="en-US" sz="1800" b="0" i="0" u="none" strike="noStrike" kern="1200" cap="none" spc="0" normalizeH="0" baseline="0" noProof="0" dirty="0">
              <a:ln>
                <a:noFill/>
              </a:ln>
              <a:solidFill>
                <a:srgbClr val="191919"/>
              </a:solidFill>
              <a:effectLst/>
              <a:uLnTx/>
              <a:uFillTx/>
              <a:latin typeface="Avenir Next LT Pro"/>
              <a:ea typeface="+mn-ea"/>
              <a:cs typeface="+mn-cs"/>
              <a:sym typeface="Arial"/>
            </a:endParaRPr>
          </a:p>
          <a:p>
            <a:pPr marL="0" marR="0" lvl="0" indent="0" algn="l" defTabSz="1018824" rtl="0" eaLnBrk="1" fontAlgn="auto" latinLnBrk="0" hangingPunct="1">
              <a:lnSpc>
                <a:spcPct val="100000"/>
              </a:lnSpc>
              <a:spcBef>
                <a:spcPts val="600"/>
              </a:spcBef>
              <a:spcAft>
                <a:spcPts val="0"/>
              </a:spcAft>
              <a:buClrTx/>
              <a:buSzPts val="1100"/>
              <a:buFontTx/>
              <a:buNone/>
              <a:tabLst/>
              <a:defRPr/>
            </a:pPr>
            <a:endParaRPr kumimoji="0" lang="en-US" sz="1800" b="0" i="0" u="none" strike="noStrike" kern="1200" cap="none" spc="0" normalizeH="0" baseline="0" noProof="0" dirty="0">
              <a:ln>
                <a:noFill/>
              </a:ln>
              <a:solidFill>
                <a:srgbClr val="191919"/>
              </a:solidFill>
              <a:effectLst/>
              <a:uLnTx/>
              <a:uFillTx/>
              <a:latin typeface="Avenir Next LT Pro"/>
              <a:ea typeface="+mn-ea"/>
              <a:cs typeface="+mn-cs"/>
              <a:sym typeface="Arial"/>
            </a:endParaRPr>
          </a:p>
        </p:txBody>
      </p:sp>
    </p:spTree>
    <p:custDataLst>
      <p:tags r:id="rId1"/>
    </p:custDataLst>
    <p:extLst>
      <p:ext uri="{BB962C8B-B14F-4D97-AF65-F5344CB8AC3E}">
        <p14:creationId xmlns:p14="http://schemas.microsoft.com/office/powerpoint/2010/main" val="371637297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46F8BE-7DBE-CCC5-DBAA-CB3B0E893525}"/>
              </a:ext>
            </a:extLst>
          </p:cNvPr>
          <p:cNvSpPr txBox="1"/>
          <p:nvPr/>
        </p:nvSpPr>
        <p:spPr>
          <a:xfrm>
            <a:off x="484774" y="3224480"/>
            <a:ext cx="3210708" cy="1323439"/>
          </a:xfrm>
          <a:prstGeom prst="rect">
            <a:avLst/>
          </a:prstGeom>
          <a:noFill/>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3F3F3"/>
                </a:solidFill>
                <a:effectLst/>
                <a:uLnTx/>
                <a:uFillTx/>
                <a:latin typeface="Avenir Next LT Pro" panose="020B0504020202020204" pitchFamily="34" charset="0"/>
                <a:ea typeface="+mn-ea"/>
                <a:cs typeface="Arial" panose="020B0604020202020204" pitchFamily="34" charset="0"/>
              </a:rPr>
              <a:t>Learning Value </a:t>
            </a:r>
          </a:p>
        </p:txBody>
      </p:sp>
      <p:sp>
        <p:nvSpPr>
          <p:cNvPr id="4" name="Content Placeholder 2">
            <a:extLst>
              <a:ext uri="{FF2B5EF4-FFF2-40B4-BE49-F238E27FC236}">
                <a16:creationId xmlns:a16="http://schemas.microsoft.com/office/drawing/2014/main" id="{4DF56E4E-157F-ACE9-28CF-510A508E5EE1}"/>
              </a:ext>
            </a:extLst>
          </p:cNvPr>
          <p:cNvSpPr txBox="1">
            <a:spLocks/>
          </p:cNvSpPr>
          <p:nvPr/>
        </p:nvSpPr>
        <p:spPr>
          <a:xfrm>
            <a:off x="4464913" y="1035185"/>
            <a:ext cx="8889999" cy="79722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l" defTabSz="1018824"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434343"/>
                </a:solidFill>
                <a:effectLst/>
                <a:uLnTx/>
                <a:uFillTx/>
                <a:latin typeface="Avenir Next LT Pro" panose="020B0504020202020204" pitchFamily="34" charset="0"/>
                <a:ea typeface="+mn-ea"/>
                <a:cs typeface="Arial" panose="020B0604020202020204" pitchFamily="34" charset="0"/>
              </a:rPr>
              <a:t>Learning Value </a:t>
            </a:r>
          </a:p>
        </p:txBody>
      </p:sp>
      <p:sp>
        <p:nvSpPr>
          <p:cNvPr id="5" name="TextBox 4">
            <a:extLst>
              <a:ext uri="{FF2B5EF4-FFF2-40B4-BE49-F238E27FC236}">
                <a16:creationId xmlns:a16="http://schemas.microsoft.com/office/drawing/2014/main" id="{2961DA1A-F28F-5DEC-ADAF-46803158792D}"/>
              </a:ext>
            </a:extLst>
          </p:cNvPr>
          <p:cNvSpPr txBox="1"/>
          <p:nvPr/>
        </p:nvSpPr>
        <p:spPr>
          <a:xfrm>
            <a:off x="5176577" y="1832405"/>
            <a:ext cx="8325713" cy="5493812"/>
          </a:xfrm>
          <a:prstGeom prst="rect">
            <a:avLst/>
          </a:prstGeom>
          <a:noFill/>
        </p:spPr>
        <p:txBody>
          <a:bodyPr wrap="square">
            <a:spAutoFit/>
          </a:bodyPr>
          <a:lstStyle/>
          <a:p>
            <a:pPr marL="285750" marR="0" lvl="0"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2400" b="1" i="0" u="none" strike="noStrike" kern="1200" cap="none" spc="0" normalizeH="0" baseline="0" noProof="0" dirty="0">
                <a:ln>
                  <a:noFill/>
                </a:ln>
                <a:solidFill>
                  <a:srgbClr val="231F20"/>
                </a:solidFill>
                <a:effectLst/>
                <a:uLnTx/>
                <a:uFillTx/>
                <a:latin typeface="Avenir Next LT Pro"/>
                <a:ea typeface="Arial"/>
                <a:cs typeface="Arial"/>
                <a:sym typeface="Arial"/>
              </a:rPr>
              <a:t>Retail Costs</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b="0"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Nkarta </a:t>
            </a:r>
            <a:r>
              <a:rPr kumimoji="0" lang="en-US" b="0" i="0" u="none" strike="noStrike" kern="1200" cap="none" spc="0" normalizeH="0" baseline="0" noProof="0" dirty="0">
                <a:ln>
                  <a:noFill/>
                </a:ln>
                <a:solidFill>
                  <a:srgbClr val="231F20"/>
                </a:solidFill>
                <a:effectLst/>
                <a:uLnTx/>
                <a:uFillTx/>
                <a:latin typeface="Avenir Next LT Pro"/>
                <a:ea typeface="Arial"/>
                <a:cs typeface="Arial"/>
                <a:sym typeface="Arial"/>
              </a:rPr>
              <a:t>employees attended a total of </a:t>
            </a:r>
            <a:r>
              <a:rPr kumimoji="0" lang="en-US" b="0"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40 </a:t>
            </a:r>
            <a:r>
              <a:rPr kumimoji="0" lang="en-US" b="0" i="0" u="none" strike="noStrike" kern="1200" cap="none" spc="0" normalizeH="0" baseline="0" noProof="0" dirty="0">
                <a:ln>
                  <a:noFill/>
                </a:ln>
                <a:solidFill>
                  <a:srgbClr val="231F20"/>
                </a:solidFill>
                <a:effectLst/>
                <a:uLnTx/>
                <a:uFillTx/>
                <a:latin typeface="Avenir Next LT Pro"/>
                <a:ea typeface="Arial"/>
                <a:cs typeface="Arial"/>
                <a:sym typeface="Arial"/>
              </a:rPr>
              <a:t>programs from </a:t>
            </a:r>
            <a:r>
              <a:rPr kumimoji="0" lang="en-US" b="0"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January – April 2026 </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b="0" i="0" u="none" strike="noStrike" kern="1200" cap="none" spc="0" normalizeH="0" baseline="0" noProof="0" dirty="0">
                <a:ln>
                  <a:noFill/>
                </a:ln>
                <a:solidFill>
                  <a:srgbClr val="231F20"/>
                </a:solidFill>
                <a:effectLst/>
                <a:uLnTx/>
                <a:uFillTx/>
                <a:latin typeface="Avenir Next LT Pro"/>
                <a:ea typeface="Arial"/>
                <a:cs typeface="Arial"/>
                <a:sym typeface="Arial"/>
              </a:rPr>
              <a:t>Hands On’s normal pricing for these programs is $495.00 per participant for most programs. Technical programs are typically higher at $595.00 or more per participant </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b="0" i="0" u="none" strike="noStrike" kern="1200" cap="none" spc="0" normalizeH="0" baseline="0" noProof="0" dirty="0">
                <a:ln>
                  <a:noFill/>
                </a:ln>
                <a:solidFill>
                  <a:srgbClr val="231F20"/>
                </a:solidFill>
                <a:effectLst/>
                <a:uLnTx/>
                <a:uFillTx/>
                <a:latin typeface="Avenir Next LT Pro"/>
                <a:ea typeface="Arial"/>
                <a:cs typeface="Arial"/>
                <a:sym typeface="Arial"/>
              </a:rPr>
              <a:t>Our activity level equates to </a:t>
            </a:r>
            <a:r>
              <a:rPr kumimoji="0" lang="en-US" b="0"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$71,775.00 </a:t>
            </a:r>
            <a:r>
              <a:rPr kumimoji="0" lang="en-US" b="0" i="0" u="none" strike="noStrike" kern="1200" cap="none" spc="0" normalizeH="0" baseline="0" noProof="0" dirty="0">
                <a:ln>
                  <a:noFill/>
                </a:ln>
                <a:solidFill>
                  <a:srgbClr val="231F20"/>
                </a:solidFill>
                <a:effectLst/>
                <a:uLnTx/>
                <a:uFillTx/>
                <a:latin typeface="Avenir Next LT Pro"/>
                <a:ea typeface="Arial"/>
                <a:cs typeface="Arial"/>
                <a:sym typeface="Arial"/>
              </a:rPr>
              <a:t>in retail training costs  (</a:t>
            </a:r>
            <a:r>
              <a:rPr kumimoji="0" lang="en-US" b="0" i="0" u="none" strike="noStrike" kern="1200" cap="none" spc="0" normalizeH="0" baseline="0" noProof="0" dirty="0">
                <a:ln>
                  <a:noFill/>
                </a:ln>
                <a:solidFill>
                  <a:srgbClr val="231F20"/>
                </a:solidFill>
                <a:effectLst/>
                <a:highlight>
                  <a:srgbClr val="FFFF00"/>
                </a:highlight>
                <a:uLnTx/>
                <a:uFillTx/>
                <a:latin typeface="Avenir Next LT Pro"/>
                <a:ea typeface="Arial"/>
                <a:cs typeface="Arial"/>
                <a:sym typeface="Arial"/>
              </a:rPr>
              <a:t>145</a:t>
            </a:r>
            <a:r>
              <a:rPr kumimoji="0" lang="en-US" b="0" i="0" u="none" strike="noStrike" kern="1200" cap="none" spc="0" normalizeH="0" baseline="0" noProof="0" dirty="0">
                <a:ln>
                  <a:noFill/>
                </a:ln>
                <a:solidFill>
                  <a:srgbClr val="231F20"/>
                </a:solidFill>
                <a:effectLst/>
                <a:uLnTx/>
                <a:uFillTx/>
                <a:latin typeface="Avenir Next LT Pro"/>
                <a:ea typeface="Arial"/>
                <a:cs typeface="Arial"/>
                <a:sym typeface="Arial"/>
              </a:rPr>
              <a:t> attendees x avg. $495.00 per participant per program) </a:t>
            </a:r>
          </a:p>
          <a:p>
            <a:pPr marL="285750" marR="0" lvl="0"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sz="2400" b="1" i="0" u="none" strike="noStrike" kern="1200" cap="none" spc="0" normalizeH="0" baseline="0" noProof="0" dirty="0">
                <a:ln>
                  <a:noFill/>
                </a:ln>
                <a:solidFill>
                  <a:srgbClr val="231F20"/>
                </a:solidFill>
                <a:effectLst/>
                <a:uLnTx/>
                <a:uFillTx/>
                <a:latin typeface="Avenir Next LT Pro"/>
                <a:ea typeface="+mn-ea"/>
                <a:cs typeface="Arial"/>
                <a:sym typeface="Arial"/>
              </a:rPr>
              <a:t>Our Costs </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b="0" i="0" u="none" strike="noStrike" kern="1200" cap="none" spc="0" normalizeH="0" baseline="0" noProof="0" dirty="0">
                <a:ln>
                  <a:noFill/>
                </a:ln>
                <a:solidFill>
                  <a:srgbClr val="231F20"/>
                </a:solidFill>
                <a:effectLst/>
                <a:uLnTx/>
                <a:uFillTx/>
                <a:latin typeface="Avenir Next LT Pro"/>
                <a:ea typeface="+mn-ea"/>
                <a:cs typeface="Arial"/>
                <a:sym typeface="Arial"/>
              </a:rPr>
              <a:t>Nkarta is working with Hands On through a learning subscription </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b="0" i="0" u="none" strike="noStrike" kern="1200" cap="none" spc="0" normalizeH="0" baseline="0" noProof="0" dirty="0">
                <a:ln>
                  <a:noFill/>
                </a:ln>
                <a:solidFill>
                  <a:srgbClr val="231F20"/>
                </a:solidFill>
                <a:effectLst/>
                <a:uLnTx/>
                <a:uFillTx/>
                <a:latin typeface="Avenir Next LT Pro"/>
                <a:ea typeface="+mn-ea"/>
                <a:cs typeface="Arial"/>
                <a:sym typeface="Arial"/>
              </a:rPr>
              <a:t>Our costs are flat at $4k per month </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lang="en-US" dirty="0">
                <a:solidFill>
                  <a:srgbClr val="231F20"/>
                </a:solidFill>
                <a:latin typeface="Avenir Next LT Pro"/>
                <a:cs typeface="Arial"/>
                <a:sym typeface="Arial"/>
              </a:rPr>
              <a:t>Nkarta has paid Hands On $16,000.00 to date ($4k per month) </a:t>
            </a:r>
          </a:p>
          <a:p>
            <a:pPr marL="795162" marR="0" lvl="1" indent="-285750" algn="l" defTabSz="1018824" rtl="0" eaLnBrk="1" fontAlgn="auto" latinLnBrk="0" hangingPunct="1">
              <a:lnSpc>
                <a:spcPct val="100000"/>
              </a:lnSpc>
              <a:spcBef>
                <a:spcPts val="600"/>
              </a:spcBef>
              <a:spcAft>
                <a:spcPts val="0"/>
              </a:spcAft>
              <a:buClrTx/>
              <a:buSzPts val="1100"/>
              <a:buFont typeface="Arial" panose="020B0604020202020204" pitchFamily="34" charset="0"/>
              <a:buChar char="•"/>
              <a:tabLst/>
              <a:defRPr/>
            </a:pPr>
            <a:r>
              <a:rPr kumimoji="0" lang="en-US" b="0" i="0" u="none" strike="noStrike" kern="1200" cap="none" spc="0" normalizeH="0" baseline="0" noProof="0" dirty="0">
                <a:ln>
                  <a:noFill/>
                </a:ln>
                <a:solidFill>
                  <a:srgbClr val="231F20"/>
                </a:solidFill>
                <a:effectLst/>
                <a:uLnTx/>
                <a:uFillTx/>
                <a:latin typeface="Avenir Next LT Pro"/>
                <a:ea typeface="+mn-ea"/>
                <a:cs typeface="Arial"/>
                <a:sym typeface="Arial"/>
              </a:rPr>
              <a:t>The delta in our learning value is over $50,000.00 </a:t>
            </a:r>
            <a:endParaRPr kumimoji="0" lang="en-US" b="0" i="0" u="none" strike="noStrike" kern="1200" cap="none" spc="0" normalizeH="0" baseline="0" noProof="0" dirty="0">
              <a:ln>
                <a:noFill/>
              </a:ln>
              <a:solidFill>
                <a:srgbClr val="191919"/>
              </a:solidFill>
              <a:effectLst/>
              <a:uLnTx/>
              <a:uFillTx/>
              <a:latin typeface="Avenir Next LT Pro"/>
              <a:ea typeface="+mn-ea"/>
              <a:cs typeface="+mn-cs"/>
              <a:sym typeface="Arial"/>
            </a:endParaRPr>
          </a:p>
          <a:p>
            <a:pPr marL="0" marR="0" lvl="0" indent="0" algn="l" defTabSz="1018824" rtl="0" eaLnBrk="1" fontAlgn="auto" latinLnBrk="0" hangingPunct="1">
              <a:lnSpc>
                <a:spcPct val="100000"/>
              </a:lnSpc>
              <a:spcBef>
                <a:spcPts val="600"/>
              </a:spcBef>
              <a:spcAft>
                <a:spcPts val="0"/>
              </a:spcAft>
              <a:buClrTx/>
              <a:buSzPts val="1100"/>
              <a:buFontTx/>
              <a:buNone/>
              <a:tabLst/>
              <a:defRPr/>
            </a:pPr>
            <a:endParaRPr kumimoji="0" lang="en-US" sz="1800" b="0" i="0" u="none" strike="noStrike" kern="1200" cap="none" spc="0" normalizeH="0" baseline="0" noProof="0" dirty="0">
              <a:ln>
                <a:noFill/>
              </a:ln>
              <a:solidFill>
                <a:srgbClr val="191919"/>
              </a:solidFill>
              <a:effectLst/>
              <a:uLnTx/>
              <a:uFillTx/>
              <a:latin typeface="Avenir Next LT Pro"/>
              <a:ea typeface="+mn-ea"/>
              <a:cs typeface="+mn-cs"/>
              <a:sym typeface="Arial"/>
            </a:endParaRPr>
          </a:p>
        </p:txBody>
      </p:sp>
    </p:spTree>
    <p:extLst>
      <p:ext uri="{BB962C8B-B14F-4D97-AF65-F5344CB8AC3E}">
        <p14:creationId xmlns:p14="http://schemas.microsoft.com/office/powerpoint/2010/main" val="173929004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AED75-2253-1F57-EB34-C04FE34E9E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F37686-6ABE-8907-91CB-C7FAF4A00FF1}"/>
              </a:ext>
            </a:extLst>
          </p:cNvPr>
          <p:cNvSpPr txBox="1"/>
          <p:nvPr/>
        </p:nvSpPr>
        <p:spPr>
          <a:xfrm>
            <a:off x="1302855" y="3886200"/>
            <a:ext cx="7290716" cy="923330"/>
          </a:xfrm>
          <a:prstGeom prst="rect">
            <a:avLst/>
          </a:prstGeom>
          <a:noFill/>
          <a:ln>
            <a:noFill/>
          </a:ln>
        </p:spPr>
        <p:txBody>
          <a:bodyPr wrap="square" rtlCol="0">
            <a:sp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Thank you! </a:t>
            </a:r>
          </a:p>
        </p:txBody>
      </p:sp>
      <p:grpSp>
        <p:nvGrpSpPr>
          <p:cNvPr id="8" name="Group 7">
            <a:extLst>
              <a:ext uri="{FF2B5EF4-FFF2-40B4-BE49-F238E27FC236}">
                <a16:creationId xmlns:a16="http://schemas.microsoft.com/office/drawing/2014/main" id="{87FD3BA6-D35C-E233-B9E2-A545961A229A}"/>
              </a:ext>
            </a:extLst>
          </p:cNvPr>
          <p:cNvGrpSpPr/>
          <p:nvPr/>
        </p:nvGrpSpPr>
        <p:grpSpPr>
          <a:xfrm>
            <a:off x="3111500" y="5432784"/>
            <a:ext cx="6484256" cy="1292085"/>
            <a:chOff x="4591050" y="6620234"/>
            <a:chExt cx="6484256" cy="1292085"/>
          </a:xfrm>
        </p:grpSpPr>
        <p:sp>
          <p:nvSpPr>
            <p:cNvPr id="3" name="TextBox 2">
              <a:extLst>
                <a:ext uri="{FF2B5EF4-FFF2-40B4-BE49-F238E27FC236}">
                  <a16:creationId xmlns:a16="http://schemas.microsoft.com/office/drawing/2014/main" id="{0EFD5354-6331-C6B3-CA32-8DDBD347698F}"/>
                </a:ext>
              </a:extLst>
            </p:cNvPr>
            <p:cNvSpPr txBox="1"/>
            <p:nvPr/>
          </p:nvSpPr>
          <p:spPr>
            <a:xfrm>
              <a:off x="6717062" y="6620234"/>
              <a:ext cx="4358244" cy="1292085"/>
            </a:xfrm>
            <a:prstGeom prst="rect">
              <a:avLst/>
            </a:prstGeom>
            <a:noFill/>
            <a:ln>
              <a:noFill/>
            </a:ln>
          </p:spPr>
          <p:txBody>
            <a:bodyPr wrap="none" rtlCol="0">
              <a:spAutoFit/>
            </a:bodyPr>
            <a:lstStyle/>
            <a:p>
              <a:pPr marL="0" marR="0" lvl="0" indent="0" algn="l" defTabSz="1018824"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Kathryn Matz, Senior Partner, Hands On </a:t>
              </a:r>
            </a:p>
            <a:p>
              <a:pPr marL="0" marR="0" lvl="0" indent="0" algn="l" defTabSz="1018824"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hlinkClick r:id="rId3">
                    <a:extLst>
                      <a:ext uri="{A12FA001-AC4F-418D-AE19-62706E023703}">
                        <ahyp:hlinkClr xmlns:ahyp="http://schemas.microsoft.com/office/drawing/2018/hyperlinkcolor" val="tx"/>
                      </a:ext>
                    </a:extLst>
                  </a:hlinkClick>
                </a:rPr>
                <a:t>kmatz@handscom.com</a:t>
              </a:r>
              <a:endPar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a:p>
              <a:pPr marL="0" marR="0" lvl="0" indent="0" algn="l" defTabSz="1018824"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+1 415.425.4991</a:t>
              </a:r>
            </a:p>
          </p:txBody>
        </p:sp>
        <p:pic>
          <p:nvPicPr>
            <p:cNvPr id="4" name="Graphic 3" descr="Email with solid fill">
              <a:extLst>
                <a:ext uri="{FF2B5EF4-FFF2-40B4-BE49-F238E27FC236}">
                  <a16:creationId xmlns:a16="http://schemas.microsoft.com/office/drawing/2014/main" id="{936C42A9-5534-C8E1-3E7B-6C37CCEB1D4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329465" y="7145721"/>
              <a:ext cx="310896" cy="310896"/>
            </a:xfrm>
            <a:prstGeom prst="rect">
              <a:avLst/>
            </a:prstGeom>
          </p:spPr>
        </p:pic>
        <p:pic>
          <p:nvPicPr>
            <p:cNvPr id="5" name="Graphic 4" descr="Receiver with solid fill">
              <a:extLst>
                <a:ext uri="{FF2B5EF4-FFF2-40B4-BE49-F238E27FC236}">
                  <a16:creationId xmlns:a16="http://schemas.microsoft.com/office/drawing/2014/main" id="{A3E86FBC-1821-B9A7-643D-8B3D0CF02F7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335471" y="7571313"/>
              <a:ext cx="310895" cy="310895"/>
            </a:xfrm>
            <a:prstGeom prst="rect">
              <a:avLst/>
            </a:prstGeom>
          </p:spPr>
        </p:pic>
        <p:sp>
          <p:nvSpPr>
            <p:cNvPr id="6" name="TextBox 5">
              <a:extLst>
                <a:ext uri="{FF2B5EF4-FFF2-40B4-BE49-F238E27FC236}">
                  <a16:creationId xmlns:a16="http://schemas.microsoft.com/office/drawing/2014/main" id="{79C247CE-315F-865C-07B9-5C0E4B14D4B9}"/>
                </a:ext>
              </a:extLst>
            </p:cNvPr>
            <p:cNvSpPr txBox="1"/>
            <p:nvPr/>
          </p:nvSpPr>
          <p:spPr>
            <a:xfrm>
              <a:off x="4591050" y="6910614"/>
              <a:ext cx="1358109" cy="523220"/>
            </a:xfrm>
            <a:prstGeom prst="rect">
              <a:avLst/>
            </a:prstGeom>
            <a:noFill/>
            <a:ln>
              <a:noFill/>
            </a:ln>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Contact</a:t>
              </a:r>
              <a:r>
                <a:rPr kumimoji="0" lang="en-US" sz="2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 </a:t>
              </a:r>
            </a:p>
          </p:txBody>
        </p:sp>
        <p:cxnSp>
          <p:nvCxnSpPr>
            <p:cNvPr id="7" name="Straight Connector 6">
              <a:extLst>
                <a:ext uri="{FF2B5EF4-FFF2-40B4-BE49-F238E27FC236}">
                  <a16:creationId xmlns:a16="http://schemas.microsoft.com/office/drawing/2014/main" id="{B776AA98-FF78-08E6-0961-997887E5049B}"/>
                </a:ext>
              </a:extLst>
            </p:cNvPr>
            <p:cNvCxnSpPr/>
            <p:nvPr/>
          </p:nvCxnSpPr>
          <p:spPr>
            <a:xfrm>
              <a:off x="5922284" y="6791093"/>
              <a:ext cx="0" cy="843464"/>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grpSp>
    </p:spTree>
    <p:custDataLst>
      <p:tags r:id="rId1"/>
    </p:custDataLst>
    <p:extLst>
      <p:ext uri="{BB962C8B-B14F-4D97-AF65-F5344CB8AC3E}">
        <p14:creationId xmlns:p14="http://schemas.microsoft.com/office/powerpoint/2010/main" val="9572792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rketing Newsletter">
  <a:themeElements>
    <a:clrScheme name="Custom 45">
      <a:dk1>
        <a:srgbClr val="191919"/>
      </a:dk1>
      <a:lt1>
        <a:srgbClr val="F3F3F3"/>
      </a:lt1>
      <a:dk2>
        <a:srgbClr val="434343"/>
      </a:dk2>
      <a:lt2>
        <a:srgbClr val="F3F3F3"/>
      </a:lt2>
      <a:accent1>
        <a:srgbClr val="248E9C"/>
      </a:accent1>
      <a:accent2>
        <a:srgbClr val="191919"/>
      </a:accent2>
      <a:accent3>
        <a:srgbClr val="FFFFFF"/>
      </a:accent3>
      <a:accent4>
        <a:srgbClr val="33CCCC"/>
      </a:accent4>
      <a:accent5>
        <a:srgbClr val="0099CC"/>
      </a:accent5>
      <a:accent6>
        <a:srgbClr val="434343"/>
      </a:accent6>
      <a:hlink>
        <a:srgbClr val="029198"/>
      </a:hlink>
      <a:folHlink>
        <a:srgbClr val="0099CC"/>
      </a:folHlink>
    </a:clrScheme>
    <a:fontScheme name="Custom 9">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839</Words>
  <Application>Microsoft Office PowerPoint</Application>
  <PresentationFormat>Custom</PresentationFormat>
  <Paragraphs>127</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Pontano Sans</vt:lpstr>
      <vt:lpstr>Avenir Next LT Pro</vt:lpstr>
      <vt:lpstr>Aptos</vt:lpstr>
      <vt:lpstr>Nunito Sans ExtraBold</vt:lpstr>
      <vt:lpstr>Assistant Light</vt:lpstr>
      <vt:lpstr>Courier New</vt:lpstr>
      <vt:lpstr>Arial</vt:lpstr>
      <vt:lpstr>Nunito Sans</vt:lpstr>
      <vt:lpstr>Marketing Newsletter</vt:lpstr>
      <vt:lpstr>PowerPoint Presentation</vt:lpstr>
      <vt:lpstr>PowerPoint Presentation</vt:lpstr>
      <vt:lpstr>PowerPoint Presentation</vt:lpstr>
      <vt:lpstr>Most Attended On-Demand Programs (Learning Topics) </vt:lpstr>
      <vt:lpstr>Total Nkarta On-Demand Learning Topics (January – April 2026)</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Christine</dc:creator>
  <cp:lastModifiedBy>Info, Hands On</cp:lastModifiedBy>
  <cp:revision>318</cp:revision>
  <cp:lastPrinted>2020-02-07T18:45:31Z</cp:lastPrinted>
  <dcterms:created xsi:type="dcterms:W3CDTF">2018-02-15T18:30:24Z</dcterms:created>
  <dcterms:modified xsi:type="dcterms:W3CDTF">2026-04-24T12:43:58Z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5D5D8130-87AB-409D-82C4-52AFBCC2DFA5</vt:lpwstr>
  </property>
  <property fmtid="{D5CDD505-2E9C-101B-9397-08002B2CF9AE}" pid="3" name="ArticulatePath">
    <vt:lpwstr>2020_HandsOn_Overview</vt:lpwstr>
  </property>
</Properties>
</file>