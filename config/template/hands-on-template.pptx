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p:sldMasterIdLst>
    <p:sldMasterId id="2147483660" r:id="rId1"/>
  </p:sldMasterIdLst>
  <p:notesMasterIdLst>
    <p:notesMasterId r:id="rId17"/>
  </p:notesMasterIdLst>
  <p:sldIdLst>
    <p:sldId id="257" r:id="rId2"/>
    <p:sldId id="311" r:id="rId3"/>
    <p:sldId id="299" r:id="rId4"/>
    <p:sldId id="300" r:id="rId5"/>
    <p:sldId id="301" r:id="rId6"/>
    <p:sldId id="312" r:id="rId7"/>
    <p:sldId id="313" r:id="rId8"/>
    <p:sldId id="314" r:id="rId9"/>
    <p:sldId id="316" r:id="rId10"/>
    <p:sldId id="305" r:id="rId11"/>
    <p:sldId id="306" r:id="rId12"/>
    <p:sldId id="298" r:id="rId13"/>
    <p:sldId id="317" r:id="rId14"/>
    <p:sldId id="318" r:id="rId15"/>
    <p:sldId id="319" r:id="rId16"/>
  </p:sldIdLst>
  <p:sldSz cx="13817600" cy="7772400"/>
  <p:notesSz cx="6858000" cy="9144000"/>
  <p:embeddedFontLst>
    <p:embeddedFont>
      <p:font typeface="Assistant Light" pitchFamily="2" charset="-79"/>
      <p:regular r:id="rId18"/>
    </p:embeddedFont>
    <p:embeddedFont>
      <p:font typeface="Avenir Next LT Pro" panose="020B0504020202020204" pitchFamily="34" charset="0"/>
      <p:regular r:id="rId19"/>
      <p:bold r:id="rId20"/>
      <p:italic r:id="rId21"/>
      <p:boldItalic r:id="rId22"/>
    </p:embeddedFont>
    <p:embeddedFont>
      <p:font typeface="Nunito Sans" pitchFamily="2" charset="0"/>
      <p:regular r:id="rId23"/>
      <p:bold r:id="rId24"/>
      <p:italic r:id="rId25"/>
      <p:boldItalic r:id="rId26"/>
    </p:embeddedFont>
    <p:embeddedFont>
      <p:font typeface="Nunito Sans ExtraBold" pitchFamily="2" charset="0"/>
      <p:bold r:id="rId27"/>
      <p:boldItalic r:id="rId28"/>
    </p:embeddedFont>
    <p:embeddedFont>
      <p:font typeface="Pontano Sans" panose="020B0604020202020204" charset="0"/>
      <p:regular r:id="rId29"/>
      <p:bold r:id="rId30"/>
    </p:embeddedFont>
  </p:embeddedFontLst>
  <p:custDataLst>
    <p:tags r:id="rId31"/>
  </p:custDataLst>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435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thryn Matz" initials="K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9999"/>
    <a:srgbClr val="C3D3D3"/>
    <a:srgbClr val="515353"/>
    <a:srgbClr val="EB831D"/>
    <a:srgbClr val="16BAC5"/>
    <a:srgbClr val="7FD9DF"/>
    <a:srgbClr val="604D44"/>
    <a:srgbClr val="30323D"/>
    <a:srgbClr val="FFFC31"/>
    <a:srgbClr val="F5A0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404" autoAdjust="0"/>
  </p:normalViewPr>
  <p:slideViewPr>
    <p:cSldViewPr snapToGrid="0">
      <p:cViewPr varScale="1">
        <p:scale>
          <a:sx n="65" d="100"/>
          <a:sy n="65" d="100"/>
        </p:scale>
        <p:origin x="392" y="92"/>
      </p:cViewPr>
      <p:guideLst>
        <p:guide orient="horz" pos="2448"/>
        <p:guide pos="4352"/>
      </p:guideLst>
    </p:cSldViewPr>
  </p:slideViewPr>
  <p:notesTextViewPr>
    <p:cViewPr>
      <p:scale>
        <a:sx n="1" d="1"/>
        <a:sy n="1" d="1"/>
      </p:scale>
      <p:origin x="0" y="0"/>
    </p:cViewPr>
  </p:notesTextViewPr>
  <p:sorterViewPr>
    <p:cViewPr>
      <p:scale>
        <a:sx n="140" d="100"/>
        <a:sy n="140" d="100"/>
      </p:scale>
      <p:origin x="0" y="-735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BBDAE8-5F0E-44F4-92FB-4D79DC65797D}" type="datetimeFigureOut">
              <a:rPr lang="en-US" smtClean="0"/>
              <a:t>1/13/2026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84E261-2EC2-4FA3-8012-78A541401E22}" type="slidenum">
              <a:rPr lang="en-US" smtClean="0"/>
              <a:t>‹#›</a:t>
            </a:fld>
            <a:endParaRPr lang="en-US" dirty="0"/>
          </a:p>
        </p:txBody>
      </p:sp>
    </p:spTree>
    <p:extLst>
      <p:ext uri="{BB962C8B-B14F-4D97-AF65-F5344CB8AC3E}">
        <p14:creationId xmlns:p14="http://schemas.microsoft.com/office/powerpoint/2010/main" val="3246885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reserve="1">
  <p:cSld name="1_Opening slide">
    <p:spTree>
      <p:nvGrpSpPr>
        <p:cNvPr id="1" name="Shape 8"/>
        <p:cNvGrpSpPr/>
        <p:nvPr/>
      </p:nvGrpSpPr>
      <p:grpSpPr>
        <a:xfrm>
          <a:off x="0" y="0"/>
          <a:ext cx="0" cy="0"/>
          <a:chOff x="0" y="0"/>
          <a:chExt cx="0" cy="0"/>
        </a:xfrm>
      </p:grpSpPr>
      <p:sp>
        <p:nvSpPr>
          <p:cNvPr id="8" name="Google Shape;39;p4">
            <a:extLst>
              <a:ext uri="{FF2B5EF4-FFF2-40B4-BE49-F238E27FC236}">
                <a16:creationId xmlns:a16="http://schemas.microsoft.com/office/drawing/2014/main" id="{BF0E5F8A-6BDA-E05B-762F-FEC2D098F1A4}"/>
              </a:ext>
            </a:extLst>
          </p:cNvPr>
          <p:cNvSpPr/>
          <p:nvPr userDrawn="1"/>
        </p:nvSpPr>
        <p:spPr>
          <a:xfrm>
            <a:off x="-339" y="-2646"/>
            <a:ext cx="4356439" cy="7789440"/>
          </a:xfrm>
          <a:custGeom>
            <a:avLst/>
            <a:gdLst>
              <a:gd name="connsiteX0" fmla="*/ 0 w 8001200"/>
              <a:gd name="connsiteY0" fmla="*/ 3809800 h 7619600"/>
              <a:gd name="connsiteX1" fmla="*/ 1904900 w 8001200"/>
              <a:gd name="connsiteY1" fmla="*/ 2 h 7619600"/>
              <a:gd name="connsiteX2" fmla="*/ 6096300 w 8001200"/>
              <a:gd name="connsiteY2" fmla="*/ 2 h 7619600"/>
              <a:gd name="connsiteX3" fmla="*/ 8001200 w 8001200"/>
              <a:gd name="connsiteY3" fmla="*/ 3809800 h 7619600"/>
              <a:gd name="connsiteX4" fmla="*/ 6096300 w 8001200"/>
              <a:gd name="connsiteY4" fmla="*/ 7619598 h 7619600"/>
              <a:gd name="connsiteX5" fmla="*/ 1904900 w 8001200"/>
              <a:gd name="connsiteY5" fmla="*/ 7619598 h 7619600"/>
              <a:gd name="connsiteX6" fmla="*/ 0 w 8001200"/>
              <a:gd name="connsiteY6" fmla="*/ 3809800 h 7619600"/>
              <a:gd name="connsiteX0" fmla="*/ 0 w 8001200"/>
              <a:gd name="connsiteY0" fmla="*/ 3809798 h 7619596"/>
              <a:gd name="connsiteX1" fmla="*/ 1904900 w 8001200"/>
              <a:gd name="connsiteY1" fmla="*/ 0 h 7619596"/>
              <a:gd name="connsiteX2" fmla="*/ 6401100 w 8001200"/>
              <a:gd name="connsiteY2" fmla="*/ 666750 h 7619596"/>
              <a:gd name="connsiteX3" fmla="*/ 8001200 w 8001200"/>
              <a:gd name="connsiteY3" fmla="*/ 3809798 h 7619596"/>
              <a:gd name="connsiteX4" fmla="*/ 6096300 w 8001200"/>
              <a:gd name="connsiteY4" fmla="*/ 7619596 h 7619596"/>
              <a:gd name="connsiteX5" fmla="*/ 1904900 w 8001200"/>
              <a:gd name="connsiteY5" fmla="*/ 7619596 h 7619596"/>
              <a:gd name="connsiteX6" fmla="*/ 0 w 8001200"/>
              <a:gd name="connsiteY6" fmla="*/ 3809798 h 7619596"/>
              <a:gd name="connsiteX0" fmla="*/ 0 w 8001200"/>
              <a:gd name="connsiteY0" fmla="*/ 3238298 h 7048096"/>
              <a:gd name="connsiteX1" fmla="*/ 2095400 w 8001200"/>
              <a:gd name="connsiteY1" fmla="*/ 0 h 7048096"/>
              <a:gd name="connsiteX2" fmla="*/ 6401100 w 8001200"/>
              <a:gd name="connsiteY2" fmla="*/ 95250 h 7048096"/>
              <a:gd name="connsiteX3" fmla="*/ 8001200 w 8001200"/>
              <a:gd name="connsiteY3" fmla="*/ 3238298 h 7048096"/>
              <a:gd name="connsiteX4" fmla="*/ 6096300 w 8001200"/>
              <a:gd name="connsiteY4" fmla="*/ 7048096 h 7048096"/>
              <a:gd name="connsiteX5" fmla="*/ 1904900 w 8001200"/>
              <a:gd name="connsiteY5" fmla="*/ 7048096 h 7048096"/>
              <a:gd name="connsiteX6" fmla="*/ 0 w 8001200"/>
              <a:gd name="connsiteY6" fmla="*/ 3238298 h 7048096"/>
              <a:gd name="connsiteX0" fmla="*/ 0 w 8001200"/>
              <a:gd name="connsiteY0" fmla="*/ 3143048 h 6952846"/>
              <a:gd name="connsiteX1" fmla="*/ 1904900 w 8001200"/>
              <a:gd name="connsiteY1" fmla="*/ 0 h 6952846"/>
              <a:gd name="connsiteX2" fmla="*/ 6401100 w 8001200"/>
              <a:gd name="connsiteY2" fmla="*/ 0 h 6952846"/>
              <a:gd name="connsiteX3" fmla="*/ 8001200 w 8001200"/>
              <a:gd name="connsiteY3" fmla="*/ 3143048 h 6952846"/>
              <a:gd name="connsiteX4" fmla="*/ 6096300 w 8001200"/>
              <a:gd name="connsiteY4" fmla="*/ 6952846 h 6952846"/>
              <a:gd name="connsiteX5" fmla="*/ 1904900 w 8001200"/>
              <a:gd name="connsiteY5" fmla="*/ 6952846 h 6952846"/>
              <a:gd name="connsiteX6" fmla="*/ 0 w 8001200"/>
              <a:gd name="connsiteY6" fmla="*/ 3143048 h 6952846"/>
              <a:gd name="connsiteX0" fmla="*/ 0 w 6096300"/>
              <a:gd name="connsiteY0" fmla="*/ 6952846 h 6952846"/>
              <a:gd name="connsiteX1" fmla="*/ 0 w 6096300"/>
              <a:gd name="connsiteY1" fmla="*/ 0 h 6952846"/>
              <a:gd name="connsiteX2" fmla="*/ 4496200 w 6096300"/>
              <a:gd name="connsiteY2" fmla="*/ 0 h 6952846"/>
              <a:gd name="connsiteX3" fmla="*/ 6096300 w 6096300"/>
              <a:gd name="connsiteY3" fmla="*/ 3143048 h 6952846"/>
              <a:gd name="connsiteX4" fmla="*/ 4191400 w 6096300"/>
              <a:gd name="connsiteY4" fmla="*/ 6952846 h 6952846"/>
              <a:gd name="connsiteX5" fmla="*/ 0 w 6096300"/>
              <a:gd name="connsiteY5" fmla="*/ 6952846 h 6952846"/>
              <a:gd name="connsiteX0" fmla="*/ 0 w 5029500"/>
              <a:gd name="connsiteY0" fmla="*/ 6952846 h 6952846"/>
              <a:gd name="connsiteX1" fmla="*/ 0 w 5029500"/>
              <a:gd name="connsiteY1" fmla="*/ 0 h 6952846"/>
              <a:gd name="connsiteX2" fmla="*/ 4496200 w 5029500"/>
              <a:gd name="connsiteY2" fmla="*/ 0 h 6952846"/>
              <a:gd name="connsiteX3" fmla="*/ 5029500 w 5029500"/>
              <a:gd name="connsiteY3" fmla="*/ 3695498 h 6952846"/>
              <a:gd name="connsiteX4" fmla="*/ 4191400 w 5029500"/>
              <a:gd name="connsiteY4" fmla="*/ 6952846 h 6952846"/>
              <a:gd name="connsiteX5" fmla="*/ 0 w 5029500"/>
              <a:gd name="connsiteY5" fmla="*/ 6952846 h 6952846"/>
              <a:gd name="connsiteX0" fmla="*/ 0 w 5029500"/>
              <a:gd name="connsiteY0" fmla="*/ 6952846 h 6952846"/>
              <a:gd name="connsiteX1" fmla="*/ 0 w 5029500"/>
              <a:gd name="connsiteY1" fmla="*/ 0 h 6952846"/>
              <a:gd name="connsiteX2" fmla="*/ 3467500 w 5029500"/>
              <a:gd name="connsiteY2" fmla="*/ 0 h 6952846"/>
              <a:gd name="connsiteX3" fmla="*/ 5029500 w 5029500"/>
              <a:gd name="connsiteY3" fmla="*/ 3695498 h 6952846"/>
              <a:gd name="connsiteX4" fmla="*/ 4191400 w 5029500"/>
              <a:gd name="connsiteY4" fmla="*/ 6952846 h 6952846"/>
              <a:gd name="connsiteX5" fmla="*/ 0 w 5029500"/>
              <a:gd name="connsiteY5" fmla="*/ 6952846 h 6952846"/>
              <a:gd name="connsiteX0" fmla="*/ 0 w 5029500"/>
              <a:gd name="connsiteY0" fmla="*/ 6952846 h 6952846"/>
              <a:gd name="connsiteX1" fmla="*/ 0 w 5029500"/>
              <a:gd name="connsiteY1" fmla="*/ 0 h 6952846"/>
              <a:gd name="connsiteX2" fmla="*/ 3467500 w 5029500"/>
              <a:gd name="connsiteY2" fmla="*/ 0 h 6952846"/>
              <a:gd name="connsiteX3" fmla="*/ 5029500 w 5029500"/>
              <a:gd name="connsiteY3" fmla="*/ 3695498 h 6952846"/>
              <a:gd name="connsiteX4" fmla="*/ 4077100 w 5029500"/>
              <a:gd name="connsiteY4" fmla="*/ 6933796 h 6952846"/>
              <a:gd name="connsiteX5" fmla="*/ 0 w 50295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4077100 w 4572300"/>
              <a:gd name="connsiteY4" fmla="*/ 6933796 h 6952846"/>
              <a:gd name="connsiteX5" fmla="*/ 0 w 45723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3555990 w 4572300"/>
              <a:gd name="connsiteY4" fmla="*/ 6943743 h 6952846"/>
              <a:gd name="connsiteX5" fmla="*/ 0 w 45723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388842 w 4572300"/>
              <a:gd name="connsiteY2" fmla="*/ 0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463974 w 4572300"/>
              <a:gd name="connsiteY2" fmla="*/ 12847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463974 w 4572300"/>
              <a:gd name="connsiteY2" fmla="*/ 12847 h 6952846"/>
              <a:gd name="connsiteX3" fmla="*/ 4572300 w 4572300"/>
              <a:gd name="connsiteY3" fmla="*/ 333354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569160 w 4572300"/>
              <a:gd name="connsiteY2" fmla="*/ 0 h 6952846"/>
              <a:gd name="connsiteX3" fmla="*/ 4572300 w 4572300"/>
              <a:gd name="connsiteY3" fmla="*/ 333354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569160 w 4572300"/>
              <a:gd name="connsiteY2" fmla="*/ 0 h 6952846"/>
              <a:gd name="connsiteX3" fmla="*/ 4572300 w 4572300"/>
              <a:gd name="connsiteY3" fmla="*/ 353910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53910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539108 h 6952846"/>
              <a:gd name="connsiteX4" fmla="*/ 3381422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462023 h 6952846"/>
              <a:gd name="connsiteX4" fmla="*/ 3381422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462023 h 6952846"/>
              <a:gd name="connsiteX4" fmla="*/ 3456555 w 4572300"/>
              <a:gd name="connsiteY4" fmla="*/ 6943745 h 6952846"/>
              <a:gd name="connsiteX5" fmla="*/ 0 w 4572300"/>
              <a:gd name="connsiteY5" fmla="*/ 6952846 h 6952846"/>
              <a:gd name="connsiteX0" fmla="*/ 0 w 4280608"/>
              <a:gd name="connsiteY0" fmla="*/ 6952846 h 6952846"/>
              <a:gd name="connsiteX1" fmla="*/ 0 w 4280608"/>
              <a:gd name="connsiteY1" fmla="*/ 0 h 6952846"/>
              <a:gd name="connsiteX2" fmla="*/ 3479001 w 4280608"/>
              <a:gd name="connsiteY2" fmla="*/ 0 h 6952846"/>
              <a:gd name="connsiteX3" fmla="*/ 4280608 w 4280608"/>
              <a:gd name="connsiteY3" fmla="*/ 3450687 h 6952846"/>
              <a:gd name="connsiteX4" fmla="*/ 3456555 w 4280608"/>
              <a:gd name="connsiteY4" fmla="*/ 6943745 h 6952846"/>
              <a:gd name="connsiteX5" fmla="*/ 0 w 4280608"/>
              <a:gd name="connsiteY5" fmla="*/ 6952846 h 695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0608" h="6952846">
                <a:moveTo>
                  <a:pt x="0" y="6952846"/>
                </a:moveTo>
                <a:lnTo>
                  <a:pt x="0" y="0"/>
                </a:lnTo>
                <a:lnTo>
                  <a:pt x="3479001" y="0"/>
                </a:lnTo>
                <a:lnTo>
                  <a:pt x="4280608" y="3450687"/>
                </a:lnTo>
                <a:lnTo>
                  <a:pt x="3456555" y="6943745"/>
                </a:lnTo>
                <a:lnTo>
                  <a:pt x="0" y="6952846"/>
                </a:lnTo>
                <a:close/>
              </a:path>
            </a:pathLst>
          </a:custGeom>
          <a:gradFill>
            <a:gsLst>
              <a:gs pos="8000">
                <a:schemeClr val="tx2">
                  <a:lumMod val="10000"/>
                </a:schemeClr>
              </a:gs>
              <a:gs pos="100000">
                <a:schemeClr val="accent3">
                  <a:lumMod val="50000"/>
                </a:schemeClr>
              </a:gs>
            </a:gsLst>
            <a:lin ang="13500000" scaled="1"/>
          </a:gradFill>
          <a:ln>
            <a:noFill/>
          </a:ln>
          <a:effectLst>
            <a:outerShdw blurRad="50800" dist="38100" dir="2700000" algn="tl" rotWithShape="0">
              <a:prstClr val="black">
                <a:alpha val="40000"/>
              </a:prstClr>
            </a:outerShdw>
          </a:effectLst>
        </p:spPr>
        <p:txBody>
          <a:bodyPr spcFirstLastPara="1" wrap="square" lIns="138153" tIns="138153" rIns="138153" bIns="138153" anchor="ctr" anchorCtr="0">
            <a:noAutofit/>
          </a:bodyPr>
          <a:lstStyle/>
          <a:p>
            <a:pPr marL="0" lvl="0" indent="0" algn="l" rtl="0">
              <a:spcBef>
                <a:spcPts val="0"/>
              </a:spcBef>
              <a:spcAft>
                <a:spcPts val="0"/>
              </a:spcAft>
              <a:buNone/>
            </a:pPr>
            <a:endParaRPr sz="2720" dirty="0">
              <a:latin typeface="+mj-lt"/>
            </a:endParaRPr>
          </a:p>
        </p:txBody>
      </p:sp>
      <p:sp>
        <p:nvSpPr>
          <p:cNvPr id="10" name="Google Shape;10;p2"/>
          <p:cNvSpPr txBox="1">
            <a:spLocks noGrp="1"/>
          </p:cNvSpPr>
          <p:nvPr>
            <p:ph type="ctrTitle"/>
          </p:nvPr>
        </p:nvSpPr>
        <p:spPr>
          <a:xfrm>
            <a:off x="406592" y="2749784"/>
            <a:ext cx="3821471" cy="3252236"/>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lt1"/>
              </a:buClr>
              <a:buSzPts val="3000"/>
              <a:buFont typeface="Nunito Sans ExtraBold"/>
              <a:buNone/>
              <a:defRPr sz="4080">
                <a:solidFill>
                  <a:schemeClr val="lt1"/>
                </a:solidFill>
                <a:latin typeface="+mj-lt"/>
                <a:ea typeface="Nunito Sans ExtraBold"/>
                <a:cs typeface="Nunito Sans ExtraBold"/>
                <a:sym typeface="Nunito Sans ExtraBold"/>
              </a:defRPr>
            </a:lvl1pPr>
            <a:lvl2pPr lvl="1" algn="r" rtl="0">
              <a:spcBef>
                <a:spcPts val="0"/>
              </a:spcBef>
              <a:spcAft>
                <a:spcPts val="0"/>
              </a:spcAft>
              <a:buClr>
                <a:schemeClr val="lt1"/>
              </a:buClr>
              <a:buSzPts val="3000"/>
              <a:buNone/>
              <a:defRPr sz="4533">
                <a:solidFill>
                  <a:schemeClr val="lt1"/>
                </a:solidFill>
              </a:defRPr>
            </a:lvl2pPr>
            <a:lvl3pPr lvl="2" algn="r" rtl="0">
              <a:spcBef>
                <a:spcPts val="0"/>
              </a:spcBef>
              <a:spcAft>
                <a:spcPts val="0"/>
              </a:spcAft>
              <a:buClr>
                <a:schemeClr val="lt1"/>
              </a:buClr>
              <a:buSzPts val="3000"/>
              <a:buNone/>
              <a:defRPr sz="4533">
                <a:solidFill>
                  <a:schemeClr val="lt1"/>
                </a:solidFill>
              </a:defRPr>
            </a:lvl3pPr>
            <a:lvl4pPr lvl="3" algn="r" rtl="0">
              <a:spcBef>
                <a:spcPts val="0"/>
              </a:spcBef>
              <a:spcAft>
                <a:spcPts val="0"/>
              </a:spcAft>
              <a:buClr>
                <a:schemeClr val="lt1"/>
              </a:buClr>
              <a:buSzPts val="3000"/>
              <a:buNone/>
              <a:defRPr sz="4533">
                <a:solidFill>
                  <a:schemeClr val="lt1"/>
                </a:solidFill>
              </a:defRPr>
            </a:lvl4pPr>
            <a:lvl5pPr lvl="4" algn="r" rtl="0">
              <a:spcBef>
                <a:spcPts val="0"/>
              </a:spcBef>
              <a:spcAft>
                <a:spcPts val="0"/>
              </a:spcAft>
              <a:buClr>
                <a:schemeClr val="lt1"/>
              </a:buClr>
              <a:buSzPts val="3000"/>
              <a:buNone/>
              <a:defRPr sz="4533">
                <a:solidFill>
                  <a:schemeClr val="lt1"/>
                </a:solidFill>
              </a:defRPr>
            </a:lvl5pPr>
            <a:lvl6pPr lvl="5" algn="r" rtl="0">
              <a:spcBef>
                <a:spcPts val="0"/>
              </a:spcBef>
              <a:spcAft>
                <a:spcPts val="0"/>
              </a:spcAft>
              <a:buClr>
                <a:schemeClr val="lt1"/>
              </a:buClr>
              <a:buSzPts val="3000"/>
              <a:buNone/>
              <a:defRPr sz="4533">
                <a:solidFill>
                  <a:schemeClr val="lt1"/>
                </a:solidFill>
              </a:defRPr>
            </a:lvl6pPr>
            <a:lvl7pPr lvl="6" algn="r" rtl="0">
              <a:spcBef>
                <a:spcPts val="0"/>
              </a:spcBef>
              <a:spcAft>
                <a:spcPts val="0"/>
              </a:spcAft>
              <a:buClr>
                <a:schemeClr val="lt1"/>
              </a:buClr>
              <a:buSzPts val="3000"/>
              <a:buNone/>
              <a:defRPr sz="4533">
                <a:solidFill>
                  <a:schemeClr val="lt1"/>
                </a:solidFill>
              </a:defRPr>
            </a:lvl7pPr>
            <a:lvl8pPr lvl="7" algn="r" rtl="0">
              <a:spcBef>
                <a:spcPts val="0"/>
              </a:spcBef>
              <a:spcAft>
                <a:spcPts val="0"/>
              </a:spcAft>
              <a:buClr>
                <a:schemeClr val="lt1"/>
              </a:buClr>
              <a:buSzPts val="3000"/>
              <a:buNone/>
              <a:defRPr sz="4533">
                <a:solidFill>
                  <a:schemeClr val="lt1"/>
                </a:solidFill>
              </a:defRPr>
            </a:lvl8pPr>
            <a:lvl9pPr lvl="8" algn="r" rtl="0">
              <a:spcBef>
                <a:spcPts val="0"/>
              </a:spcBef>
              <a:spcAft>
                <a:spcPts val="0"/>
              </a:spcAft>
              <a:buClr>
                <a:schemeClr val="lt1"/>
              </a:buClr>
              <a:buSzPts val="3000"/>
              <a:buNone/>
              <a:defRPr sz="4533">
                <a:solidFill>
                  <a:schemeClr val="lt1"/>
                </a:solidFill>
              </a:defRPr>
            </a:lvl9pPr>
          </a:lstStyle>
          <a:p>
            <a:endParaRPr dirty="0"/>
          </a:p>
        </p:txBody>
      </p:sp>
      <p:sp>
        <p:nvSpPr>
          <p:cNvPr id="11" name="Google Shape;11;p2"/>
          <p:cNvSpPr txBox="1">
            <a:spLocks noGrp="1"/>
          </p:cNvSpPr>
          <p:nvPr>
            <p:ph type="subTitle" idx="1"/>
          </p:nvPr>
        </p:nvSpPr>
        <p:spPr>
          <a:xfrm>
            <a:off x="5366298" y="1666317"/>
            <a:ext cx="6576507" cy="1083467"/>
          </a:xfrm>
          <a:prstGeom prst="rect">
            <a:avLst/>
          </a:prstGeom>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1200"/>
              <a:buFont typeface="Pontano Sans"/>
              <a:buNone/>
              <a:defRPr sz="1813">
                <a:solidFill>
                  <a:schemeClr val="tx1"/>
                </a:solidFill>
                <a:latin typeface="+mj-lt"/>
                <a:ea typeface="Pontano Sans"/>
                <a:cs typeface="Pontano Sans"/>
                <a:sym typeface="Pontano Sans"/>
              </a:defRPr>
            </a:lvl1pPr>
            <a:lvl2pPr lvl="1"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2pPr>
            <a:lvl3pPr lvl="2"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3pPr>
            <a:lvl4pPr lvl="3"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4pPr>
            <a:lvl5pPr lvl="4"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5pPr>
            <a:lvl6pPr lvl="5"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6pPr>
            <a:lvl7pPr lvl="6"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7pPr>
            <a:lvl8pPr lvl="7"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8pPr>
            <a:lvl9pPr lvl="8" algn="r" rtl="0">
              <a:lnSpc>
                <a:spcPct val="100000"/>
              </a:lnSpc>
              <a:spcBef>
                <a:spcPts val="0"/>
              </a:spcBef>
              <a:spcAft>
                <a:spcPts val="0"/>
              </a:spcAft>
              <a:buClr>
                <a:schemeClr val="lt1"/>
              </a:buClr>
              <a:buSzPts val="2800"/>
              <a:buFont typeface="Pontano Sans"/>
              <a:buNone/>
              <a:defRPr sz="4231">
                <a:solidFill>
                  <a:schemeClr val="lt1"/>
                </a:solidFill>
                <a:latin typeface="Pontano Sans"/>
                <a:ea typeface="Pontano Sans"/>
                <a:cs typeface="Pontano Sans"/>
                <a:sym typeface="Pontano Sans"/>
              </a:defRPr>
            </a:lvl9pPr>
          </a:lstStyle>
          <a:p>
            <a:endParaRPr dirty="0"/>
          </a:p>
        </p:txBody>
      </p:sp>
      <p:pic>
        <p:nvPicPr>
          <p:cNvPr id="3" name="Picture 2">
            <a:extLst>
              <a:ext uri="{FF2B5EF4-FFF2-40B4-BE49-F238E27FC236}">
                <a16:creationId xmlns:a16="http://schemas.microsoft.com/office/drawing/2014/main" id="{61E01D72-47B9-0A1F-4DB5-E3332EA1FC71}"/>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4" name="Teardrop 3">
            <a:extLst>
              <a:ext uri="{FF2B5EF4-FFF2-40B4-BE49-F238E27FC236}">
                <a16:creationId xmlns:a16="http://schemas.microsoft.com/office/drawing/2014/main" id="{6DC03848-8641-D339-ECD7-9EAF9948B643}"/>
              </a:ext>
            </a:extLst>
          </p:cNvPr>
          <p:cNvSpPr/>
          <p:nvPr/>
        </p:nvSpPr>
        <p:spPr>
          <a:xfrm rot="5400000">
            <a:off x="13106568" y="7072525"/>
            <a:ext cx="725424" cy="725424"/>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mj-lt"/>
              <a:ea typeface="+mn-ea"/>
              <a:cs typeface="+mn-cs"/>
            </a:endParaRPr>
          </a:p>
        </p:txBody>
      </p:sp>
      <p:sp>
        <p:nvSpPr>
          <p:cNvPr id="5" name="Slide Number Placeholder 5">
            <a:extLst>
              <a:ext uri="{FF2B5EF4-FFF2-40B4-BE49-F238E27FC236}">
                <a16:creationId xmlns:a16="http://schemas.microsoft.com/office/drawing/2014/main" id="{091F327A-2733-7331-142F-C09972DEB886}"/>
              </a:ext>
            </a:extLst>
          </p:cNvPr>
          <p:cNvSpPr txBox="1">
            <a:spLocks/>
          </p:cNvSpPr>
          <p:nvPr/>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mj-lt"/>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mj-lt"/>
              <a:ea typeface="+mn-ea"/>
              <a:cs typeface="+mn-cs"/>
            </a:endParaRPr>
          </a:p>
        </p:txBody>
      </p:sp>
      <p:sp>
        <p:nvSpPr>
          <p:cNvPr id="6" name="TextBox 5">
            <a:extLst>
              <a:ext uri="{FF2B5EF4-FFF2-40B4-BE49-F238E27FC236}">
                <a16:creationId xmlns:a16="http://schemas.microsoft.com/office/drawing/2014/main" id="{D37E78D0-7ABC-82BD-BD3E-63E4CC2293F1}"/>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mj-lt"/>
                <a:ea typeface="+mn-ea"/>
                <a:cs typeface="+mn-cs"/>
              </a:rPr>
              <a:t>Hands On</a:t>
            </a:r>
          </a:p>
        </p:txBody>
      </p:sp>
      <p:pic>
        <p:nvPicPr>
          <p:cNvPr id="7" name="Picture 6" descr="Icon&#10;&#10;Description automatically generated">
            <a:extLst>
              <a:ext uri="{FF2B5EF4-FFF2-40B4-BE49-F238E27FC236}">
                <a16:creationId xmlns:a16="http://schemas.microsoft.com/office/drawing/2014/main" id="{05C3374C-950E-AAE4-F33F-5FEFA0869BF6}"/>
              </a:ext>
            </a:extLst>
          </p:cNvPr>
          <p:cNvPicPr>
            <a:picLocks noChangeAspect="1"/>
          </p:cNvPicPr>
          <p:nvPr userDrawn="1"/>
        </p:nvPicPr>
        <p:blipFill>
          <a:blip r:embed="rId3" cstate="print">
            <a:alphaModFix amt="5000"/>
            <a:biLevel thresh="25000"/>
            <a:extLst>
              <a:ext uri="{28A0092B-C50C-407E-A947-70E740481C1C}">
                <a14:useLocalDpi xmlns:a14="http://schemas.microsoft.com/office/drawing/2010/main"/>
              </a:ext>
            </a:extLst>
          </a:blip>
          <a:srcRect/>
          <a:stretch/>
        </p:blipFill>
        <p:spPr>
          <a:xfrm flipH="1">
            <a:off x="-9954" y="849208"/>
            <a:ext cx="3821472" cy="5152812"/>
          </a:xfrm>
          <a:prstGeom prst="rect">
            <a:avLst/>
          </a:prstGeom>
          <a:ln>
            <a:noFill/>
          </a:ln>
        </p:spPr>
      </p:pic>
    </p:spTree>
    <p:extLst>
      <p:ext uri="{BB962C8B-B14F-4D97-AF65-F5344CB8AC3E}">
        <p14:creationId xmlns:p14="http://schemas.microsoft.com/office/powerpoint/2010/main" val="1394768365"/>
      </p:ext>
    </p:extLst>
  </p:cSld>
  <p:clrMapOvr>
    <a:masterClrMapping/>
  </p:clrMapOvr>
  <p:extLst>
    <p:ext uri="{DCECCB84-F9BA-43D5-87BE-67443E8EF086}">
      <p15:sldGuideLst xmlns:p15="http://schemas.microsoft.com/office/powerpoint/2012/main">
        <p15:guide id="1" pos="2551">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pening slide" preserve="1" userDrawn="1">
  <p:cSld name="1_Opening slide">
    <p:spTree>
      <p:nvGrpSpPr>
        <p:cNvPr id="1" name="Shape 8"/>
        <p:cNvGrpSpPr/>
        <p:nvPr/>
      </p:nvGrpSpPr>
      <p:grpSpPr>
        <a:xfrm>
          <a:off x="0" y="0"/>
          <a:ext cx="0" cy="0"/>
          <a:chOff x="0" y="0"/>
          <a:chExt cx="0" cy="0"/>
        </a:xfrm>
      </p:grpSpPr>
      <p:sp>
        <p:nvSpPr>
          <p:cNvPr id="5" name="Google Shape;43;p5">
            <a:extLst>
              <a:ext uri="{FF2B5EF4-FFF2-40B4-BE49-F238E27FC236}">
                <a16:creationId xmlns:a16="http://schemas.microsoft.com/office/drawing/2014/main" id="{69A41DAB-B4E0-65C3-F75C-B4E049D11864}"/>
              </a:ext>
            </a:extLst>
          </p:cNvPr>
          <p:cNvSpPr/>
          <p:nvPr userDrawn="1"/>
        </p:nvSpPr>
        <p:spPr>
          <a:xfrm>
            <a:off x="5040743" y="-41820"/>
            <a:ext cx="8800113" cy="7814220"/>
          </a:xfrm>
          <a:custGeom>
            <a:avLst/>
            <a:gdLst>
              <a:gd name="connsiteX0" fmla="*/ 62865 w 229743"/>
              <a:gd name="connsiteY0" fmla="*/ 43 h 206545"/>
              <a:gd name="connsiteX1" fmla="*/ 0 w 229743"/>
              <a:gd name="connsiteY1" fmla="*/ 206545 h 206545"/>
              <a:gd name="connsiteX2" fmla="*/ 229743 w 229743"/>
              <a:gd name="connsiteY2" fmla="*/ 206545 h 206545"/>
              <a:gd name="connsiteX3" fmla="*/ 229743 w 229743"/>
              <a:gd name="connsiteY3" fmla="*/ 3238 h 206545"/>
              <a:gd name="connsiteX4" fmla="*/ 62865 w 229743"/>
              <a:gd name="connsiteY4" fmla="*/ 43 h 206545"/>
              <a:gd name="connsiteX0" fmla="*/ 62865 w 229743"/>
              <a:gd name="connsiteY0" fmla="*/ 345 h 206847"/>
              <a:gd name="connsiteX1" fmla="*/ 0 w 229743"/>
              <a:gd name="connsiteY1" fmla="*/ 206847 h 206847"/>
              <a:gd name="connsiteX2" fmla="*/ 229743 w 229743"/>
              <a:gd name="connsiteY2" fmla="*/ 206847 h 206847"/>
              <a:gd name="connsiteX3" fmla="*/ 229088 w 229743"/>
              <a:gd name="connsiteY3" fmla="*/ 0 h 206847"/>
              <a:gd name="connsiteX4" fmla="*/ 62865 w 229743"/>
              <a:gd name="connsiteY4" fmla="*/ 345 h 206847"/>
              <a:gd name="connsiteX0" fmla="*/ 62865 w 230427"/>
              <a:gd name="connsiteY0" fmla="*/ 345 h 206847"/>
              <a:gd name="connsiteX1" fmla="*/ 0 w 230427"/>
              <a:gd name="connsiteY1" fmla="*/ 206847 h 206847"/>
              <a:gd name="connsiteX2" fmla="*/ 229743 w 230427"/>
              <a:gd name="connsiteY2" fmla="*/ 206847 h 206847"/>
              <a:gd name="connsiteX3" fmla="*/ 230399 w 230427"/>
              <a:gd name="connsiteY3" fmla="*/ 0 h 206847"/>
              <a:gd name="connsiteX4" fmla="*/ 62865 w 230427"/>
              <a:gd name="connsiteY4" fmla="*/ 345 h 2068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427" h="206847" extrusionOk="0">
                <a:moveTo>
                  <a:pt x="62865" y="345"/>
                </a:moveTo>
                <a:lnTo>
                  <a:pt x="0" y="206847"/>
                </a:lnTo>
                <a:lnTo>
                  <a:pt x="229743" y="206847"/>
                </a:lnTo>
                <a:cubicBezTo>
                  <a:pt x="229525" y="137898"/>
                  <a:pt x="230617" y="68949"/>
                  <a:pt x="230399" y="0"/>
                </a:cubicBezTo>
                <a:lnTo>
                  <a:pt x="62865" y="345"/>
                </a:lnTo>
                <a:close/>
              </a:path>
            </a:pathLst>
          </a:custGeom>
          <a:gradFill>
            <a:gsLst>
              <a:gs pos="72000">
                <a:schemeClr val="accent1"/>
              </a:gs>
              <a:gs pos="41124">
                <a:schemeClr val="accent1">
                  <a:lumMod val="50000"/>
                </a:schemeClr>
              </a:gs>
              <a:gs pos="10000">
                <a:schemeClr val="accent6">
                  <a:lumMod val="50000"/>
                </a:schemeClr>
              </a:gs>
            </a:gsLst>
            <a:lin ang="13500000" scaled="1"/>
          </a:gradFill>
          <a:ln>
            <a:noFill/>
          </a:ln>
          <a:effectLst>
            <a:outerShdw blurRad="50800" dist="38100" dir="10800000" algn="r" rotWithShape="0">
              <a:prstClr val="black">
                <a:alpha val="40000"/>
              </a:prstClr>
            </a:outerShdw>
          </a:effectLst>
        </p:spPr>
      </p:sp>
      <p:sp>
        <p:nvSpPr>
          <p:cNvPr id="10" name="Google Shape;10;p2"/>
          <p:cNvSpPr txBox="1">
            <a:spLocks noGrp="1"/>
          </p:cNvSpPr>
          <p:nvPr>
            <p:ph type="ctrTitle"/>
          </p:nvPr>
        </p:nvSpPr>
        <p:spPr>
          <a:xfrm>
            <a:off x="7178701" y="2663955"/>
            <a:ext cx="5499840" cy="2693253"/>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lt1"/>
              </a:buClr>
              <a:buSzPts val="3000"/>
              <a:buFont typeface="Nunito Sans ExtraBold"/>
              <a:buNone/>
              <a:defRPr sz="4533">
                <a:solidFill>
                  <a:schemeClr val="lt1"/>
                </a:solidFill>
                <a:latin typeface="Nunito Sans ExtraBold"/>
                <a:ea typeface="Nunito Sans ExtraBold"/>
                <a:cs typeface="Nunito Sans ExtraBold"/>
                <a:sym typeface="Nunito Sans ExtraBold"/>
              </a:defRPr>
            </a:lvl1pPr>
            <a:lvl2pPr lvl="1" algn="r" rtl="0">
              <a:spcBef>
                <a:spcPts val="0"/>
              </a:spcBef>
              <a:spcAft>
                <a:spcPts val="0"/>
              </a:spcAft>
              <a:buClr>
                <a:schemeClr val="lt1"/>
              </a:buClr>
              <a:buSzPts val="3000"/>
              <a:buNone/>
              <a:defRPr sz="4533">
                <a:solidFill>
                  <a:schemeClr val="lt1"/>
                </a:solidFill>
              </a:defRPr>
            </a:lvl2pPr>
            <a:lvl3pPr lvl="2" algn="r" rtl="0">
              <a:spcBef>
                <a:spcPts val="0"/>
              </a:spcBef>
              <a:spcAft>
                <a:spcPts val="0"/>
              </a:spcAft>
              <a:buClr>
                <a:schemeClr val="lt1"/>
              </a:buClr>
              <a:buSzPts val="3000"/>
              <a:buNone/>
              <a:defRPr sz="4533">
                <a:solidFill>
                  <a:schemeClr val="lt1"/>
                </a:solidFill>
              </a:defRPr>
            </a:lvl3pPr>
            <a:lvl4pPr lvl="3" algn="r" rtl="0">
              <a:spcBef>
                <a:spcPts val="0"/>
              </a:spcBef>
              <a:spcAft>
                <a:spcPts val="0"/>
              </a:spcAft>
              <a:buClr>
                <a:schemeClr val="lt1"/>
              </a:buClr>
              <a:buSzPts val="3000"/>
              <a:buNone/>
              <a:defRPr sz="4533">
                <a:solidFill>
                  <a:schemeClr val="lt1"/>
                </a:solidFill>
              </a:defRPr>
            </a:lvl4pPr>
            <a:lvl5pPr lvl="4" algn="r" rtl="0">
              <a:spcBef>
                <a:spcPts val="0"/>
              </a:spcBef>
              <a:spcAft>
                <a:spcPts val="0"/>
              </a:spcAft>
              <a:buClr>
                <a:schemeClr val="lt1"/>
              </a:buClr>
              <a:buSzPts val="3000"/>
              <a:buNone/>
              <a:defRPr sz="4533">
                <a:solidFill>
                  <a:schemeClr val="lt1"/>
                </a:solidFill>
              </a:defRPr>
            </a:lvl5pPr>
            <a:lvl6pPr lvl="5" algn="r" rtl="0">
              <a:spcBef>
                <a:spcPts val="0"/>
              </a:spcBef>
              <a:spcAft>
                <a:spcPts val="0"/>
              </a:spcAft>
              <a:buClr>
                <a:schemeClr val="lt1"/>
              </a:buClr>
              <a:buSzPts val="3000"/>
              <a:buNone/>
              <a:defRPr sz="4533">
                <a:solidFill>
                  <a:schemeClr val="lt1"/>
                </a:solidFill>
              </a:defRPr>
            </a:lvl6pPr>
            <a:lvl7pPr lvl="6" algn="r" rtl="0">
              <a:spcBef>
                <a:spcPts val="0"/>
              </a:spcBef>
              <a:spcAft>
                <a:spcPts val="0"/>
              </a:spcAft>
              <a:buClr>
                <a:schemeClr val="lt1"/>
              </a:buClr>
              <a:buSzPts val="3000"/>
              <a:buNone/>
              <a:defRPr sz="4533">
                <a:solidFill>
                  <a:schemeClr val="lt1"/>
                </a:solidFill>
              </a:defRPr>
            </a:lvl7pPr>
            <a:lvl8pPr lvl="7" algn="r" rtl="0">
              <a:spcBef>
                <a:spcPts val="0"/>
              </a:spcBef>
              <a:spcAft>
                <a:spcPts val="0"/>
              </a:spcAft>
              <a:buClr>
                <a:schemeClr val="lt1"/>
              </a:buClr>
              <a:buSzPts val="3000"/>
              <a:buNone/>
              <a:defRPr sz="4533">
                <a:solidFill>
                  <a:schemeClr val="lt1"/>
                </a:solidFill>
              </a:defRPr>
            </a:lvl8pPr>
            <a:lvl9pPr lvl="8" algn="r" rtl="0">
              <a:spcBef>
                <a:spcPts val="0"/>
              </a:spcBef>
              <a:spcAft>
                <a:spcPts val="0"/>
              </a:spcAft>
              <a:buClr>
                <a:schemeClr val="lt1"/>
              </a:buClr>
              <a:buSzPts val="3000"/>
              <a:buNone/>
              <a:defRPr sz="4533">
                <a:solidFill>
                  <a:schemeClr val="lt1"/>
                </a:solidFill>
              </a:defRPr>
            </a:lvl9pPr>
          </a:lstStyle>
          <a:p>
            <a:endParaRPr dirty="0"/>
          </a:p>
        </p:txBody>
      </p:sp>
      <p:pic>
        <p:nvPicPr>
          <p:cNvPr id="3" name="Picture 2">
            <a:extLst>
              <a:ext uri="{FF2B5EF4-FFF2-40B4-BE49-F238E27FC236}">
                <a16:creationId xmlns:a16="http://schemas.microsoft.com/office/drawing/2014/main" id="{E7EA68A1-9857-2454-59EB-CF12FD4F9B01}"/>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6" name="Slide Number Placeholder 5">
            <a:extLst>
              <a:ext uri="{FF2B5EF4-FFF2-40B4-BE49-F238E27FC236}">
                <a16:creationId xmlns:a16="http://schemas.microsoft.com/office/drawing/2014/main" id="{DA06ABBA-C993-68B6-941A-6F1B3341FE47}"/>
              </a:ext>
            </a:extLst>
          </p:cNvPr>
          <p:cNvSpPr txBox="1">
            <a:spLocks/>
          </p:cNvSpPr>
          <p:nvPr/>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7" name="TextBox 6">
            <a:extLst>
              <a:ext uri="{FF2B5EF4-FFF2-40B4-BE49-F238E27FC236}">
                <a16:creationId xmlns:a16="http://schemas.microsoft.com/office/drawing/2014/main" id="{2265C636-23DC-DA22-DFE3-7CA07451FDD9}"/>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rgbClr val="191919"/>
                </a:solidFill>
                <a:effectLst/>
                <a:uLnTx/>
                <a:uFillTx/>
                <a:latin typeface="Avenir Next LT Pro"/>
                <a:ea typeface="+mn-ea"/>
                <a:cs typeface="+mn-cs"/>
              </a:rPr>
              <a:t>Hands On</a:t>
            </a:r>
          </a:p>
        </p:txBody>
      </p:sp>
      <p:sp>
        <p:nvSpPr>
          <p:cNvPr id="8" name="Teardrop 7">
            <a:extLst>
              <a:ext uri="{FF2B5EF4-FFF2-40B4-BE49-F238E27FC236}">
                <a16:creationId xmlns:a16="http://schemas.microsoft.com/office/drawing/2014/main" id="{7280BECC-272E-9948-435B-D8A831EF0658}"/>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9" name="Slide Number Placeholder 5">
            <a:extLst>
              <a:ext uri="{FF2B5EF4-FFF2-40B4-BE49-F238E27FC236}">
                <a16:creationId xmlns:a16="http://schemas.microsoft.com/office/drawing/2014/main" id="{63123CA1-35F5-0D5F-52A3-AD42960EC757}"/>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3954899985"/>
      </p:ext>
    </p:extLst>
  </p:cSld>
  <p:clrMapOvr>
    <a:masterClrMapping/>
  </p:clrMapOvr>
  <p:extLst>
    <p:ext uri="{DCECCB84-F9BA-43D5-87BE-67443E8EF086}">
      <p15:sldGuideLst xmlns:p15="http://schemas.microsoft.com/office/powerpoint/2012/main">
        <p15:guide id="1" pos="2551">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pening slide" preserve="1" userDrawn="1">
  <p:cSld name="1_Opening slide">
    <p:spTree>
      <p:nvGrpSpPr>
        <p:cNvPr id="1" name="Shape 8"/>
        <p:cNvGrpSpPr/>
        <p:nvPr/>
      </p:nvGrpSpPr>
      <p:grpSpPr>
        <a:xfrm>
          <a:off x="0" y="0"/>
          <a:ext cx="0" cy="0"/>
          <a:chOff x="0" y="0"/>
          <a:chExt cx="0" cy="0"/>
        </a:xfrm>
      </p:grpSpPr>
      <p:sp>
        <p:nvSpPr>
          <p:cNvPr id="5" name="Google Shape;43;p5">
            <a:extLst>
              <a:ext uri="{FF2B5EF4-FFF2-40B4-BE49-F238E27FC236}">
                <a16:creationId xmlns:a16="http://schemas.microsoft.com/office/drawing/2014/main" id="{69A41DAB-B4E0-65C3-F75C-B4E049D11864}"/>
              </a:ext>
            </a:extLst>
          </p:cNvPr>
          <p:cNvSpPr/>
          <p:nvPr userDrawn="1"/>
        </p:nvSpPr>
        <p:spPr>
          <a:xfrm>
            <a:off x="5040743" y="-41820"/>
            <a:ext cx="8800113" cy="7814220"/>
          </a:xfrm>
          <a:custGeom>
            <a:avLst/>
            <a:gdLst>
              <a:gd name="connsiteX0" fmla="*/ 62865 w 229743"/>
              <a:gd name="connsiteY0" fmla="*/ 43 h 206545"/>
              <a:gd name="connsiteX1" fmla="*/ 0 w 229743"/>
              <a:gd name="connsiteY1" fmla="*/ 206545 h 206545"/>
              <a:gd name="connsiteX2" fmla="*/ 229743 w 229743"/>
              <a:gd name="connsiteY2" fmla="*/ 206545 h 206545"/>
              <a:gd name="connsiteX3" fmla="*/ 229743 w 229743"/>
              <a:gd name="connsiteY3" fmla="*/ 3238 h 206545"/>
              <a:gd name="connsiteX4" fmla="*/ 62865 w 229743"/>
              <a:gd name="connsiteY4" fmla="*/ 43 h 206545"/>
              <a:gd name="connsiteX0" fmla="*/ 62865 w 229743"/>
              <a:gd name="connsiteY0" fmla="*/ 345 h 206847"/>
              <a:gd name="connsiteX1" fmla="*/ 0 w 229743"/>
              <a:gd name="connsiteY1" fmla="*/ 206847 h 206847"/>
              <a:gd name="connsiteX2" fmla="*/ 229743 w 229743"/>
              <a:gd name="connsiteY2" fmla="*/ 206847 h 206847"/>
              <a:gd name="connsiteX3" fmla="*/ 229088 w 229743"/>
              <a:gd name="connsiteY3" fmla="*/ 0 h 206847"/>
              <a:gd name="connsiteX4" fmla="*/ 62865 w 229743"/>
              <a:gd name="connsiteY4" fmla="*/ 345 h 206847"/>
              <a:gd name="connsiteX0" fmla="*/ 62865 w 230427"/>
              <a:gd name="connsiteY0" fmla="*/ 345 h 206847"/>
              <a:gd name="connsiteX1" fmla="*/ 0 w 230427"/>
              <a:gd name="connsiteY1" fmla="*/ 206847 h 206847"/>
              <a:gd name="connsiteX2" fmla="*/ 229743 w 230427"/>
              <a:gd name="connsiteY2" fmla="*/ 206847 h 206847"/>
              <a:gd name="connsiteX3" fmla="*/ 230399 w 230427"/>
              <a:gd name="connsiteY3" fmla="*/ 0 h 206847"/>
              <a:gd name="connsiteX4" fmla="*/ 62865 w 230427"/>
              <a:gd name="connsiteY4" fmla="*/ 345 h 2068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427" h="206847" extrusionOk="0">
                <a:moveTo>
                  <a:pt x="62865" y="345"/>
                </a:moveTo>
                <a:lnTo>
                  <a:pt x="0" y="206847"/>
                </a:lnTo>
                <a:lnTo>
                  <a:pt x="229743" y="206847"/>
                </a:lnTo>
                <a:cubicBezTo>
                  <a:pt x="229525" y="137898"/>
                  <a:pt x="230617" y="68949"/>
                  <a:pt x="230399" y="0"/>
                </a:cubicBezTo>
                <a:lnTo>
                  <a:pt x="62865" y="345"/>
                </a:lnTo>
                <a:close/>
              </a:path>
            </a:pathLst>
          </a:custGeom>
          <a:gradFill>
            <a:gsLst>
              <a:gs pos="69000">
                <a:schemeClr val="accent1">
                  <a:lumMod val="75000"/>
                </a:schemeClr>
              </a:gs>
              <a:gs pos="0">
                <a:schemeClr val="accent6">
                  <a:lumMod val="50000"/>
                </a:schemeClr>
              </a:gs>
              <a:gs pos="31000">
                <a:schemeClr val="accent5">
                  <a:lumMod val="50000"/>
                </a:schemeClr>
              </a:gs>
            </a:gsLst>
            <a:lin ang="13500000" scaled="1"/>
          </a:gradFill>
          <a:ln>
            <a:noFill/>
          </a:ln>
          <a:effectLst>
            <a:outerShdw blurRad="50800" dist="38100" dir="10800000" algn="r" rotWithShape="0">
              <a:prstClr val="black">
                <a:alpha val="40000"/>
              </a:prstClr>
            </a:outerShdw>
          </a:effectLst>
        </p:spPr>
      </p:sp>
      <p:sp>
        <p:nvSpPr>
          <p:cNvPr id="10" name="Google Shape;10;p2"/>
          <p:cNvSpPr txBox="1">
            <a:spLocks noGrp="1"/>
          </p:cNvSpPr>
          <p:nvPr>
            <p:ph type="ctrTitle"/>
          </p:nvPr>
        </p:nvSpPr>
        <p:spPr>
          <a:xfrm>
            <a:off x="7178701" y="2663955"/>
            <a:ext cx="5499840" cy="2693253"/>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lt1"/>
              </a:buClr>
              <a:buSzPts val="3000"/>
              <a:buFont typeface="Nunito Sans ExtraBold"/>
              <a:buNone/>
              <a:defRPr sz="4533">
                <a:solidFill>
                  <a:schemeClr val="lt1"/>
                </a:solidFill>
                <a:latin typeface="Nunito Sans ExtraBold"/>
                <a:ea typeface="Nunito Sans ExtraBold"/>
                <a:cs typeface="Nunito Sans ExtraBold"/>
                <a:sym typeface="Nunito Sans ExtraBold"/>
              </a:defRPr>
            </a:lvl1pPr>
            <a:lvl2pPr lvl="1" algn="r" rtl="0">
              <a:spcBef>
                <a:spcPts val="0"/>
              </a:spcBef>
              <a:spcAft>
                <a:spcPts val="0"/>
              </a:spcAft>
              <a:buClr>
                <a:schemeClr val="lt1"/>
              </a:buClr>
              <a:buSzPts val="3000"/>
              <a:buNone/>
              <a:defRPr sz="4533">
                <a:solidFill>
                  <a:schemeClr val="lt1"/>
                </a:solidFill>
              </a:defRPr>
            </a:lvl2pPr>
            <a:lvl3pPr lvl="2" algn="r" rtl="0">
              <a:spcBef>
                <a:spcPts val="0"/>
              </a:spcBef>
              <a:spcAft>
                <a:spcPts val="0"/>
              </a:spcAft>
              <a:buClr>
                <a:schemeClr val="lt1"/>
              </a:buClr>
              <a:buSzPts val="3000"/>
              <a:buNone/>
              <a:defRPr sz="4533">
                <a:solidFill>
                  <a:schemeClr val="lt1"/>
                </a:solidFill>
              </a:defRPr>
            </a:lvl3pPr>
            <a:lvl4pPr lvl="3" algn="r" rtl="0">
              <a:spcBef>
                <a:spcPts val="0"/>
              </a:spcBef>
              <a:spcAft>
                <a:spcPts val="0"/>
              </a:spcAft>
              <a:buClr>
                <a:schemeClr val="lt1"/>
              </a:buClr>
              <a:buSzPts val="3000"/>
              <a:buNone/>
              <a:defRPr sz="4533">
                <a:solidFill>
                  <a:schemeClr val="lt1"/>
                </a:solidFill>
              </a:defRPr>
            </a:lvl4pPr>
            <a:lvl5pPr lvl="4" algn="r" rtl="0">
              <a:spcBef>
                <a:spcPts val="0"/>
              </a:spcBef>
              <a:spcAft>
                <a:spcPts val="0"/>
              </a:spcAft>
              <a:buClr>
                <a:schemeClr val="lt1"/>
              </a:buClr>
              <a:buSzPts val="3000"/>
              <a:buNone/>
              <a:defRPr sz="4533">
                <a:solidFill>
                  <a:schemeClr val="lt1"/>
                </a:solidFill>
              </a:defRPr>
            </a:lvl5pPr>
            <a:lvl6pPr lvl="5" algn="r" rtl="0">
              <a:spcBef>
                <a:spcPts val="0"/>
              </a:spcBef>
              <a:spcAft>
                <a:spcPts val="0"/>
              </a:spcAft>
              <a:buClr>
                <a:schemeClr val="lt1"/>
              </a:buClr>
              <a:buSzPts val="3000"/>
              <a:buNone/>
              <a:defRPr sz="4533">
                <a:solidFill>
                  <a:schemeClr val="lt1"/>
                </a:solidFill>
              </a:defRPr>
            </a:lvl6pPr>
            <a:lvl7pPr lvl="6" algn="r" rtl="0">
              <a:spcBef>
                <a:spcPts val="0"/>
              </a:spcBef>
              <a:spcAft>
                <a:spcPts val="0"/>
              </a:spcAft>
              <a:buClr>
                <a:schemeClr val="lt1"/>
              </a:buClr>
              <a:buSzPts val="3000"/>
              <a:buNone/>
              <a:defRPr sz="4533">
                <a:solidFill>
                  <a:schemeClr val="lt1"/>
                </a:solidFill>
              </a:defRPr>
            </a:lvl7pPr>
            <a:lvl8pPr lvl="7" algn="r" rtl="0">
              <a:spcBef>
                <a:spcPts val="0"/>
              </a:spcBef>
              <a:spcAft>
                <a:spcPts val="0"/>
              </a:spcAft>
              <a:buClr>
                <a:schemeClr val="lt1"/>
              </a:buClr>
              <a:buSzPts val="3000"/>
              <a:buNone/>
              <a:defRPr sz="4533">
                <a:solidFill>
                  <a:schemeClr val="lt1"/>
                </a:solidFill>
              </a:defRPr>
            </a:lvl8pPr>
            <a:lvl9pPr lvl="8" algn="r" rtl="0">
              <a:spcBef>
                <a:spcPts val="0"/>
              </a:spcBef>
              <a:spcAft>
                <a:spcPts val="0"/>
              </a:spcAft>
              <a:buClr>
                <a:schemeClr val="lt1"/>
              </a:buClr>
              <a:buSzPts val="3000"/>
              <a:buNone/>
              <a:defRPr sz="4533">
                <a:solidFill>
                  <a:schemeClr val="lt1"/>
                </a:solidFill>
              </a:defRPr>
            </a:lvl9pPr>
          </a:lstStyle>
          <a:p>
            <a:endParaRPr dirty="0"/>
          </a:p>
        </p:txBody>
      </p:sp>
      <p:pic>
        <p:nvPicPr>
          <p:cNvPr id="3" name="Picture 2">
            <a:extLst>
              <a:ext uri="{FF2B5EF4-FFF2-40B4-BE49-F238E27FC236}">
                <a16:creationId xmlns:a16="http://schemas.microsoft.com/office/drawing/2014/main" id="{E7EA68A1-9857-2454-59EB-CF12FD4F9B01}"/>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6" name="Slide Number Placeholder 5">
            <a:extLst>
              <a:ext uri="{FF2B5EF4-FFF2-40B4-BE49-F238E27FC236}">
                <a16:creationId xmlns:a16="http://schemas.microsoft.com/office/drawing/2014/main" id="{DA06ABBA-C993-68B6-941A-6F1B3341FE47}"/>
              </a:ext>
            </a:extLst>
          </p:cNvPr>
          <p:cNvSpPr txBox="1">
            <a:spLocks/>
          </p:cNvSpPr>
          <p:nvPr/>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7" name="TextBox 6">
            <a:extLst>
              <a:ext uri="{FF2B5EF4-FFF2-40B4-BE49-F238E27FC236}">
                <a16:creationId xmlns:a16="http://schemas.microsoft.com/office/drawing/2014/main" id="{2265C636-23DC-DA22-DFE3-7CA07451FDD9}"/>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rgbClr val="191919"/>
                </a:solidFill>
                <a:effectLst/>
                <a:uLnTx/>
                <a:uFillTx/>
                <a:latin typeface="Avenir Next LT Pro"/>
                <a:ea typeface="+mn-ea"/>
                <a:cs typeface="+mn-cs"/>
              </a:rPr>
              <a:t>Hands On</a:t>
            </a:r>
          </a:p>
        </p:txBody>
      </p:sp>
      <p:sp>
        <p:nvSpPr>
          <p:cNvPr id="8" name="Teardrop 7">
            <a:extLst>
              <a:ext uri="{FF2B5EF4-FFF2-40B4-BE49-F238E27FC236}">
                <a16:creationId xmlns:a16="http://schemas.microsoft.com/office/drawing/2014/main" id="{7280BECC-272E-9948-435B-D8A831EF0658}"/>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9" name="Slide Number Placeholder 5">
            <a:extLst>
              <a:ext uri="{FF2B5EF4-FFF2-40B4-BE49-F238E27FC236}">
                <a16:creationId xmlns:a16="http://schemas.microsoft.com/office/drawing/2014/main" id="{63123CA1-35F5-0D5F-52A3-AD42960EC757}"/>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2966925145"/>
      </p:ext>
    </p:extLst>
  </p:cSld>
  <p:clrMapOvr>
    <a:masterClrMapping/>
  </p:clrMapOvr>
  <p:extLst>
    <p:ext uri="{DCECCB84-F9BA-43D5-87BE-67443E8EF086}">
      <p15:sldGuideLst xmlns:p15="http://schemas.microsoft.com/office/powerpoint/2012/main">
        <p15:guide id="1" pos="2551">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userDrawn="1">
  <p:cSld name="Table of contents">
    <p:spTree>
      <p:nvGrpSpPr>
        <p:cNvPr id="1" name="Shape 12"/>
        <p:cNvGrpSpPr/>
        <p:nvPr/>
      </p:nvGrpSpPr>
      <p:grpSpPr>
        <a:xfrm>
          <a:off x="0" y="0"/>
          <a:ext cx="0" cy="0"/>
          <a:chOff x="0" y="0"/>
          <a:chExt cx="0" cy="0"/>
        </a:xfrm>
      </p:grpSpPr>
      <p:grpSp>
        <p:nvGrpSpPr>
          <p:cNvPr id="18" name="Google Shape;18;p3"/>
          <p:cNvGrpSpPr/>
          <p:nvPr/>
        </p:nvGrpSpPr>
        <p:grpSpPr>
          <a:xfrm>
            <a:off x="-9952" y="-61163"/>
            <a:ext cx="13872870" cy="2091789"/>
            <a:chOff x="0" y="-40481"/>
            <a:chExt cx="9144000" cy="1384272"/>
          </a:xfrm>
          <a:gradFill>
            <a:gsLst>
              <a:gs pos="0">
                <a:schemeClr val="bg2"/>
              </a:gs>
              <a:gs pos="100000">
                <a:srgbClr val="3C747D"/>
              </a:gs>
            </a:gsLst>
            <a:lin ang="13500000" scaled="1"/>
          </a:gradFill>
        </p:grpSpPr>
        <p:sp>
          <p:nvSpPr>
            <p:cNvPr id="19" name="Google Shape;19;p3"/>
            <p:cNvSpPr/>
            <p:nvPr/>
          </p:nvSpPr>
          <p:spPr>
            <a:xfrm rot="10800000">
              <a:off x="1200" y="799890"/>
              <a:ext cx="9142800" cy="543900"/>
            </a:xfrm>
            <a:prstGeom prst="triangle">
              <a:avLst>
                <a:gd name="adj" fmla="val 50000"/>
              </a:avLst>
            </a:pr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720" dirty="0"/>
            </a:p>
          </p:txBody>
        </p:sp>
        <p:sp>
          <p:nvSpPr>
            <p:cNvPr id="20" name="Google Shape;20;p3"/>
            <p:cNvSpPr/>
            <p:nvPr/>
          </p:nvSpPr>
          <p:spPr>
            <a:xfrm>
              <a:off x="0" y="-40481"/>
              <a:ext cx="9144000" cy="8562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720" dirty="0"/>
            </a:p>
          </p:txBody>
        </p:sp>
      </p:grpSp>
      <p:sp>
        <p:nvSpPr>
          <p:cNvPr id="31" name="Google Shape;31;p3"/>
          <p:cNvSpPr txBox="1">
            <a:spLocks noGrp="1"/>
          </p:cNvSpPr>
          <p:nvPr>
            <p:ph type="ctrTitle" idx="13"/>
          </p:nvPr>
        </p:nvSpPr>
        <p:spPr>
          <a:xfrm>
            <a:off x="4655696" y="602556"/>
            <a:ext cx="4506133" cy="1041307"/>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1pPr>
            <a:lvl2pPr lvl="1"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2pPr>
            <a:lvl3pPr lvl="2"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3pPr>
            <a:lvl4pPr lvl="3"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4pPr>
            <a:lvl5pPr lvl="4"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5pPr>
            <a:lvl6pPr lvl="5"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6pPr>
            <a:lvl7pPr lvl="6"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7pPr>
            <a:lvl8pPr lvl="7"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8pPr>
            <a:lvl9pPr lvl="8"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9pPr>
          </a:lstStyle>
          <a:p>
            <a:endParaRPr/>
          </a:p>
        </p:txBody>
      </p:sp>
      <p:pic>
        <p:nvPicPr>
          <p:cNvPr id="2" name="Picture 1" descr="Icon&#10;&#10;Description automatically generated">
            <a:extLst>
              <a:ext uri="{FF2B5EF4-FFF2-40B4-BE49-F238E27FC236}">
                <a16:creationId xmlns:a16="http://schemas.microsoft.com/office/drawing/2014/main" id="{8477044E-6CED-28AB-57CB-67F6A85AAA73}"/>
              </a:ext>
            </a:extLst>
          </p:cNvPr>
          <p:cNvPicPr>
            <a:picLocks noChangeAspect="1"/>
          </p:cNvPicPr>
          <p:nvPr userDrawn="1"/>
        </p:nvPicPr>
        <p:blipFill>
          <a:blip r:embed="rId2" cstate="print">
            <a:duotone>
              <a:schemeClr val="accent4">
                <a:shade val="45000"/>
                <a:satMod val="135000"/>
              </a:schemeClr>
              <a:prstClr val="white"/>
            </a:duotone>
            <a:alphaModFix amt="20000"/>
            <a:extLst>
              <a:ext uri="{28A0092B-C50C-407E-A947-70E740481C1C}">
                <a14:useLocalDpi xmlns:a14="http://schemas.microsoft.com/office/drawing/2010/main"/>
              </a:ext>
            </a:extLst>
          </a:blip>
          <a:srcRect/>
          <a:stretch/>
        </p:blipFill>
        <p:spPr>
          <a:xfrm flipH="1">
            <a:off x="-45394" y="-307"/>
            <a:ext cx="3490791" cy="4706927"/>
          </a:xfrm>
          <a:prstGeom prst="rect">
            <a:avLst/>
          </a:prstGeom>
          <a:ln>
            <a:noFill/>
          </a:ln>
        </p:spPr>
      </p:pic>
      <p:pic>
        <p:nvPicPr>
          <p:cNvPr id="4" name="Picture 3">
            <a:extLst>
              <a:ext uri="{FF2B5EF4-FFF2-40B4-BE49-F238E27FC236}">
                <a16:creationId xmlns:a16="http://schemas.microsoft.com/office/drawing/2014/main" id="{CFA59096-15A2-BEF7-CD0A-1A66112770AA}"/>
              </a:ext>
            </a:extLst>
          </p:cNvPr>
          <p:cNvPicPr>
            <a:picLocks noChangeAspect="1"/>
          </p:cNvPicPr>
          <p:nvPr/>
        </p:nvPicPr>
        <p:blipFill>
          <a:blip r:embed="rId3"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7" name="TextBox 6">
            <a:extLst>
              <a:ext uri="{FF2B5EF4-FFF2-40B4-BE49-F238E27FC236}">
                <a16:creationId xmlns:a16="http://schemas.microsoft.com/office/drawing/2014/main" id="{B65A9A26-5613-C058-9474-360B49B642BA}"/>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rgbClr val="191919"/>
                </a:solidFill>
                <a:effectLst/>
                <a:uLnTx/>
                <a:uFillTx/>
                <a:latin typeface="Avenir Next LT Pro"/>
                <a:ea typeface="+mn-ea"/>
                <a:cs typeface="+mn-cs"/>
              </a:rPr>
              <a:t>Hands On</a:t>
            </a:r>
          </a:p>
        </p:txBody>
      </p:sp>
      <p:sp>
        <p:nvSpPr>
          <p:cNvPr id="3" name="Slide Number Placeholder 5">
            <a:extLst>
              <a:ext uri="{FF2B5EF4-FFF2-40B4-BE49-F238E27FC236}">
                <a16:creationId xmlns:a16="http://schemas.microsoft.com/office/drawing/2014/main" id="{06D0551B-D921-6EB6-4A9F-5699E3DF6259}"/>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8" name="Teardrop 7">
            <a:extLst>
              <a:ext uri="{FF2B5EF4-FFF2-40B4-BE49-F238E27FC236}">
                <a16:creationId xmlns:a16="http://schemas.microsoft.com/office/drawing/2014/main" id="{DF3C3C5D-064A-A076-3EE3-A96BEDD6A6B2}"/>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9" name="Slide Number Placeholder 5">
            <a:extLst>
              <a:ext uri="{FF2B5EF4-FFF2-40B4-BE49-F238E27FC236}">
                <a16:creationId xmlns:a16="http://schemas.microsoft.com/office/drawing/2014/main" id="{F80E6258-FF16-D4CD-CAEF-FFA7CD1E6B7C}"/>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1502440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1" userDrawn="1">
  <p:cSld name="Section 1">
    <p:bg>
      <p:bgPr>
        <a:solidFill>
          <a:srgbClr val="FFFFFF"/>
        </a:solidFill>
        <a:effectLst/>
      </p:bgPr>
    </p:bg>
    <p:spTree>
      <p:nvGrpSpPr>
        <p:cNvPr id="1" name="Shape 37"/>
        <p:cNvGrpSpPr/>
        <p:nvPr/>
      </p:nvGrpSpPr>
      <p:grpSpPr>
        <a:xfrm>
          <a:off x="0" y="0"/>
          <a:ext cx="0" cy="0"/>
          <a:chOff x="0" y="0"/>
          <a:chExt cx="0" cy="0"/>
        </a:xfrm>
      </p:grpSpPr>
      <p:sp>
        <p:nvSpPr>
          <p:cNvPr id="11" name="Google Shape;39;p4">
            <a:extLst>
              <a:ext uri="{FF2B5EF4-FFF2-40B4-BE49-F238E27FC236}">
                <a16:creationId xmlns:a16="http://schemas.microsoft.com/office/drawing/2014/main" id="{255C77E8-6113-D6CB-6090-9FBB7BA855B3}"/>
              </a:ext>
            </a:extLst>
          </p:cNvPr>
          <p:cNvSpPr/>
          <p:nvPr userDrawn="1"/>
        </p:nvSpPr>
        <p:spPr>
          <a:xfrm>
            <a:off x="-339" y="-2646"/>
            <a:ext cx="4356439" cy="7789440"/>
          </a:xfrm>
          <a:custGeom>
            <a:avLst/>
            <a:gdLst>
              <a:gd name="connsiteX0" fmla="*/ 0 w 8001200"/>
              <a:gd name="connsiteY0" fmla="*/ 3809800 h 7619600"/>
              <a:gd name="connsiteX1" fmla="*/ 1904900 w 8001200"/>
              <a:gd name="connsiteY1" fmla="*/ 2 h 7619600"/>
              <a:gd name="connsiteX2" fmla="*/ 6096300 w 8001200"/>
              <a:gd name="connsiteY2" fmla="*/ 2 h 7619600"/>
              <a:gd name="connsiteX3" fmla="*/ 8001200 w 8001200"/>
              <a:gd name="connsiteY3" fmla="*/ 3809800 h 7619600"/>
              <a:gd name="connsiteX4" fmla="*/ 6096300 w 8001200"/>
              <a:gd name="connsiteY4" fmla="*/ 7619598 h 7619600"/>
              <a:gd name="connsiteX5" fmla="*/ 1904900 w 8001200"/>
              <a:gd name="connsiteY5" fmla="*/ 7619598 h 7619600"/>
              <a:gd name="connsiteX6" fmla="*/ 0 w 8001200"/>
              <a:gd name="connsiteY6" fmla="*/ 3809800 h 7619600"/>
              <a:gd name="connsiteX0" fmla="*/ 0 w 8001200"/>
              <a:gd name="connsiteY0" fmla="*/ 3809798 h 7619596"/>
              <a:gd name="connsiteX1" fmla="*/ 1904900 w 8001200"/>
              <a:gd name="connsiteY1" fmla="*/ 0 h 7619596"/>
              <a:gd name="connsiteX2" fmla="*/ 6401100 w 8001200"/>
              <a:gd name="connsiteY2" fmla="*/ 666750 h 7619596"/>
              <a:gd name="connsiteX3" fmla="*/ 8001200 w 8001200"/>
              <a:gd name="connsiteY3" fmla="*/ 3809798 h 7619596"/>
              <a:gd name="connsiteX4" fmla="*/ 6096300 w 8001200"/>
              <a:gd name="connsiteY4" fmla="*/ 7619596 h 7619596"/>
              <a:gd name="connsiteX5" fmla="*/ 1904900 w 8001200"/>
              <a:gd name="connsiteY5" fmla="*/ 7619596 h 7619596"/>
              <a:gd name="connsiteX6" fmla="*/ 0 w 8001200"/>
              <a:gd name="connsiteY6" fmla="*/ 3809798 h 7619596"/>
              <a:gd name="connsiteX0" fmla="*/ 0 w 8001200"/>
              <a:gd name="connsiteY0" fmla="*/ 3238298 h 7048096"/>
              <a:gd name="connsiteX1" fmla="*/ 2095400 w 8001200"/>
              <a:gd name="connsiteY1" fmla="*/ 0 h 7048096"/>
              <a:gd name="connsiteX2" fmla="*/ 6401100 w 8001200"/>
              <a:gd name="connsiteY2" fmla="*/ 95250 h 7048096"/>
              <a:gd name="connsiteX3" fmla="*/ 8001200 w 8001200"/>
              <a:gd name="connsiteY3" fmla="*/ 3238298 h 7048096"/>
              <a:gd name="connsiteX4" fmla="*/ 6096300 w 8001200"/>
              <a:gd name="connsiteY4" fmla="*/ 7048096 h 7048096"/>
              <a:gd name="connsiteX5" fmla="*/ 1904900 w 8001200"/>
              <a:gd name="connsiteY5" fmla="*/ 7048096 h 7048096"/>
              <a:gd name="connsiteX6" fmla="*/ 0 w 8001200"/>
              <a:gd name="connsiteY6" fmla="*/ 3238298 h 7048096"/>
              <a:gd name="connsiteX0" fmla="*/ 0 w 8001200"/>
              <a:gd name="connsiteY0" fmla="*/ 3143048 h 6952846"/>
              <a:gd name="connsiteX1" fmla="*/ 1904900 w 8001200"/>
              <a:gd name="connsiteY1" fmla="*/ 0 h 6952846"/>
              <a:gd name="connsiteX2" fmla="*/ 6401100 w 8001200"/>
              <a:gd name="connsiteY2" fmla="*/ 0 h 6952846"/>
              <a:gd name="connsiteX3" fmla="*/ 8001200 w 8001200"/>
              <a:gd name="connsiteY3" fmla="*/ 3143048 h 6952846"/>
              <a:gd name="connsiteX4" fmla="*/ 6096300 w 8001200"/>
              <a:gd name="connsiteY4" fmla="*/ 6952846 h 6952846"/>
              <a:gd name="connsiteX5" fmla="*/ 1904900 w 8001200"/>
              <a:gd name="connsiteY5" fmla="*/ 6952846 h 6952846"/>
              <a:gd name="connsiteX6" fmla="*/ 0 w 8001200"/>
              <a:gd name="connsiteY6" fmla="*/ 3143048 h 6952846"/>
              <a:gd name="connsiteX0" fmla="*/ 0 w 6096300"/>
              <a:gd name="connsiteY0" fmla="*/ 6952846 h 6952846"/>
              <a:gd name="connsiteX1" fmla="*/ 0 w 6096300"/>
              <a:gd name="connsiteY1" fmla="*/ 0 h 6952846"/>
              <a:gd name="connsiteX2" fmla="*/ 4496200 w 6096300"/>
              <a:gd name="connsiteY2" fmla="*/ 0 h 6952846"/>
              <a:gd name="connsiteX3" fmla="*/ 6096300 w 6096300"/>
              <a:gd name="connsiteY3" fmla="*/ 3143048 h 6952846"/>
              <a:gd name="connsiteX4" fmla="*/ 4191400 w 6096300"/>
              <a:gd name="connsiteY4" fmla="*/ 6952846 h 6952846"/>
              <a:gd name="connsiteX5" fmla="*/ 0 w 6096300"/>
              <a:gd name="connsiteY5" fmla="*/ 6952846 h 6952846"/>
              <a:gd name="connsiteX0" fmla="*/ 0 w 5029500"/>
              <a:gd name="connsiteY0" fmla="*/ 6952846 h 6952846"/>
              <a:gd name="connsiteX1" fmla="*/ 0 w 5029500"/>
              <a:gd name="connsiteY1" fmla="*/ 0 h 6952846"/>
              <a:gd name="connsiteX2" fmla="*/ 4496200 w 5029500"/>
              <a:gd name="connsiteY2" fmla="*/ 0 h 6952846"/>
              <a:gd name="connsiteX3" fmla="*/ 5029500 w 5029500"/>
              <a:gd name="connsiteY3" fmla="*/ 3695498 h 6952846"/>
              <a:gd name="connsiteX4" fmla="*/ 4191400 w 5029500"/>
              <a:gd name="connsiteY4" fmla="*/ 6952846 h 6952846"/>
              <a:gd name="connsiteX5" fmla="*/ 0 w 5029500"/>
              <a:gd name="connsiteY5" fmla="*/ 6952846 h 6952846"/>
              <a:gd name="connsiteX0" fmla="*/ 0 w 5029500"/>
              <a:gd name="connsiteY0" fmla="*/ 6952846 h 6952846"/>
              <a:gd name="connsiteX1" fmla="*/ 0 w 5029500"/>
              <a:gd name="connsiteY1" fmla="*/ 0 h 6952846"/>
              <a:gd name="connsiteX2" fmla="*/ 3467500 w 5029500"/>
              <a:gd name="connsiteY2" fmla="*/ 0 h 6952846"/>
              <a:gd name="connsiteX3" fmla="*/ 5029500 w 5029500"/>
              <a:gd name="connsiteY3" fmla="*/ 3695498 h 6952846"/>
              <a:gd name="connsiteX4" fmla="*/ 4191400 w 5029500"/>
              <a:gd name="connsiteY4" fmla="*/ 6952846 h 6952846"/>
              <a:gd name="connsiteX5" fmla="*/ 0 w 5029500"/>
              <a:gd name="connsiteY5" fmla="*/ 6952846 h 6952846"/>
              <a:gd name="connsiteX0" fmla="*/ 0 w 5029500"/>
              <a:gd name="connsiteY0" fmla="*/ 6952846 h 6952846"/>
              <a:gd name="connsiteX1" fmla="*/ 0 w 5029500"/>
              <a:gd name="connsiteY1" fmla="*/ 0 h 6952846"/>
              <a:gd name="connsiteX2" fmla="*/ 3467500 w 5029500"/>
              <a:gd name="connsiteY2" fmla="*/ 0 h 6952846"/>
              <a:gd name="connsiteX3" fmla="*/ 5029500 w 5029500"/>
              <a:gd name="connsiteY3" fmla="*/ 3695498 h 6952846"/>
              <a:gd name="connsiteX4" fmla="*/ 4077100 w 5029500"/>
              <a:gd name="connsiteY4" fmla="*/ 6933796 h 6952846"/>
              <a:gd name="connsiteX5" fmla="*/ 0 w 50295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4077100 w 4572300"/>
              <a:gd name="connsiteY4" fmla="*/ 6933796 h 6952846"/>
              <a:gd name="connsiteX5" fmla="*/ 0 w 45723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3555990 w 4572300"/>
              <a:gd name="connsiteY4" fmla="*/ 6943743 h 6952846"/>
              <a:gd name="connsiteX5" fmla="*/ 0 w 45723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388842 w 4572300"/>
              <a:gd name="connsiteY2" fmla="*/ 0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463974 w 4572300"/>
              <a:gd name="connsiteY2" fmla="*/ 12847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463974 w 4572300"/>
              <a:gd name="connsiteY2" fmla="*/ 12847 h 6952846"/>
              <a:gd name="connsiteX3" fmla="*/ 4572300 w 4572300"/>
              <a:gd name="connsiteY3" fmla="*/ 333354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569160 w 4572300"/>
              <a:gd name="connsiteY2" fmla="*/ 0 h 6952846"/>
              <a:gd name="connsiteX3" fmla="*/ 4572300 w 4572300"/>
              <a:gd name="connsiteY3" fmla="*/ 333354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569160 w 4572300"/>
              <a:gd name="connsiteY2" fmla="*/ 0 h 6952846"/>
              <a:gd name="connsiteX3" fmla="*/ 4572300 w 4572300"/>
              <a:gd name="connsiteY3" fmla="*/ 353910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53910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539108 h 6952846"/>
              <a:gd name="connsiteX4" fmla="*/ 3381422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462023 h 6952846"/>
              <a:gd name="connsiteX4" fmla="*/ 3381422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462023 h 6952846"/>
              <a:gd name="connsiteX4" fmla="*/ 3456555 w 4572300"/>
              <a:gd name="connsiteY4" fmla="*/ 6943745 h 6952846"/>
              <a:gd name="connsiteX5" fmla="*/ 0 w 4572300"/>
              <a:gd name="connsiteY5" fmla="*/ 6952846 h 6952846"/>
              <a:gd name="connsiteX0" fmla="*/ 0 w 4280608"/>
              <a:gd name="connsiteY0" fmla="*/ 6952846 h 6952846"/>
              <a:gd name="connsiteX1" fmla="*/ 0 w 4280608"/>
              <a:gd name="connsiteY1" fmla="*/ 0 h 6952846"/>
              <a:gd name="connsiteX2" fmla="*/ 3479001 w 4280608"/>
              <a:gd name="connsiteY2" fmla="*/ 0 h 6952846"/>
              <a:gd name="connsiteX3" fmla="*/ 4280608 w 4280608"/>
              <a:gd name="connsiteY3" fmla="*/ 3450687 h 6952846"/>
              <a:gd name="connsiteX4" fmla="*/ 3456555 w 4280608"/>
              <a:gd name="connsiteY4" fmla="*/ 6943745 h 6952846"/>
              <a:gd name="connsiteX5" fmla="*/ 0 w 4280608"/>
              <a:gd name="connsiteY5" fmla="*/ 6952846 h 695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0608" h="6952846">
                <a:moveTo>
                  <a:pt x="0" y="6952846"/>
                </a:moveTo>
                <a:lnTo>
                  <a:pt x="0" y="0"/>
                </a:lnTo>
                <a:lnTo>
                  <a:pt x="3479001" y="0"/>
                </a:lnTo>
                <a:lnTo>
                  <a:pt x="4280608" y="3450687"/>
                </a:lnTo>
                <a:lnTo>
                  <a:pt x="3456555" y="6943745"/>
                </a:lnTo>
                <a:lnTo>
                  <a:pt x="0" y="6952846"/>
                </a:lnTo>
                <a:close/>
              </a:path>
            </a:pathLst>
          </a:custGeom>
          <a:gradFill flip="none" rotWithShape="1">
            <a:gsLst>
              <a:gs pos="31760">
                <a:schemeClr val="accent1"/>
              </a:gs>
              <a:gs pos="0">
                <a:schemeClr val="accent1">
                  <a:lumMod val="50000"/>
                </a:schemeClr>
              </a:gs>
              <a:gs pos="100000">
                <a:schemeClr val="accent2"/>
              </a:gs>
            </a:gsLst>
            <a:lin ang="2700000" scaled="1"/>
            <a:tileRect/>
          </a:gradFill>
          <a:ln>
            <a:noFill/>
          </a:ln>
          <a:effectLst>
            <a:outerShdw blurRad="50800" dist="38100" dir="2700000" algn="tl" rotWithShape="0">
              <a:prstClr val="black">
                <a:alpha val="40000"/>
              </a:prstClr>
            </a:outerShdw>
          </a:effectLst>
        </p:spPr>
        <p:txBody>
          <a:bodyPr spcFirstLastPara="1" wrap="square" lIns="138153" tIns="138153" rIns="138153" bIns="138153" anchor="ctr" anchorCtr="0">
            <a:noAutofit/>
          </a:bodyPr>
          <a:lstStyle/>
          <a:p>
            <a:pPr marL="0" lvl="0" indent="0" algn="l" rtl="0">
              <a:spcBef>
                <a:spcPts val="0"/>
              </a:spcBef>
              <a:spcAft>
                <a:spcPts val="0"/>
              </a:spcAft>
              <a:buNone/>
            </a:pPr>
            <a:endParaRPr sz="2720" dirty="0">
              <a:latin typeface="+mj-lt"/>
            </a:endParaRPr>
          </a:p>
        </p:txBody>
      </p:sp>
      <p:pic>
        <p:nvPicPr>
          <p:cNvPr id="4" name="Picture 3">
            <a:extLst>
              <a:ext uri="{FF2B5EF4-FFF2-40B4-BE49-F238E27FC236}">
                <a16:creationId xmlns:a16="http://schemas.microsoft.com/office/drawing/2014/main" id="{8A4AE151-A890-F312-5DED-DE1305A5B669}"/>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7" name="TextBox 6">
            <a:extLst>
              <a:ext uri="{FF2B5EF4-FFF2-40B4-BE49-F238E27FC236}">
                <a16:creationId xmlns:a16="http://schemas.microsoft.com/office/drawing/2014/main" id="{8CB157A4-7C14-9602-6F65-2118AA5982AF}"/>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pic>
        <p:nvPicPr>
          <p:cNvPr id="8" name="Picture 7" descr="Icon&#10;&#10;Description automatically generated">
            <a:extLst>
              <a:ext uri="{FF2B5EF4-FFF2-40B4-BE49-F238E27FC236}">
                <a16:creationId xmlns:a16="http://schemas.microsoft.com/office/drawing/2014/main" id="{E9CF12AF-9605-7A0C-02AC-BAC8EE4A4548}"/>
              </a:ext>
            </a:extLst>
          </p:cNvPr>
          <p:cNvPicPr>
            <a:picLocks noChangeAspect="1"/>
          </p:cNvPicPr>
          <p:nvPr userDrawn="1"/>
        </p:nvPicPr>
        <p:blipFill>
          <a:blip r:embed="rId3" cstate="print">
            <a:duotone>
              <a:schemeClr val="accent4">
                <a:shade val="45000"/>
                <a:satMod val="135000"/>
              </a:schemeClr>
              <a:prstClr val="white"/>
            </a:duotone>
            <a:alphaModFix amt="5000"/>
            <a:extLst>
              <a:ext uri="{28A0092B-C50C-407E-A947-70E740481C1C}">
                <a14:useLocalDpi xmlns:a14="http://schemas.microsoft.com/office/drawing/2010/main"/>
              </a:ext>
            </a:extLst>
          </a:blip>
          <a:srcRect/>
          <a:stretch/>
        </p:blipFill>
        <p:spPr>
          <a:xfrm flipH="1">
            <a:off x="-9954" y="849208"/>
            <a:ext cx="3821472" cy="5152812"/>
          </a:xfrm>
          <a:prstGeom prst="rect">
            <a:avLst/>
          </a:prstGeom>
          <a:ln>
            <a:noFill/>
          </a:ln>
        </p:spPr>
      </p:pic>
      <p:sp>
        <p:nvSpPr>
          <p:cNvPr id="2" name="Slide Number Placeholder 5">
            <a:extLst>
              <a:ext uri="{FF2B5EF4-FFF2-40B4-BE49-F238E27FC236}">
                <a16:creationId xmlns:a16="http://schemas.microsoft.com/office/drawing/2014/main" id="{339146EB-ACC6-717C-A753-41715C288BBF}"/>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3" name="Teardrop 2">
            <a:extLst>
              <a:ext uri="{FF2B5EF4-FFF2-40B4-BE49-F238E27FC236}">
                <a16:creationId xmlns:a16="http://schemas.microsoft.com/office/drawing/2014/main" id="{5679CD6B-B96F-78B9-E7BA-EC1E82950B9B}"/>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10" name="Slide Number Placeholder 5">
            <a:extLst>
              <a:ext uri="{FF2B5EF4-FFF2-40B4-BE49-F238E27FC236}">
                <a16:creationId xmlns:a16="http://schemas.microsoft.com/office/drawing/2014/main" id="{63663ED5-F8D5-1BF0-A3D2-D90DBDA66427}"/>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3380777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1" preserve="1" userDrawn="1">
  <p:cSld name="1_Section 1">
    <p:bg>
      <p:bgPr>
        <a:solidFill>
          <a:srgbClr val="FFFFFF"/>
        </a:solidFill>
        <a:effectLst/>
      </p:bgPr>
    </p:bg>
    <p:spTree>
      <p:nvGrpSpPr>
        <p:cNvPr id="1" name="Shape 37"/>
        <p:cNvGrpSpPr/>
        <p:nvPr/>
      </p:nvGrpSpPr>
      <p:grpSpPr>
        <a:xfrm>
          <a:off x="0" y="0"/>
          <a:ext cx="0" cy="0"/>
          <a:chOff x="0" y="0"/>
          <a:chExt cx="0" cy="0"/>
        </a:xfrm>
      </p:grpSpPr>
      <p:sp>
        <p:nvSpPr>
          <p:cNvPr id="9" name="Google Shape;39;p4">
            <a:extLst>
              <a:ext uri="{FF2B5EF4-FFF2-40B4-BE49-F238E27FC236}">
                <a16:creationId xmlns:a16="http://schemas.microsoft.com/office/drawing/2014/main" id="{17BAD5E4-04B1-D5EC-378E-D478647BCEFC}"/>
              </a:ext>
            </a:extLst>
          </p:cNvPr>
          <p:cNvSpPr/>
          <p:nvPr userDrawn="1"/>
        </p:nvSpPr>
        <p:spPr>
          <a:xfrm>
            <a:off x="-340" y="-2646"/>
            <a:ext cx="5023613" cy="7789440"/>
          </a:xfrm>
          <a:custGeom>
            <a:avLst/>
            <a:gdLst>
              <a:gd name="connsiteX0" fmla="*/ 0 w 8001200"/>
              <a:gd name="connsiteY0" fmla="*/ 3809800 h 7619600"/>
              <a:gd name="connsiteX1" fmla="*/ 1904900 w 8001200"/>
              <a:gd name="connsiteY1" fmla="*/ 2 h 7619600"/>
              <a:gd name="connsiteX2" fmla="*/ 6096300 w 8001200"/>
              <a:gd name="connsiteY2" fmla="*/ 2 h 7619600"/>
              <a:gd name="connsiteX3" fmla="*/ 8001200 w 8001200"/>
              <a:gd name="connsiteY3" fmla="*/ 3809800 h 7619600"/>
              <a:gd name="connsiteX4" fmla="*/ 6096300 w 8001200"/>
              <a:gd name="connsiteY4" fmla="*/ 7619598 h 7619600"/>
              <a:gd name="connsiteX5" fmla="*/ 1904900 w 8001200"/>
              <a:gd name="connsiteY5" fmla="*/ 7619598 h 7619600"/>
              <a:gd name="connsiteX6" fmla="*/ 0 w 8001200"/>
              <a:gd name="connsiteY6" fmla="*/ 3809800 h 7619600"/>
              <a:gd name="connsiteX0" fmla="*/ 0 w 8001200"/>
              <a:gd name="connsiteY0" fmla="*/ 3809798 h 7619596"/>
              <a:gd name="connsiteX1" fmla="*/ 1904900 w 8001200"/>
              <a:gd name="connsiteY1" fmla="*/ 0 h 7619596"/>
              <a:gd name="connsiteX2" fmla="*/ 6401100 w 8001200"/>
              <a:gd name="connsiteY2" fmla="*/ 666750 h 7619596"/>
              <a:gd name="connsiteX3" fmla="*/ 8001200 w 8001200"/>
              <a:gd name="connsiteY3" fmla="*/ 3809798 h 7619596"/>
              <a:gd name="connsiteX4" fmla="*/ 6096300 w 8001200"/>
              <a:gd name="connsiteY4" fmla="*/ 7619596 h 7619596"/>
              <a:gd name="connsiteX5" fmla="*/ 1904900 w 8001200"/>
              <a:gd name="connsiteY5" fmla="*/ 7619596 h 7619596"/>
              <a:gd name="connsiteX6" fmla="*/ 0 w 8001200"/>
              <a:gd name="connsiteY6" fmla="*/ 3809798 h 7619596"/>
              <a:gd name="connsiteX0" fmla="*/ 0 w 8001200"/>
              <a:gd name="connsiteY0" fmla="*/ 3238298 h 7048096"/>
              <a:gd name="connsiteX1" fmla="*/ 2095400 w 8001200"/>
              <a:gd name="connsiteY1" fmla="*/ 0 h 7048096"/>
              <a:gd name="connsiteX2" fmla="*/ 6401100 w 8001200"/>
              <a:gd name="connsiteY2" fmla="*/ 95250 h 7048096"/>
              <a:gd name="connsiteX3" fmla="*/ 8001200 w 8001200"/>
              <a:gd name="connsiteY3" fmla="*/ 3238298 h 7048096"/>
              <a:gd name="connsiteX4" fmla="*/ 6096300 w 8001200"/>
              <a:gd name="connsiteY4" fmla="*/ 7048096 h 7048096"/>
              <a:gd name="connsiteX5" fmla="*/ 1904900 w 8001200"/>
              <a:gd name="connsiteY5" fmla="*/ 7048096 h 7048096"/>
              <a:gd name="connsiteX6" fmla="*/ 0 w 8001200"/>
              <a:gd name="connsiteY6" fmla="*/ 3238298 h 7048096"/>
              <a:gd name="connsiteX0" fmla="*/ 0 w 8001200"/>
              <a:gd name="connsiteY0" fmla="*/ 3143048 h 6952846"/>
              <a:gd name="connsiteX1" fmla="*/ 1904900 w 8001200"/>
              <a:gd name="connsiteY1" fmla="*/ 0 h 6952846"/>
              <a:gd name="connsiteX2" fmla="*/ 6401100 w 8001200"/>
              <a:gd name="connsiteY2" fmla="*/ 0 h 6952846"/>
              <a:gd name="connsiteX3" fmla="*/ 8001200 w 8001200"/>
              <a:gd name="connsiteY3" fmla="*/ 3143048 h 6952846"/>
              <a:gd name="connsiteX4" fmla="*/ 6096300 w 8001200"/>
              <a:gd name="connsiteY4" fmla="*/ 6952846 h 6952846"/>
              <a:gd name="connsiteX5" fmla="*/ 1904900 w 8001200"/>
              <a:gd name="connsiteY5" fmla="*/ 6952846 h 6952846"/>
              <a:gd name="connsiteX6" fmla="*/ 0 w 8001200"/>
              <a:gd name="connsiteY6" fmla="*/ 3143048 h 6952846"/>
              <a:gd name="connsiteX0" fmla="*/ 0 w 6096300"/>
              <a:gd name="connsiteY0" fmla="*/ 6952846 h 6952846"/>
              <a:gd name="connsiteX1" fmla="*/ 0 w 6096300"/>
              <a:gd name="connsiteY1" fmla="*/ 0 h 6952846"/>
              <a:gd name="connsiteX2" fmla="*/ 4496200 w 6096300"/>
              <a:gd name="connsiteY2" fmla="*/ 0 h 6952846"/>
              <a:gd name="connsiteX3" fmla="*/ 6096300 w 6096300"/>
              <a:gd name="connsiteY3" fmla="*/ 3143048 h 6952846"/>
              <a:gd name="connsiteX4" fmla="*/ 4191400 w 6096300"/>
              <a:gd name="connsiteY4" fmla="*/ 6952846 h 6952846"/>
              <a:gd name="connsiteX5" fmla="*/ 0 w 6096300"/>
              <a:gd name="connsiteY5" fmla="*/ 6952846 h 6952846"/>
              <a:gd name="connsiteX0" fmla="*/ 0 w 5029500"/>
              <a:gd name="connsiteY0" fmla="*/ 6952846 h 6952846"/>
              <a:gd name="connsiteX1" fmla="*/ 0 w 5029500"/>
              <a:gd name="connsiteY1" fmla="*/ 0 h 6952846"/>
              <a:gd name="connsiteX2" fmla="*/ 4496200 w 5029500"/>
              <a:gd name="connsiteY2" fmla="*/ 0 h 6952846"/>
              <a:gd name="connsiteX3" fmla="*/ 5029500 w 5029500"/>
              <a:gd name="connsiteY3" fmla="*/ 3695498 h 6952846"/>
              <a:gd name="connsiteX4" fmla="*/ 4191400 w 5029500"/>
              <a:gd name="connsiteY4" fmla="*/ 6952846 h 6952846"/>
              <a:gd name="connsiteX5" fmla="*/ 0 w 5029500"/>
              <a:gd name="connsiteY5" fmla="*/ 6952846 h 6952846"/>
              <a:gd name="connsiteX0" fmla="*/ 0 w 5029500"/>
              <a:gd name="connsiteY0" fmla="*/ 6952846 h 6952846"/>
              <a:gd name="connsiteX1" fmla="*/ 0 w 5029500"/>
              <a:gd name="connsiteY1" fmla="*/ 0 h 6952846"/>
              <a:gd name="connsiteX2" fmla="*/ 3467500 w 5029500"/>
              <a:gd name="connsiteY2" fmla="*/ 0 h 6952846"/>
              <a:gd name="connsiteX3" fmla="*/ 5029500 w 5029500"/>
              <a:gd name="connsiteY3" fmla="*/ 3695498 h 6952846"/>
              <a:gd name="connsiteX4" fmla="*/ 4191400 w 5029500"/>
              <a:gd name="connsiteY4" fmla="*/ 6952846 h 6952846"/>
              <a:gd name="connsiteX5" fmla="*/ 0 w 5029500"/>
              <a:gd name="connsiteY5" fmla="*/ 6952846 h 6952846"/>
              <a:gd name="connsiteX0" fmla="*/ 0 w 5029500"/>
              <a:gd name="connsiteY0" fmla="*/ 6952846 h 6952846"/>
              <a:gd name="connsiteX1" fmla="*/ 0 w 5029500"/>
              <a:gd name="connsiteY1" fmla="*/ 0 h 6952846"/>
              <a:gd name="connsiteX2" fmla="*/ 3467500 w 5029500"/>
              <a:gd name="connsiteY2" fmla="*/ 0 h 6952846"/>
              <a:gd name="connsiteX3" fmla="*/ 5029500 w 5029500"/>
              <a:gd name="connsiteY3" fmla="*/ 3695498 h 6952846"/>
              <a:gd name="connsiteX4" fmla="*/ 4077100 w 5029500"/>
              <a:gd name="connsiteY4" fmla="*/ 6933796 h 6952846"/>
              <a:gd name="connsiteX5" fmla="*/ 0 w 50295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4077100 w 4572300"/>
              <a:gd name="connsiteY4" fmla="*/ 6933796 h 6952846"/>
              <a:gd name="connsiteX5" fmla="*/ 0 w 45723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3555990 w 4572300"/>
              <a:gd name="connsiteY4" fmla="*/ 6943743 h 6952846"/>
              <a:gd name="connsiteX5" fmla="*/ 0 w 4572300"/>
              <a:gd name="connsiteY5" fmla="*/ 6952846 h 6952846"/>
              <a:gd name="connsiteX0" fmla="*/ 0 w 4572300"/>
              <a:gd name="connsiteY0" fmla="*/ 6952846 h 6952846"/>
              <a:gd name="connsiteX1" fmla="*/ 0 w 4572300"/>
              <a:gd name="connsiteY1" fmla="*/ 0 h 6952846"/>
              <a:gd name="connsiteX2" fmla="*/ 3467500 w 4572300"/>
              <a:gd name="connsiteY2" fmla="*/ 0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388842 w 4572300"/>
              <a:gd name="connsiteY2" fmla="*/ 0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463974 w 4572300"/>
              <a:gd name="connsiteY2" fmla="*/ 12847 h 6952846"/>
              <a:gd name="connsiteX3" fmla="*/ 4572300 w 4572300"/>
              <a:gd name="connsiteY3" fmla="*/ 3333548 h 6952846"/>
              <a:gd name="connsiteX4" fmla="*/ 3516661 w 4572300"/>
              <a:gd name="connsiteY4" fmla="*/ 6943744 h 6952846"/>
              <a:gd name="connsiteX5" fmla="*/ 0 w 4572300"/>
              <a:gd name="connsiteY5" fmla="*/ 6952846 h 6952846"/>
              <a:gd name="connsiteX0" fmla="*/ 0 w 4572300"/>
              <a:gd name="connsiteY0" fmla="*/ 6952846 h 6952846"/>
              <a:gd name="connsiteX1" fmla="*/ 0 w 4572300"/>
              <a:gd name="connsiteY1" fmla="*/ 0 h 6952846"/>
              <a:gd name="connsiteX2" fmla="*/ 3463974 w 4572300"/>
              <a:gd name="connsiteY2" fmla="*/ 12847 h 6952846"/>
              <a:gd name="connsiteX3" fmla="*/ 4572300 w 4572300"/>
              <a:gd name="connsiteY3" fmla="*/ 333354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569160 w 4572300"/>
              <a:gd name="connsiteY2" fmla="*/ 0 h 6952846"/>
              <a:gd name="connsiteX3" fmla="*/ 4572300 w 4572300"/>
              <a:gd name="connsiteY3" fmla="*/ 333354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569160 w 4572300"/>
              <a:gd name="connsiteY2" fmla="*/ 0 h 6952846"/>
              <a:gd name="connsiteX3" fmla="*/ 4572300 w 4572300"/>
              <a:gd name="connsiteY3" fmla="*/ 353910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539108 h 6952846"/>
              <a:gd name="connsiteX4" fmla="*/ 3651900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539108 h 6952846"/>
              <a:gd name="connsiteX4" fmla="*/ 3381422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462023 h 6952846"/>
              <a:gd name="connsiteX4" fmla="*/ 3381422 w 4572300"/>
              <a:gd name="connsiteY4" fmla="*/ 6930897 h 6952846"/>
              <a:gd name="connsiteX5" fmla="*/ 0 w 4572300"/>
              <a:gd name="connsiteY5" fmla="*/ 6952846 h 6952846"/>
              <a:gd name="connsiteX0" fmla="*/ 0 w 4572300"/>
              <a:gd name="connsiteY0" fmla="*/ 6952846 h 6952846"/>
              <a:gd name="connsiteX1" fmla="*/ 0 w 4572300"/>
              <a:gd name="connsiteY1" fmla="*/ 0 h 6952846"/>
              <a:gd name="connsiteX2" fmla="*/ 3479001 w 4572300"/>
              <a:gd name="connsiteY2" fmla="*/ 0 h 6952846"/>
              <a:gd name="connsiteX3" fmla="*/ 4572300 w 4572300"/>
              <a:gd name="connsiteY3" fmla="*/ 3462023 h 6952846"/>
              <a:gd name="connsiteX4" fmla="*/ 3456555 w 4572300"/>
              <a:gd name="connsiteY4" fmla="*/ 6943745 h 6952846"/>
              <a:gd name="connsiteX5" fmla="*/ 0 w 4572300"/>
              <a:gd name="connsiteY5" fmla="*/ 6952846 h 695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72300" h="6952846">
                <a:moveTo>
                  <a:pt x="0" y="6952846"/>
                </a:moveTo>
                <a:lnTo>
                  <a:pt x="0" y="0"/>
                </a:lnTo>
                <a:lnTo>
                  <a:pt x="3479001" y="0"/>
                </a:lnTo>
                <a:lnTo>
                  <a:pt x="4572300" y="3462023"/>
                </a:lnTo>
                <a:lnTo>
                  <a:pt x="3456555" y="6943745"/>
                </a:lnTo>
                <a:lnTo>
                  <a:pt x="0" y="6952846"/>
                </a:lnTo>
                <a:close/>
              </a:path>
            </a:pathLst>
          </a:custGeom>
          <a:gradFill>
            <a:gsLst>
              <a:gs pos="17000">
                <a:schemeClr val="bg2">
                  <a:lumMod val="50000"/>
                </a:schemeClr>
              </a:gs>
              <a:gs pos="100000">
                <a:schemeClr val="accent1"/>
              </a:gs>
            </a:gsLst>
            <a:lin ang="13500000" scaled="1"/>
          </a:gradFill>
          <a:ln>
            <a:noFill/>
          </a:ln>
          <a:effectLst>
            <a:outerShdw blurRad="50800" dist="38100" dir="2700000" algn="tl" rotWithShape="0">
              <a:prstClr val="black">
                <a:alpha val="40000"/>
              </a:prstClr>
            </a:outerShdw>
          </a:effectLst>
        </p:spPr>
        <p:txBody>
          <a:bodyPr spcFirstLastPara="1" wrap="square" lIns="138153" tIns="138153" rIns="138153" bIns="138153" anchor="ctr" anchorCtr="0">
            <a:noAutofit/>
          </a:bodyPr>
          <a:lstStyle/>
          <a:p>
            <a:pPr marL="0" lvl="0" indent="0" algn="l" rtl="0">
              <a:spcBef>
                <a:spcPts val="0"/>
              </a:spcBef>
              <a:spcAft>
                <a:spcPts val="0"/>
              </a:spcAft>
              <a:buNone/>
            </a:pPr>
            <a:endParaRPr sz="2720" dirty="0">
              <a:latin typeface="+mj-lt"/>
            </a:endParaRPr>
          </a:p>
        </p:txBody>
      </p:sp>
      <p:pic>
        <p:nvPicPr>
          <p:cNvPr id="4" name="Picture 3">
            <a:extLst>
              <a:ext uri="{FF2B5EF4-FFF2-40B4-BE49-F238E27FC236}">
                <a16:creationId xmlns:a16="http://schemas.microsoft.com/office/drawing/2014/main" id="{8A4AE151-A890-F312-5DED-DE1305A5B669}"/>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7" name="TextBox 6">
            <a:extLst>
              <a:ext uri="{FF2B5EF4-FFF2-40B4-BE49-F238E27FC236}">
                <a16:creationId xmlns:a16="http://schemas.microsoft.com/office/drawing/2014/main" id="{8CB157A4-7C14-9602-6F65-2118AA5982AF}"/>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pic>
        <p:nvPicPr>
          <p:cNvPr id="8" name="Picture 7" descr="Icon&#10;&#10;Description automatically generated">
            <a:extLst>
              <a:ext uri="{FF2B5EF4-FFF2-40B4-BE49-F238E27FC236}">
                <a16:creationId xmlns:a16="http://schemas.microsoft.com/office/drawing/2014/main" id="{E9CF12AF-9605-7A0C-02AC-BAC8EE4A4548}"/>
              </a:ext>
            </a:extLst>
          </p:cNvPr>
          <p:cNvPicPr>
            <a:picLocks noChangeAspect="1"/>
          </p:cNvPicPr>
          <p:nvPr userDrawn="1"/>
        </p:nvPicPr>
        <p:blipFill>
          <a:blip r:embed="rId3" cstate="print">
            <a:duotone>
              <a:schemeClr val="accent4">
                <a:shade val="45000"/>
                <a:satMod val="135000"/>
              </a:schemeClr>
              <a:prstClr val="white"/>
            </a:duotone>
            <a:alphaModFix amt="5000"/>
            <a:extLst>
              <a:ext uri="{28A0092B-C50C-407E-A947-70E740481C1C}">
                <a14:useLocalDpi xmlns:a14="http://schemas.microsoft.com/office/drawing/2010/main"/>
              </a:ext>
            </a:extLst>
          </a:blip>
          <a:srcRect/>
          <a:stretch/>
        </p:blipFill>
        <p:spPr>
          <a:xfrm flipH="1">
            <a:off x="-9954" y="849208"/>
            <a:ext cx="3821472" cy="5152812"/>
          </a:xfrm>
          <a:prstGeom prst="rect">
            <a:avLst/>
          </a:prstGeom>
          <a:ln>
            <a:noFill/>
          </a:ln>
        </p:spPr>
      </p:pic>
      <p:sp>
        <p:nvSpPr>
          <p:cNvPr id="2" name="Slide Number Placeholder 5">
            <a:extLst>
              <a:ext uri="{FF2B5EF4-FFF2-40B4-BE49-F238E27FC236}">
                <a16:creationId xmlns:a16="http://schemas.microsoft.com/office/drawing/2014/main" id="{47E94575-7284-6E02-0F64-D9CF4238F7E4}"/>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3" name="Teardrop 2">
            <a:extLst>
              <a:ext uri="{FF2B5EF4-FFF2-40B4-BE49-F238E27FC236}">
                <a16:creationId xmlns:a16="http://schemas.microsoft.com/office/drawing/2014/main" id="{EC6DC668-F155-5FF8-DAC3-5275835CE63B}"/>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10" name="Slide Number Placeholder 5">
            <a:extLst>
              <a:ext uri="{FF2B5EF4-FFF2-40B4-BE49-F238E27FC236}">
                <a16:creationId xmlns:a16="http://schemas.microsoft.com/office/drawing/2014/main" id="{7748C7E5-A4C2-3590-7C08-5FFCB2ED13DD}"/>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3543807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subtitle" userDrawn="1">
  <p:cSld name="Title + subtitle">
    <p:bg>
      <p:bgPr>
        <a:solidFill>
          <a:srgbClr val="FFFFFF"/>
        </a:solidFill>
        <a:effectLst/>
      </p:bgPr>
    </p:bg>
    <p:spTree>
      <p:nvGrpSpPr>
        <p:cNvPr id="1" name="Shape 42"/>
        <p:cNvGrpSpPr/>
        <p:nvPr/>
      </p:nvGrpSpPr>
      <p:grpSpPr>
        <a:xfrm>
          <a:off x="0" y="0"/>
          <a:ext cx="0" cy="0"/>
          <a:chOff x="0" y="0"/>
          <a:chExt cx="0" cy="0"/>
        </a:xfrm>
      </p:grpSpPr>
      <p:sp>
        <p:nvSpPr>
          <p:cNvPr id="43" name="Google Shape;43;p5"/>
          <p:cNvSpPr/>
          <p:nvPr/>
        </p:nvSpPr>
        <p:spPr>
          <a:xfrm flipH="1">
            <a:off x="0" y="-43180"/>
            <a:ext cx="8850406" cy="7858760"/>
          </a:xfrm>
          <a:custGeom>
            <a:avLst/>
            <a:gdLst>
              <a:gd name="connsiteX0" fmla="*/ 63646 w 229743"/>
              <a:gd name="connsiteY0" fmla="*/ 952 h 208026"/>
              <a:gd name="connsiteX1" fmla="*/ 0 w 229743"/>
              <a:gd name="connsiteY1" fmla="*/ 208026 h 208026"/>
              <a:gd name="connsiteX2" fmla="*/ 229743 w 229743"/>
              <a:gd name="connsiteY2" fmla="*/ 208026 h 208026"/>
              <a:gd name="connsiteX3" fmla="*/ 229743 w 229743"/>
              <a:gd name="connsiteY3" fmla="*/ 0 h 208026"/>
              <a:gd name="connsiteX4" fmla="*/ 63646 w 229743"/>
              <a:gd name="connsiteY4" fmla="*/ 952 h 208026"/>
              <a:gd name="connsiteX0" fmla="*/ 47252 w 213349"/>
              <a:gd name="connsiteY0" fmla="*/ 952 h 208026"/>
              <a:gd name="connsiteX1" fmla="*/ 0 w 213349"/>
              <a:gd name="connsiteY1" fmla="*/ 208026 h 208026"/>
              <a:gd name="connsiteX2" fmla="*/ 213349 w 213349"/>
              <a:gd name="connsiteY2" fmla="*/ 208026 h 208026"/>
              <a:gd name="connsiteX3" fmla="*/ 213349 w 213349"/>
              <a:gd name="connsiteY3" fmla="*/ 0 h 208026"/>
              <a:gd name="connsiteX4" fmla="*/ 47252 w 213349"/>
              <a:gd name="connsiteY4" fmla="*/ 952 h 208026"/>
              <a:gd name="connsiteX0" fmla="*/ 46732 w 213349"/>
              <a:gd name="connsiteY0" fmla="*/ 666 h 208026"/>
              <a:gd name="connsiteX1" fmla="*/ 0 w 213349"/>
              <a:gd name="connsiteY1" fmla="*/ 208026 h 208026"/>
              <a:gd name="connsiteX2" fmla="*/ 213349 w 213349"/>
              <a:gd name="connsiteY2" fmla="*/ 208026 h 208026"/>
              <a:gd name="connsiteX3" fmla="*/ 213349 w 213349"/>
              <a:gd name="connsiteY3" fmla="*/ 0 h 208026"/>
              <a:gd name="connsiteX4" fmla="*/ 46732 w 213349"/>
              <a:gd name="connsiteY4" fmla="*/ 666 h 2080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349" h="208026" extrusionOk="0">
                <a:moveTo>
                  <a:pt x="46732" y="666"/>
                </a:moveTo>
                <a:lnTo>
                  <a:pt x="0" y="208026"/>
                </a:lnTo>
                <a:lnTo>
                  <a:pt x="213349" y="208026"/>
                </a:lnTo>
                <a:lnTo>
                  <a:pt x="213349" y="0"/>
                </a:lnTo>
                <a:lnTo>
                  <a:pt x="46732" y="666"/>
                </a:lnTo>
                <a:close/>
              </a:path>
            </a:pathLst>
          </a:custGeom>
          <a:gradFill flip="none" rotWithShape="1">
            <a:gsLst>
              <a:gs pos="0">
                <a:schemeClr val="accent2">
                  <a:lumMod val="75000"/>
                  <a:lumOff val="25000"/>
                </a:schemeClr>
              </a:gs>
              <a:gs pos="100000">
                <a:schemeClr val="tx1"/>
              </a:gs>
            </a:gsLst>
            <a:lin ang="1800000" scaled="0"/>
            <a:tileRect/>
          </a:gradFill>
          <a:ln>
            <a:noFill/>
          </a:ln>
          <a:effectLst>
            <a:outerShdw blurRad="50800" dist="38100" dir="2700000" algn="tl" rotWithShape="0">
              <a:prstClr val="black">
                <a:alpha val="40000"/>
              </a:prstClr>
            </a:outerShdw>
          </a:effectLst>
        </p:spPr>
      </p:sp>
      <p:pic>
        <p:nvPicPr>
          <p:cNvPr id="3" name="Picture 2">
            <a:extLst>
              <a:ext uri="{FF2B5EF4-FFF2-40B4-BE49-F238E27FC236}">
                <a16:creationId xmlns:a16="http://schemas.microsoft.com/office/drawing/2014/main" id="{02A2597B-6AA3-F68C-37B3-0904F9885C8C}"/>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6" name="TextBox 5">
            <a:extLst>
              <a:ext uri="{FF2B5EF4-FFF2-40B4-BE49-F238E27FC236}">
                <a16:creationId xmlns:a16="http://schemas.microsoft.com/office/drawing/2014/main" id="{C8270949-3B6C-607B-FD84-E8A0B24BBF3F}"/>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sp>
        <p:nvSpPr>
          <p:cNvPr id="2" name="Slide Number Placeholder 5">
            <a:extLst>
              <a:ext uri="{FF2B5EF4-FFF2-40B4-BE49-F238E27FC236}">
                <a16:creationId xmlns:a16="http://schemas.microsoft.com/office/drawing/2014/main" id="{D9A54574-4791-997F-8567-F800ADA1372F}"/>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7" name="Teardrop 6">
            <a:extLst>
              <a:ext uri="{FF2B5EF4-FFF2-40B4-BE49-F238E27FC236}">
                <a16:creationId xmlns:a16="http://schemas.microsoft.com/office/drawing/2014/main" id="{BF8B09D7-B9F9-E3E1-2F82-E4E2D3E4E4A1}"/>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8" name="Slide Number Placeholder 5">
            <a:extLst>
              <a:ext uri="{FF2B5EF4-FFF2-40B4-BE49-F238E27FC236}">
                <a16:creationId xmlns:a16="http://schemas.microsoft.com/office/drawing/2014/main" id="{187673EB-CE87-CA5C-CC36-38069D9314D4}"/>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49625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subtitle" preserve="1">
  <p:cSld name="1_Title + subtitle">
    <p:spTree>
      <p:nvGrpSpPr>
        <p:cNvPr id="1" name="Shape 42"/>
        <p:cNvGrpSpPr/>
        <p:nvPr/>
      </p:nvGrpSpPr>
      <p:grpSpPr>
        <a:xfrm>
          <a:off x="0" y="0"/>
          <a:ext cx="0" cy="0"/>
          <a:chOff x="0" y="0"/>
          <a:chExt cx="0" cy="0"/>
        </a:xfrm>
      </p:grpSpPr>
      <p:sp>
        <p:nvSpPr>
          <p:cNvPr id="43" name="Google Shape;43;p5"/>
          <p:cNvSpPr/>
          <p:nvPr/>
        </p:nvSpPr>
        <p:spPr>
          <a:xfrm flipH="1">
            <a:off x="-2" y="-63656"/>
            <a:ext cx="6908802" cy="7858760"/>
          </a:xfrm>
          <a:prstGeom prst="rect">
            <a:avLst/>
          </a:prstGeom>
          <a:solidFill>
            <a:schemeClr val="bg2"/>
          </a:solidFill>
          <a:ln>
            <a:noFill/>
          </a:ln>
        </p:spPr>
      </p:sp>
      <p:sp>
        <p:nvSpPr>
          <p:cNvPr id="44" name="Google Shape;44;p5"/>
          <p:cNvSpPr txBox="1">
            <a:spLocks noGrp="1"/>
          </p:cNvSpPr>
          <p:nvPr>
            <p:ph type="ctrTitle"/>
          </p:nvPr>
        </p:nvSpPr>
        <p:spPr>
          <a:xfrm>
            <a:off x="952944" y="2507708"/>
            <a:ext cx="5843920" cy="1466533"/>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300"/>
              <a:buNone/>
              <a:defRPr sz="1964">
                <a:solidFill>
                  <a:schemeClr val="lt1"/>
                </a:solidFill>
              </a:defRPr>
            </a:lvl1pPr>
            <a:lvl2pPr lvl="1" rtl="0">
              <a:spcBef>
                <a:spcPts val="0"/>
              </a:spcBef>
              <a:spcAft>
                <a:spcPts val="0"/>
              </a:spcAft>
              <a:buClr>
                <a:schemeClr val="lt1"/>
              </a:buClr>
              <a:buSzPts val="1300"/>
              <a:buNone/>
              <a:defRPr sz="1964">
                <a:solidFill>
                  <a:schemeClr val="lt1"/>
                </a:solidFill>
              </a:defRPr>
            </a:lvl2pPr>
            <a:lvl3pPr lvl="2" rtl="0">
              <a:spcBef>
                <a:spcPts val="0"/>
              </a:spcBef>
              <a:spcAft>
                <a:spcPts val="0"/>
              </a:spcAft>
              <a:buClr>
                <a:schemeClr val="lt1"/>
              </a:buClr>
              <a:buSzPts val="1300"/>
              <a:buNone/>
              <a:defRPr sz="1964">
                <a:solidFill>
                  <a:schemeClr val="lt1"/>
                </a:solidFill>
              </a:defRPr>
            </a:lvl3pPr>
            <a:lvl4pPr lvl="3" rtl="0">
              <a:spcBef>
                <a:spcPts val="0"/>
              </a:spcBef>
              <a:spcAft>
                <a:spcPts val="0"/>
              </a:spcAft>
              <a:buClr>
                <a:schemeClr val="lt1"/>
              </a:buClr>
              <a:buSzPts val="1300"/>
              <a:buNone/>
              <a:defRPr sz="1964">
                <a:solidFill>
                  <a:schemeClr val="lt1"/>
                </a:solidFill>
              </a:defRPr>
            </a:lvl4pPr>
            <a:lvl5pPr lvl="4" rtl="0">
              <a:spcBef>
                <a:spcPts val="0"/>
              </a:spcBef>
              <a:spcAft>
                <a:spcPts val="0"/>
              </a:spcAft>
              <a:buClr>
                <a:schemeClr val="lt1"/>
              </a:buClr>
              <a:buSzPts val="1300"/>
              <a:buNone/>
              <a:defRPr sz="1964">
                <a:solidFill>
                  <a:schemeClr val="lt1"/>
                </a:solidFill>
              </a:defRPr>
            </a:lvl5pPr>
            <a:lvl6pPr lvl="5" rtl="0">
              <a:spcBef>
                <a:spcPts val="0"/>
              </a:spcBef>
              <a:spcAft>
                <a:spcPts val="0"/>
              </a:spcAft>
              <a:buClr>
                <a:schemeClr val="lt1"/>
              </a:buClr>
              <a:buSzPts val="1300"/>
              <a:buNone/>
              <a:defRPr sz="1964">
                <a:solidFill>
                  <a:schemeClr val="lt1"/>
                </a:solidFill>
              </a:defRPr>
            </a:lvl6pPr>
            <a:lvl7pPr lvl="6" rtl="0">
              <a:spcBef>
                <a:spcPts val="0"/>
              </a:spcBef>
              <a:spcAft>
                <a:spcPts val="0"/>
              </a:spcAft>
              <a:buClr>
                <a:schemeClr val="lt1"/>
              </a:buClr>
              <a:buSzPts val="1300"/>
              <a:buNone/>
              <a:defRPr sz="1964">
                <a:solidFill>
                  <a:schemeClr val="lt1"/>
                </a:solidFill>
              </a:defRPr>
            </a:lvl7pPr>
            <a:lvl8pPr lvl="7" rtl="0">
              <a:spcBef>
                <a:spcPts val="0"/>
              </a:spcBef>
              <a:spcAft>
                <a:spcPts val="0"/>
              </a:spcAft>
              <a:buClr>
                <a:schemeClr val="lt1"/>
              </a:buClr>
              <a:buSzPts val="1300"/>
              <a:buNone/>
              <a:defRPr sz="1964">
                <a:solidFill>
                  <a:schemeClr val="lt1"/>
                </a:solidFill>
              </a:defRPr>
            </a:lvl8pPr>
            <a:lvl9pPr lvl="8" rtl="0">
              <a:spcBef>
                <a:spcPts val="0"/>
              </a:spcBef>
              <a:spcAft>
                <a:spcPts val="0"/>
              </a:spcAft>
              <a:buClr>
                <a:schemeClr val="lt1"/>
              </a:buClr>
              <a:buSzPts val="1300"/>
              <a:buNone/>
              <a:defRPr sz="1964">
                <a:solidFill>
                  <a:schemeClr val="lt1"/>
                </a:solidFill>
              </a:defRPr>
            </a:lvl9pPr>
          </a:lstStyle>
          <a:p>
            <a:endParaRPr/>
          </a:p>
        </p:txBody>
      </p:sp>
      <p:sp>
        <p:nvSpPr>
          <p:cNvPr id="45" name="Google Shape;45;p5"/>
          <p:cNvSpPr txBox="1">
            <a:spLocks noGrp="1"/>
          </p:cNvSpPr>
          <p:nvPr>
            <p:ph type="subTitle" idx="1"/>
          </p:nvPr>
        </p:nvSpPr>
        <p:spPr>
          <a:xfrm>
            <a:off x="952944" y="3798159"/>
            <a:ext cx="5047867" cy="1466533"/>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100"/>
              <a:buNone/>
              <a:defRPr sz="1663">
                <a:solidFill>
                  <a:schemeClr val="lt1"/>
                </a:solidFill>
              </a:defRPr>
            </a:lvl1pPr>
            <a:lvl2pPr lvl="1" rtl="0">
              <a:lnSpc>
                <a:spcPct val="100000"/>
              </a:lnSpc>
              <a:spcBef>
                <a:spcPts val="0"/>
              </a:spcBef>
              <a:spcAft>
                <a:spcPts val="0"/>
              </a:spcAft>
              <a:buClr>
                <a:schemeClr val="lt1"/>
              </a:buClr>
              <a:buSzPts val="1100"/>
              <a:buNone/>
              <a:defRPr sz="1663">
                <a:solidFill>
                  <a:schemeClr val="lt1"/>
                </a:solidFill>
              </a:defRPr>
            </a:lvl2pPr>
            <a:lvl3pPr lvl="2" rtl="0">
              <a:lnSpc>
                <a:spcPct val="100000"/>
              </a:lnSpc>
              <a:spcBef>
                <a:spcPts val="0"/>
              </a:spcBef>
              <a:spcAft>
                <a:spcPts val="0"/>
              </a:spcAft>
              <a:buClr>
                <a:schemeClr val="lt1"/>
              </a:buClr>
              <a:buSzPts val="1100"/>
              <a:buNone/>
              <a:defRPr sz="1663">
                <a:solidFill>
                  <a:schemeClr val="lt1"/>
                </a:solidFill>
              </a:defRPr>
            </a:lvl3pPr>
            <a:lvl4pPr lvl="3" rtl="0">
              <a:lnSpc>
                <a:spcPct val="100000"/>
              </a:lnSpc>
              <a:spcBef>
                <a:spcPts val="0"/>
              </a:spcBef>
              <a:spcAft>
                <a:spcPts val="0"/>
              </a:spcAft>
              <a:buClr>
                <a:schemeClr val="lt1"/>
              </a:buClr>
              <a:buSzPts val="1100"/>
              <a:buNone/>
              <a:defRPr sz="1663">
                <a:solidFill>
                  <a:schemeClr val="lt1"/>
                </a:solidFill>
              </a:defRPr>
            </a:lvl4pPr>
            <a:lvl5pPr lvl="4" rtl="0">
              <a:lnSpc>
                <a:spcPct val="100000"/>
              </a:lnSpc>
              <a:spcBef>
                <a:spcPts val="0"/>
              </a:spcBef>
              <a:spcAft>
                <a:spcPts val="0"/>
              </a:spcAft>
              <a:buClr>
                <a:schemeClr val="lt1"/>
              </a:buClr>
              <a:buSzPts val="1100"/>
              <a:buNone/>
              <a:defRPr sz="1663">
                <a:solidFill>
                  <a:schemeClr val="lt1"/>
                </a:solidFill>
              </a:defRPr>
            </a:lvl5pPr>
            <a:lvl6pPr lvl="5" rtl="0">
              <a:lnSpc>
                <a:spcPct val="100000"/>
              </a:lnSpc>
              <a:spcBef>
                <a:spcPts val="0"/>
              </a:spcBef>
              <a:spcAft>
                <a:spcPts val="0"/>
              </a:spcAft>
              <a:buClr>
                <a:schemeClr val="lt1"/>
              </a:buClr>
              <a:buSzPts val="1100"/>
              <a:buNone/>
              <a:defRPr sz="1663">
                <a:solidFill>
                  <a:schemeClr val="lt1"/>
                </a:solidFill>
              </a:defRPr>
            </a:lvl6pPr>
            <a:lvl7pPr lvl="6" rtl="0">
              <a:lnSpc>
                <a:spcPct val="100000"/>
              </a:lnSpc>
              <a:spcBef>
                <a:spcPts val="0"/>
              </a:spcBef>
              <a:spcAft>
                <a:spcPts val="0"/>
              </a:spcAft>
              <a:buClr>
                <a:schemeClr val="lt1"/>
              </a:buClr>
              <a:buSzPts val="1100"/>
              <a:buNone/>
              <a:defRPr sz="1663">
                <a:solidFill>
                  <a:schemeClr val="lt1"/>
                </a:solidFill>
              </a:defRPr>
            </a:lvl7pPr>
            <a:lvl8pPr lvl="7" rtl="0">
              <a:lnSpc>
                <a:spcPct val="100000"/>
              </a:lnSpc>
              <a:spcBef>
                <a:spcPts val="0"/>
              </a:spcBef>
              <a:spcAft>
                <a:spcPts val="0"/>
              </a:spcAft>
              <a:buClr>
                <a:schemeClr val="lt1"/>
              </a:buClr>
              <a:buSzPts val="1100"/>
              <a:buNone/>
              <a:defRPr sz="1663">
                <a:solidFill>
                  <a:schemeClr val="lt1"/>
                </a:solidFill>
              </a:defRPr>
            </a:lvl8pPr>
            <a:lvl9pPr lvl="8" rtl="0">
              <a:lnSpc>
                <a:spcPct val="100000"/>
              </a:lnSpc>
              <a:spcBef>
                <a:spcPts val="0"/>
              </a:spcBef>
              <a:spcAft>
                <a:spcPts val="0"/>
              </a:spcAft>
              <a:buClr>
                <a:schemeClr val="lt1"/>
              </a:buClr>
              <a:buSzPts val="1100"/>
              <a:buNone/>
              <a:defRPr sz="1663">
                <a:solidFill>
                  <a:schemeClr val="lt1"/>
                </a:solidFill>
              </a:defRPr>
            </a:lvl9pPr>
          </a:lstStyle>
          <a:p>
            <a:endParaRPr/>
          </a:p>
        </p:txBody>
      </p:sp>
      <p:sp>
        <p:nvSpPr>
          <p:cNvPr id="3" name="Google Shape;19;p3">
            <a:extLst>
              <a:ext uri="{FF2B5EF4-FFF2-40B4-BE49-F238E27FC236}">
                <a16:creationId xmlns:a16="http://schemas.microsoft.com/office/drawing/2014/main" id="{0DC96943-44E8-94D0-FCEA-2451A0F2E1B4}"/>
              </a:ext>
            </a:extLst>
          </p:cNvPr>
          <p:cNvSpPr/>
          <p:nvPr/>
        </p:nvSpPr>
        <p:spPr>
          <a:xfrm rot="10800000">
            <a:off x="-4" y="-116032"/>
            <a:ext cx="13106570" cy="1466532"/>
          </a:xfrm>
          <a:custGeom>
            <a:avLst/>
            <a:gdLst>
              <a:gd name="connsiteX0" fmla="*/ 0 w 12239162"/>
              <a:gd name="connsiteY0" fmla="*/ 461583 h 461583"/>
              <a:gd name="connsiteX1" fmla="*/ 6119581 w 12239162"/>
              <a:gd name="connsiteY1" fmla="*/ 0 h 461583"/>
              <a:gd name="connsiteX2" fmla="*/ 12239162 w 12239162"/>
              <a:gd name="connsiteY2" fmla="*/ 461583 h 461583"/>
              <a:gd name="connsiteX3" fmla="*/ 0 w 12239162"/>
              <a:gd name="connsiteY3" fmla="*/ 461583 h 461583"/>
              <a:gd name="connsiteX0" fmla="*/ 0 w 8010062"/>
              <a:gd name="connsiteY0" fmla="*/ 1121983 h 1121983"/>
              <a:gd name="connsiteX1" fmla="*/ 1890481 w 8010062"/>
              <a:gd name="connsiteY1" fmla="*/ 0 h 1121983"/>
              <a:gd name="connsiteX2" fmla="*/ 8010062 w 8010062"/>
              <a:gd name="connsiteY2" fmla="*/ 461583 h 1121983"/>
              <a:gd name="connsiteX3" fmla="*/ 0 w 8010062"/>
              <a:gd name="connsiteY3" fmla="*/ 1121983 h 1121983"/>
              <a:gd name="connsiteX0" fmla="*/ 0 w 8010062"/>
              <a:gd name="connsiteY0" fmla="*/ 1033083 h 1033083"/>
              <a:gd name="connsiteX1" fmla="*/ 899881 w 8010062"/>
              <a:gd name="connsiteY1" fmla="*/ 0 h 1033083"/>
              <a:gd name="connsiteX2" fmla="*/ 8010062 w 8010062"/>
              <a:gd name="connsiteY2" fmla="*/ 372683 h 1033083"/>
              <a:gd name="connsiteX3" fmla="*/ 0 w 8010062"/>
              <a:gd name="connsiteY3" fmla="*/ 1033083 h 1033083"/>
              <a:gd name="connsiteX0" fmla="*/ 0 w 8010062"/>
              <a:gd name="connsiteY0" fmla="*/ 1033083 h 1033083"/>
              <a:gd name="connsiteX1" fmla="*/ 899881 w 8010062"/>
              <a:gd name="connsiteY1" fmla="*/ 0 h 1033083"/>
              <a:gd name="connsiteX2" fmla="*/ 8010062 w 8010062"/>
              <a:gd name="connsiteY2" fmla="*/ 372683 h 1033083"/>
              <a:gd name="connsiteX3" fmla="*/ 7452868 w 8010062"/>
              <a:gd name="connsiteY3" fmla="*/ 991600 h 1033083"/>
              <a:gd name="connsiteX4" fmla="*/ 0 w 8010062"/>
              <a:gd name="connsiteY4" fmla="*/ 1033083 h 1033083"/>
              <a:gd name="connsiteX0" fmla="*/ 0 w 8035402"/>
              <a:gd name="connsiteY0" fmla="*/ 1033083 h 1080500"/>
              <a:gd name="connsiteX1" fmla="*/ 899881 w 8035402"/>
              <a:gd name="connsiteY1" fmla="*/ 0 h 1080500"/>
              <a:gd name="connsiteX2" fmla="*/ 8010062 w 8035402"/>
              <a:gd name="connsiteY2" fmla="*/ 372683 h 1080500"/>
              <a:gd name="connsiteX3" fmla="*/ 7973568 w 8035402"/>
              <a:gd name="connsiteY3" fmla="*/ 1080500 h 1080500"/>
              <a:gd name="connsiteX4" fmla="*/ 0 w 8035402"/>
              <a:gd name="connsiteY4" fmla="*/ 1033083 h 1080500"/>
              <a:gd name="connsiteX0" fmla="*/ 0 w 8860902"/>
              <a:gd name="connsiteY0" fmla="*/ 1033083 h 1080500"/>
              <a:gd name="connsiteX1" fmla="*/ 1725381 w 8860902"/>
              <a:gd name="connsiteY1" fmla="*/ 0 h 1080500"/>
              <a:gd name="connsiteX2" fmla="*/ 8835562 w 8860902"/>
              <a:gd name="connsiteY2" fmla="*/ 372683 h 1080500"/>
              <a:gd name="connsiteX3" fmla="*/ 8799068 w 8860902"/>
              <a:gd name="connsiteY3" fmla="*/ 1080500 h 1080500"/>
              <a:gd name="connsiteX4" fmla="*/ 0 w 8860902"/>
              <a:gd name="connsiteY4" fmla="*/ 1033083 h 1080500"/>
              <a:gd name="connsiteX0" fmla="*/ 0 w 8860902"/>
              <a:gd name="connsiteY0" fmla="*/ 906083 h 953500"/>
              <a:gd name="connsiteX1" fmla="*/ 1699981 w 8860902"/>
              <a:gd name="connsiteY1" fmla="*/ 0 h 953500"/>
              <a:gd name="connsiteX2" fmla="*/ 8835562 w 8860902"/>
              <a:gd name="connsiteY2" fmla="*/ 245683 h 953500"/>
              <a:gd name="connsiteX3" fmla="*/ 8799068 w 8860902"/>
              <a:gd name="connsiteY3" fmla="*/ 953500 h 953500"/>
              <a:gd name="connsiteX4" fmla="*/ 0 w 8860902"/>
              <a:gd name="connsiteY4" fmla="*/ 906083 h 953500"/>
              <a:gd name="connsiteX0" fmla="*/ 0 w 8899062"/>
              <a:gd name="connsiteY0" fmla="*/ 906083 h 953500"/>
              <a:gd name="connsiteX1" fmla="*/ 1699981 w 8899062"/>
              <a:gd name="connsiteY1" fmla="*/ 0 h 953500"/>
              <a:gd name="connsiteX2" fmla="*/ 8899062 w 8899062"/>
              <a:gd name="connsiteY2" fmla="*/ 118683 h 953500"/>
              <a:gd name="connsiteX3" fmla="*/ 8799068 w 8899062"/>
              <a:gd name="connsiteY3" fmla="*/ 953500 h 953500"/>
              <a:gd name="connsiteX4" fmla="*/ 0 w 8899062"/>
              <a:gd name="connsiteY4" fmla="*/ 906083 h 953500"/>
              <a:gd name="connsiteX0" fmla="*/ 0 w 8864554"/>
              <a:gd name="connsiteY0" fmla="*/ 906083 h 953500"/>
              <a:gd name="connsiteX1" fmla="*/ 1699981 w 8864554"/>
              <a:gd name="connsiteY1" fmla="*/ 0 h 953500"/>
              <a:gd name="connsiteX2" fmla="*/ 8860962 w 8864554"/>
              <a:gd name="connsiteY2" fmla="*/ 118683 h 953500"/>
              <a:gd name="connsiteX3" fmla="*/ 8799068 w 8864554"/>
              <a:gd name="connsiteY3" fmla="*/ 953500 h 953500"/>
              <a:gd name="connsiteX4" fmla="*/ 0 w 8864554"/>
              <a:gd name="connsiteY4" fmla="*/ 906083 h 953500"/>
              <a:gd name="connsiteX0" fmla="*/ 0 w 8890527"/>
              <a:gd name="connsiteY0" fmla="*/ 906083 h 987364"/>
              <a:gd name="connsiteX1" fmla="*/ 1699981 w 8890527"/>
              <a:gd name="connsiteY1" fmla="*/ 0 h 987364"/>
              <a:gd name="connsiteX2" fmla="*/ 8860962 w 8890527"/>
              <a:gd name="connsiteY2" fmla="*/ 118683 h 987364"/>
              <a:gd name="connsiteX3" fmla="*/ 8799068 w 8890527"/>
              <a:gd name="connsiteY3" fmla="*/ 953500 h 987364"/>
              <a:gd name="connsiteX4" fmla="*/ 0 w 8890527"/>
              <a:gd name="connsiteY4" fmla="*/ 906083 h 987364"/>
              <a:gd name="connsiteX0" fmla="*/ 0 w 8877874"/>
              <a:gd name="connsiteY0" fmla="*/ 906083 h 995281"/>
              <a:gd name="connsiteX1" fmla="*/ 1699981 w 8877874"/>
              <a:gd name="connsiteY1" fmla="*/ 0 h 995281"/>
              <a:gd name="connsiteX2" fmla="*/ 8810162 w 8877874"/>
              <a:gd name="connsiteY2" fmla="*/ 144083 h 995281"/>
              <a:gd name="connsiteX3" fmla="*/ 8799068 w 8877874"/>
              <a:gd name="connsiteY3" fmla="*/ 953500 h 995281"/>
              <a:gd name="connsiteX4" fmla="*/ 0 w 8877874"/>
              <a:gd name="connsiteY4" fmla="*/ 906083 h 995281"/>
              <a:gd name="connsiteX0" fmla="*/ 0 w 8865123"/>
              <a:gd name="connsiteY0" fmla="*/ 906083 h 969789"/>
              <a:gd name="connsiteX1" fmla="*/ 1699981 w 8865123"/>
              <a:gd name="connsiteY1" fmla="*/ 0 h 969789"/>
              <a:gd name="connsiteX2" fmla="*/ 8738682 w 8865123"/>
              <a:gd name="connsiteY2" fmla="*/ 51952 h 969789"/>
              <a:gd name="connsiteX3" fmla="*/ 8799068 w 8865123"/>
              <a:gd name="connsiteY3" fmla="*/ 953500 h 969789"/>
              <a:gd name="connsiteX4" fmla="*/ 0 w 8865123"/>
              <a:gd name="connsiteY4" fmla="*/ 906083 h 969789"/>
              <a:gd name="connsiteX0" fmla="*/ 0 w 8865123"/>
              <a:gd name="connsiteY0" fmla="*/ 911713 h 964364"/>
              <a:gd name="connsiteX1" fmla="*/ 1699981 w 8865123"/>
              <a:gd name="connsiteY1" fmla="*/ 5630 h 964364"/>
              <a:gd name="connsiteX2" fmla="*/ 8738682 w 8865123"/>
              <a:gd name="connsiteY2" fmla="*/ 0 h 964364"/>
              <a:gd name="connsiteX3" fmla="*/ 8799068 w 8865123"/>
              <a:gd name="connsiteY3" fmla="*/ 959130 h 964364"/>
              <a:gd name="connsiteX4" fmla="*/ 0 w 8865123"/>
              <a:gd name="connsiteY4" fmla="*/ 911713 h 964364"/>
              <a:gd name="connsiteX0" fmla="*/ 0 w 8797113"/>
              <a:gd name="connsiteY0" fmla="*/ 911713 h 964364"/>
              <a:gd name="connsiteX1" fmla="*/ 1699981 w 8797113"/>
              <a:gd name="connsiteY1" fmla="*/ 5630 h 964364"/>
              <a:gd name="connsiteX2" fmla="*/ 8738682 w 8797113"/>
              <a:gd name="connsiteY2" fmla="*/ 0 h 964364"/>
              <a:gd name="connsiteX3" fmla="*/ 8715675 w 8797113"/>
              <a:gd name="connsiteY3" fmla="*/ 959130 h 964364"/>
              <a:gd name="connsiteX4" fmla="*/ 0 w 8797113"/>
              <a:gd name="connsiteY4" fmla="*/ 911713 h 964364"/>
              <a:gd name="connsiteX0" fmla="*/ 0 w 8738682"/>
              <a:gd name="connsiteY0" fmla="*/ 911713 h 959130"/>
              <a:gd name="connsiteX1" fmla="*/ 1699981 w 8738682"/>
              <a:gd name="connsiteY1" fmla="*/ 5630 h 959130"/>
              <a:gd name="connsiteX2" fmla="*/ 8738682 w 8738682"/>
              <a:gd name="connsiteY2" fmla="*/ 0 h 959130"/>
              <a:gd name="connsiteX3" fmla="*/ 8715675 w 8738682"/>
              <a:gd name="connsiteY3" fmla="*/ 959130 h 959130"/>
              <a:gd name="connsiteX4" fmla="*/ 0 w 8738682"/>
              <a:gd name="connsiteY4" fmla="*/ 911713 h 959130"/>
              <a:gd name="connsiteX0" fmla="*/ 0 w 8739546"/>
              <a:gd name="connsiteY0" fmla="*/ 911713 h 959130"/>
              <a:gd name="connsiteX1" fmla="*/ 1699981 w 8739546"/>
              <a:gd name="connsiteY1" fmla="*/ 5630 h 959130"/>
              <a:gd name="connsiteX2" fmla="*/ 8738682 w 8739546"/>
              <a:gd name="connsiteY2" fmla="*/ 0 h 959130"/>
              <a:gd name="connsiteX3" fmla="*/ 8715675 w 8739546"/>
              <a:gd name="connsiteY3" fmla="*/ 959130 h 959130"/>
              <a:gd name="connsiteX4" fmla="*/ 0 w 8739546"/>
              <a:gd name="connsiteY4" fmla="*/ 911713 h 959130"/>
              <a:gd name="connsiteX0" fmla="*/ 0 w 8739546"/>
              <a:gd name="connsiteY0" fmla="*/ 911713 h 959130"/>
              <a:gd name="connsiteX1" fmla="*/ 1699981 w 8739546"/>
              <a:gd name="connsiteY1" fmla="*/ 5630 h 959130"/>
              <a:gd name="connsiteX2" fmla="*/ 8738682 w 8739546"/>
              <a:gd name="connsiteY2" fmla="*/ 0 h 959130"/>
              <a:gd name="connsiteX3" fmla="*/ 8715675 w 8739546"/>
              <a:gd name="connsiteY3" fmla="*/ 959130 h 959130"/>
              <a:gd name="connsiteX4" fmla="*/ 0 w 8739546"/>
              <a:gd name="connsiteY4" fmla="*/ 911713 h 959130"/>
              <a:gd name="connsiteX0" fmla="*/ 0 w 8739546"/>
              <a:gd name="connsiteY0" fmla="*/ 911713 h 959130"/>
              <a:gd name="connsiteX1" fmla="*/ 1699981 w 8739546"/>
              <a:gd name="connsiteY1" fmla="*/ 5630 h 959130"/>
              <a:gd name="connsiteX2" fmla="*/ 8738682 w 8739546"/>
              <a:gd name="connsiteY2" fmla="*/ 0 h 959130"/>
              <a:gd name="connsiteX3" fmla="*/ 8715675 w 8739546"/>
              <a:gd name="connsiteY3" fmla="*/ 959130 h 959130"/>
              <a:gd name="connsiteX4" fmla="*/ 0 w 8739546"/>
              <a:gd name="connsiteY4" fmla="*/ 911713 h 959130"/>
              <a:gd name="connsiteX0" fmla="*/ 0 w 8747391"/>
              <a:gd name="connsiteY0" fmla="*/ 911713 h 924581"/>
              <a:gd name="connsiteX1" fmla="*/ 1699981 w 8747391"/>
              <a:gd name="connsiteY1" fmla="*/ 5630 h 924581"/>
              <a:gd name="connsiteX2" fmla="*/ 8738682 w 8747391"/>
              <a:gd name="connsiteY2" fmla="*/ 0 h 924581"/>
              <a:gd name="connsiteX3" fmla="*/ 8727589 w 8747391"/>
              <a:gd name="connsiteY3" fmla="*/ 924581 h 924581"/>
              <a:gd name="connsiteX4" fmla="*/ 0 w 8747391"/>
              <a:gd name="connsiteY4" fmla="*/ 911713 h 924581"/>
              <a:gd name="connsiteX0" fmla="*/ 0 w 8747391"/>
              <a:gd name="connsiteY0" fmla="*/ 911713 h 970647"/>
              <a:gd name="connsiteX1" fmla="*/ 1699981 w 8747391"/>
              <a:gd name="connsiteY1" fmla="*/ 5630 h 970647"/>
              <a:gd name="connsiteX2" fmla="*/ 8738682 w 8747391"/>
              <a:gd name="connsiteY2" fmla="*/ 0 h 970647"/>
              <a:gd name="connsiteX3" fmla="*/ 8727589 w 8747391"/>
              <a:gd name="connsiteY3" fmla="*/ 970647 h 970647"/>
              <a:gd name="connsiteX4" fmla="*/ 0 w 8747391"/>
              <a:gd name="connsiteY4" fmla="*/ 911713 h 970647"/>
              <a:gd name="connsiteX0" fmla="*/ 0 w 8742109"/>
              <a:gd name="connsiteY0" fmla="*/ 911713 h 970647"/>
              <a:gd name="connsiteX1" fmla="*/ 1699981 w 8742109"/>
              <a:gd name="connsiteY1" fmla="*/ 5630 h 970647"/>
              <a:gd name="connsiteX2" fmla="*/ 8738682 w 8742109"/>
              <a:gd name="connsiteY2" fmla="*/ 0 h 970647"/>
              <a:gd name="connsiteX3" fmla="*/ 8727589 w 8742109"/>
              <a:gd name="connsiteY3" fmla="*/ 970647 h 970647"/>
              <a:gd name="connsiteX4" fmla="*/ 0 w 8742109"/>
              <a:gd name="connsiteY4" fmla="*/ 911713 h 970647"/>
              <a:gd name="connsiteX0" fmla="*/ 0 w 8742109"/>
              <a:gd name="connsiteY0" fmla="*/ 911713 h 970647"/>
              <a:gd name="connsiteX1" fmla="*/ 1699981 w 8742109"/>
              <a:gd name="connsiteY1" fmla="*/ 5630 h 970647"/>
              <a:gd name="connsiteX2" fmla="*/ 8738682 w 8742109"/>
              <a:gd name="connsiteY2" fmla="*/ 0 h 970647"/>
              <a:gd name="connsiteX3" fmla="*/ 8727589 w 8742109"/>
              <a:gd name="connsiteY3" fmla="*/ 970647 h 970647"/>
              <a:gd name="connsiteX4" fmla="*/ 0 w 8742109"/>
              <a:gd name="connsiteY4" fmla="*/ 911713 h 970647"/>
              <a:gd name="connsiteX0" fmla="*/ 0 w 8751250"/>
              <a:gd name="connsiteY0" fmla="*/ 911713 h 936098"/>
              <a:gd name="connsiteX1" fmla="*/ 1699981 w 8751250"/>
              <a:gd name="connsiteY1" fmla="*/ 5630 h 936098"/>
              <a:gd name="connsiteX2" fmla="*/ 8738682 w 8751250"/>
              <a:gd name="connsiteY2" fmla="*/ 0 h 936098"/>
              <a:gd name="connsiteX3" fmla="*/ 8739502 w 8751250"/>
              <a:gd name="connsiteY3" fmla="*/ 936098 h 936098"/>
              <a:gd name="connsiteX4" fmla="*/ 0 w 8751250"/>
              <a:gd name="connsiteY4" fmla="*/ 911713 h 936098"/>
              <a:gd name="connsiteX0" fmla="*/ 0 w 8753858"/>
              <a:gd name="connsiteY0" fmla="*/ 911713 h 944624"/>
              <a:gd name="connsiteX1" fmla="*/ 1699981 w 8753858"/>
              <a:gd name="connsiteY1" fmla="*/ 5630 h 944624"/>
              <a:gd name="connsiteX2" fmla="*/ 8738682 w 8753858"/>
              <a:gd name="connsiteY2" fmla="*/ 0 h 944624"/>
              <a:gd name="connsiteX3" fmla="*/ 8739502 w 8753858"/>
              <a:gd name="connsiteY3" fmla="*/ 936098 h 944624"/>
              <a:gd name="connsiteX4" fmla="*/ 0 w 8753858"/>
              <a:gd name="connsiteY4" fmla="*/ 911713 h 944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53858" h="944624">
                <a:moveTo>
                  <a:pt x="0" y="911713"/>
                </a:moveTo>
                <a:lnTo>
                  <a:pt x="1699981" y="5630"/>
                </a:lnTo>
                <a:cubicBezTo>
                  <a:pt x="9168945" y="3753"/>
                  <a:pt x="1102931" y="13394"/>
                  <a:pt x="8738682" y="0"/>
                </a:cubicBezTo>
                <a:cubicBezTo>
                  <a:pt x="8727604" y="1209105"/>
                  <a:pt x="8771146" y="-500463"/>
                  <a:pt x="8739502" y="936098"/>
                </a:cubicBezTo>
                <a:cubicBezTo>
                  <a:pt x="9090587" y="962520"/>
                  <a:pt x="2913167" y="919841"/>
                  <a:pt x="0" y="911713"/>
                </a:cubicBezTo>
                <a:close/>
              </a:path>
            </a:pathLst>
          </a:custGeom>
          <a:gradFill>
            <a:gsLst>
              <a:gs pos="0">
                <a:schemeClr val="bg2"/>
              </a:gs>
              <a:gs pos="100000">
                <a:srgbClr val="3C747D"/>
              </a:gs>
            </a:gsLst>
            <a:lin ang="13500000" scaled="1"/>
          </a:gradFill>
          <a:ln w="9525" cap="flat" cmpd="sng">
            <a:noFill/>
            <a:prstDash val="solid"/>
            <a:round/>
            <a:headEnd type="none" w="sm" len="sm"/>
            <a:tailEnd type="none" w="sm" len="sm"/>
          </a:ln>
        </p:spPr>
        <p:txBody>
          <a:bodyPr spcFirstLastPara="1" wrap="square" lIns="103615" tIns="103615" rIns="103615" bIns="103615" anchor="ctr" anchorCtr="0">
            <a:noAutofit/>
          </a:bodyPr>
          <a:lstStyle/>
          <a:p>
            <a:pPr marL="0" lvl="0" indent="0" algn="l" rtl="0">
              <a:spcBef>
                <a:spcPts val="0"/>
              </a:spcBef>
              <a:spcAft>
                <a:spcPts val="0"/>
              </a:spcAft>
              <a:buNone/>
            </a:pPr>
            <a:endParaRPr sz="2720" dirty="0"/>
          </a:p>
        </p:txBody>
      </p:sp>
      <p:pic>
        <p:nvPicPr>
          <p:cNvPr id="4" name="Picture 3">
            <a:extLst>
              <a:ext uri="{FF2B5EF4-FFF2-40B4-BE49-F238E27FC236}">
                <a16:creationId xmlns:a16="http://schemas.microsoft.com/office/drawing/2014/main" id="{25E3525E-8B8F-48E9-A3C9-5E594654DC1C}"/>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7" name="TextBox 6">
            <a:extLst>
              <a:ext uri="{FF2B5EF4-FFF2-40B4-BE49-F238E27FC236}">
                <a16:creationId xmlns:a16="http://schemas.microsoft.com/office/drawing/2014/main" id="{04863A05-44BF-A821-5E52-6EC4CB022C2D}"/>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sp>
        <p:nvSpPr>
          <p:cNvPr id="2" name="Slide Number Placeholder 5">
            <a:extLst>
              <a:ext uri="{FF2B5EF4-FFF2-40B4-BE49-F238E27FC236}">
                <a16:creationId xmlns:a16="http://schemas.microsoft.com/office/drawing/2014/main" id="{D00D3EC7-9B65-3686-2BC9-5C1E97FF23BD}"/>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8" name="Teardrop 7">
            <a:extLst>
              <a:ext uri="{FF2B5EF4-FFF2-40B4-BE49-F238E27FC236}">
                <a16:creationId xmlns:a16="http://schemas.microsoft.com/office/drawing/2014/main" id="{239E3C8D-EC6D-F540-C17C-D829B5B38102}"/>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9" name="Slide Number Placeholder 5">
            <a:extLst>
              <a:ext uri="{FF2B5EF4-FFF2-40B4-BE49-F238E27FC236}">
                <a16:creationId xmlns:a16="http://schemas.microsoft.com/office/drawing/2014/main" id="{0FFA5C91-EBFB-6A75-8FA8-E2939FF9BD69}"/>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2392741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subtitle" preserve="1">
  <p:cSld name="1_Title + subtitle">
    <p:spTree>
      <p:nvGrpSpPr>
        <p:cNvPr id="1" name="Shape 42"/>
        <p:cNvGrpSpPr/>
        <p:nvPr/>
      </p:nvGrpSpPr>
      <p:grpSpPr>
        <a:xfrm>
          <a:off x="0" y="0"/>
          <a:ext cx="0" cy="0"/>
          <a:chOff x="0" y="0"/>
          <a:chExt cx="0" cy="0"/>
        </a:xfrm>
      </p:grpSpPr>
      <p:sp>
        <p:nvSpPr>
          <p:cNvPr id="43" name="Google Shape;43;p5"/>
          <p:cNvSpPr/>
          <p:nvPr/>
        </p:nvSpPr>
        <p:spPr>
          <a:xfrm flipH="1">
            <a:off x="-2" y="-63656"/>
            <a:ext cx="6908802" cy="7858760"/>
          </a:xfrm>
          <a:prstGeom prst="rect">
            <a:avLst/>
          </a:prstGeom>
          <a:gradFill>
            <a:gsLst>
              <a:gs pos="45000">
                <a:srgbClr val="252525"/>
              </a:gs>
              <a:gs pos="8000">
                <a:schemeClr val="tx2">
                  <a:lumMod val="10000"/>
                </a:schemeClr>
              </a:gs>
              <a:gs pos="100000">
                <a:schemeClr val="bg1">
                  <a:lumMod val="25000"/>
                  <a:alpha val="85000"/>
                </a:schemeClr>
              </a:gs>
            </a:gsLst>
            <a:lin ang="13500000" scaled="1"/>
          </a:gradFill>
          <a:ln>
            <a:noFill/>
          </a:ln>
        </p:spPr>
      </p:sp>
      <p:sp>
        <p:nvSpPr>
          <p:cNvPr id="3" name="Google Shape;19;p3">
            <a:extLst>
              <a:ext uri="{FF2B5EF4-FFF2-40B4-BE49-F238E27FC236}">
                <a16:creationId xmlns:a16="http://schemas.microsoft.com/office/drawing/2014/main" id="{0DC96943-44E8-94D0-FCEA-2451A0F2E1B4}"/>
              </a:ext>
            </a:extLst>
          </p:cNvPr>
          <p:cNvSpPr/>
          <p:nvPr/>
        </p:nvSpPr>
        <p:spPr>
          <a:xfrm rot="10800000">
            <a:off x="-4" y="-116032"/>
            <a:ext cx="8626646" cy="1466532"/>
          </a:xfrm>
          <a:custGeom>
            <a:avLst/>
            <a:gdLst>
              <a:gd name="connsiteX0" fmla="*/ 0 w 12239162"/>
              <a:gd name="connsiteY0" fmla="*/ 461583 h 461583"/>
              <a:gd name="connsiteX1" fmla="*/ 6119581 w 12239162"/>
              <a:gd name="connsiteY1" fmla="*/ 0 h 461583"/>
              <a:gd name="connsiteX2" fmla="*/ 12239162 w 12239162"/>
              <a:gd name="connsiteY2" fmla="*/ 461583 h 461583"/>
              <a:gd name="connsiteX3" fmla="*/ 0 w 12239162"/>
              <a:gd name="connsiteY3" fmla="*/ 461583 h 461583"/>
              <a:gd name="connsiteX0" fmla="*/ 0 w 8010062"/>
              <a:gd name="connsiteY0" fmla="*/ 1121983 h 1121983"/>
              <a:gd name="connsiteX1" fmla="*/ 1890481 w 8010062"/>
              <a:gd name="connsiteY1" fmla="*/ 0 h 1121983"/>
              <a:gd name="connsiteX2" fmla="*/ 8010062 w 8010062"/>
              <a:gd name="connsiteY2" fmla="*/ 461583 h 1121983"/>
              <a:gd name="connsiteX3" fmla="*/ 0 w 8010062"/>
              <a:gd name="connsiteY3" fmla="*/ 1121983 h 1121983"/>
              <a:gd name="connsiteX0" fmla="*/ 0 w 8010062"/>
              <a:gd name="connsiteY0" fmla="*/ 1033083 h 1033083"/>
              <a:gd name="connsiteX1" fmla="*/ 899881 w 8010062"/>
              <a:gd name="connsiteY1" fmla="*/ 0 h 1033083"/>
              <a:gd name="connsiteX2" fmla="*/ 8010062 w 8010062"/>
              <a:gd name="connsiteY2" fmla="*/ 372683 h 1033083"/>
              <a:gd name="connsiteX3" fmla="*/ 0 w 8010062"/>
              <a:gd name="connsiteY3" fmla="*/ 1033083 h 1033083"/>
              <a:gd name="connsiteX0" fmla="*/ 0 w 8010062"/>
              <a:gd name="connsiteY0" fmla="*/ 1033083 h 1033083"/>
              <a:gd name="connsiteX1" fmla="*/ 899881 w 8010062"/>
              <a:gd name="connsiteY1" fmla="*/ 0 h 1033083"/>
              <a:gd name="connsiteX2" fmla="*/ 8010062 w 8010062"/>
              <a:gd name="connsiteY2" fmla="*/ 372683 h 1033083"/>
              <a:gd name="connsiteX3" fmla="*/ 7452868 w 8010062"/>
              <a:gd name="connsiteY3" fmla="*/ 991600 h 1033083"/>
              <a:gd name="connsiteX4" fmla="*/ 0 w 8010062"/>
              <a:gd name="connsiteY4" fmla="*/ 1033083 h 1033083"/>
              <a:gd name="connsiteX0" fmla="*/ 0 w 8035402"/>
              <a:gd name="connsiteY0" fmla="*/ 1033083 h 1080500"/>
              <a:gd name="connsiteX1" fmla="*/ 899881 w 8035402"/>
              <a:gd name="connsiteY1" fmla="*/ 0 h 1080500"/>
              <a:gd name="connsiteX2" fmla="*/ 8010062 w 8035402"/>
              <a:gd name="connsiteY2" fmla="*/ 372683 h 1080500"/>
              <a:gd name="connsiteX3" fmla="*/ 7973568 w 8035402"/>
              <a:gd name="connsiteY3" fmla="*/ 1080500 h 1080500"/>
              <a:gd name="connsiteX4" fmla="*/ 0 w 8035402"/>
              <a:gd name="connsiteY4" fmla="*/ 1033083 h 1080500"/>
              <a:gd name="connsiteX0" fmla="*/ 0 w 8860902"/>
              <a:gd name="connsiteY0" fmla="*/ 1033083 h 1080500"/>
              <a:gd name="connsiteX1" fmla="*/ 1725381 w 8860902"/>
              <a:gd name="connsiteY1" fmla="*/ 0 h 1080500"/>
              <a:gd name="connsiteX2" fmla="*/ 8835562 w 8860902"/>
              <a:gd name="connsiteY2" fmla="*/ 372683 h 1080500"/>
              <a:gd name="connsiteX3" fmla="*/ 8799068 w 8860902"/>
              <a:gd name="connsiteY3" fmla="*/ 1080500 h 1080500"/>
              <a:gd name="connsiteX4" fmla="*/ 0 w 8860902"/>
              <a:gd name="connsiteY4" fmla="*/ 1033083 h 1080500"/>
              <a:gd name="connsiteX0" fmla="*/ 0 w 8860902"/>
              <a:gd name="connsiteY0" fmla="*/ 906083 h 953500"/>
              <a:gd name="connsiteX1" fmla="*/ 1699981 w 8860902"/>
              <a:gd name="connsiteY1" fmla="*/ 0 h 953500"/>
              <a:gd name="connsiteX2" fmla="*/ 8835562 w 8860902"/>
              <a:gd name="connsiteY2" fmla="*/ 245683 h 953500"/>
              <a:gd name="connsiteX3" fmla="*/ 8799068 w 8860902"/>
              <a:gd name="connsiteY3" fmla="*/ 953500 h 953500"/>
              <a:gd name="connsiteX4" fmla="*/ 0 w 8860902"/>
              <a:gd name="connsiteY4" fmla="*/ 906083 h 953500"/>
              <a:gd name="connsiteX0" fmla="*/ 0 w 8899062"/>
              <a:gd name="connsiteY0" fmla="*/ 906083 h 953500"/>
              <a:gd name="connsiteX1" fmla="*/ 1699981 w 8899062"/>
              <a:gd name="connsiteY1" fmla="*/ 0 h 953500"/>
              <a:gd name="connsiteX2" fmla="*/ 8899062 w 8899062"/>
              <a:gd name="connsiteY2" fmla="*/ 118683 h 953500"/>
              <a:gd name="connsiteX3" fmla="*/ 8799068 w 8899062"/>
              <a:gd name="connsiteY3" fmla="*/ 953500 h 953500"/>
              <a:gd name="connsiteX4" fmla="*/ 0 w 8899062"/>
              <a:gd name="connsiteY4" fmla="*/ 906083 h 953500"/>
              <a:gd name="connsiteX0" fmla="*/ 0 w 8864554"/>
              <a:gd name="connsiteY0" fmla="*/ 906083 h 953500"/>
              <a:gd name="connsiteX1" fmla="*/ 1699981 w 8864554"/>
              <a:gd name="connsiteY1" fmla="*/ 0 h 953500"/>
              <a:gd name="connsiteX2" fmla="*/ 8860962 w 8864554"/>
              <a:gd name="connsiteY2" fmla="*/ 118683 h 953500"/>
              <a:gd name="connsiteX3" fmla="*/ 8799068 w 8864554"/>
              <a:gd name="connsiteY3" fmla="*/ 953500 h 953500"/>
              <a:gd name="connsiteX4" fmla="*/ 0 w 8864554"/>
              <a:gd name="connsiteY4" fmla="*/ 906083 h 953500"/>
              <a:gd name="connsiteX0" fmla="*/ 0 w 8890527"/>
              <a:gd name="connsiteY0" fmla="*/ 906083 h 987364"/>
              <a:gd name="connsiteX1" fmla="*/ 1699981 w 8890527"/>
              <a:gd name="connsiteY1" fmla="*/ 0 h 987364"/>
              <a:gd name="connsiteX2" fmla="*/ 8860962 w 8890527"/>
              <a:gd name="connsiteY2" fmla="*/ 118683 h 987364"/>
              <a:gd name="connsiteX3" fmla="*/ 8799068 w 8890527"/>
              <a:gd name="connsiteY3" fmla="*/ 953500 h 987364"/>
              <a:gd name="connsiteX4" fmla="*/ 0 w 8890527"/>
              <a:gd name="connsiteY4" fmla="*/ 906083 h 987364"/>
              <a:gd name="connsiteX0" fmla="*/ 0 w 8877874"/>
              <a:gd name="connsiteY0" fmla="*/ 906083 h 995281"/>
              <a:gd name="connsiteX1" fmla="*/ 1699981 w 8877874"/>
              <a:gd name="connsiteY1" fmla="*/ 0 h 995281"/>
              <a:gd name="connsiteX2" fmla="*/ 8810162 w 8877874"/>
              <a:gd name="connsiteY2" fmla="*/ 144083 h 995281"/>
              <a:gd name="connsiteX3" fmla="*/ 8799068 w 8877874"/>
              <a:gd name="connsiteY3" fmla="*/ 953500 h 995281"/>
              <a:gd name="connsiteX4" fmla="*/ 0 w 8877874"/>
              <a:gd name="connsiteY4" fmla="*/ 906083 h 995281"/>
              <a:gd name="connsiteX0" fmla="*/ 0 w 8865123"/>
              <a:gd name="connsiteY0" fmla="*/ 906083 h 969789"/>
              <a:gd name="connsiteX1" fmla="*/ 1699981 w 8865123"/>
              <a:gd name="connsiteY1" fmla="*/ 0 h 969789"/>
              <a:gd name="connsiteX2" fmla="*/ 8738682 w 8865123"/>
              <a:gd name="connsiteY2" fmla="*/ 51952 h 969789"/>
              <a:gd name="connsiteX3" fmla="*/ 8799068 w 8865123"/>
              <a:gd name="connsiteY3" fmla="*/ 953500 h 969789"/>
              <a:gd name="connsiteX4" fmla="*/ 0 w 8865123"/>
              <a:gd name="connsiteY4" fmla="*/ 906083 h 969789"/>
              <a:gd name="connsiteX0" fmla="*/ 0 w 8865123"/>
              <a:gd name="connsiteY0" fmla="*/ 911713 h 964364"/>
              <a:gd name="connsiteX1" fmla="*/ 1699981 w 8865123"/>
              <a:gd name="connsiteY1" fmla="*/ 5630 h 964364"/>
              <a:gd name="connsiteX2" fmla="*/ 8738682 w 8865123"/>
              <a:gd name="connsiteY2" fmla="*/ 0 h 964364"/>
              <a:gd name="connsiteX3" fmla="*/ 8799068 w 8865123"/>
              <a:gd name="connsiteY3" fmla="*/ 959130 h 964364"/>
              <a:gd name="connsiteX4" fmla="*/ 0 w 8865123"/>
              <a:gd name="connsiteY4" fmla="*/ 911713 h 964364"/>
              <a:gd name="connsiteX0" fmla="*/ 0 w 8797113"/>
              <a:gd name="connsiteY0" fmla="*/ 911713 h 964364"/>
              <a:gd name="connsiteX1" fmla="*/ 1699981 w 8797113"/>
              <a:gd name="connsiteY1" fmla="*/ 5630 h 964364"/>
              <a:gd name="connsiteX2" fmla="*/ 8738682 w 8797113"/>
              <a:gd name="connsiteY2" fmla="*/ 0 h 964364"/>
              <a:gd name="connsiteX3" fmla="*/ 8715675 w 8797113"/>
              <a:gd name="connsiteY3" fmla="*/ 959130 h 964364"/>
              <a:gd name="connsiteX4" fmla="*/ 0 w 8797113"/>
              <a:gd name="connsiteY4" fmla="*/ 911713 h 964364"/>
              <a:gd name="connsiteX0" fmla="*/ 0 w 8738682"/>
              <a:gd name="connsiteY0" fmla="*/ 911713 h 959130"/>
              <a:gd name="connsiteX1" fmla="*/ 1699981 w 8738682"/>
              <a:gd name="connsiteY1" fmla="*/ 5630 h 959130"/>
              <a:gd name="connsiteX2" fmla="*/ 8738682 w 8738682"/>
              <a:gd name="connsiteY2" fmla="*/ 0 h 959130"/>
              <a:gd name="connsiteX3" fmla="*/ 8715675 w 8738682"/>
              <a:gd name="connsiteY3" fmla="*/ 959130 h 959130"/>
              <a:gd name="connsiteX4" fmla="*/ 0 w 8738682"/>
              <a:gd name="connsiteY4" fmla="*/ 911713 h 959130"/>
              <a:gd name="connsiteX0" fmla="*/ 0 w 8739546"/>
              <a:gd name="connsiteY0" fmla="*/ 911713 h 959130"/>
              <a:gd name="connsiteX1" fmla="*/ 1699981 w 8739546"/>
              <a:gd name="connsiteY1" fmla="*/ 5630 h 959130"/>
              <a:gd name="connsiteX2" fmla="*/ 8738682 w 8739546"/>
              <a:gd name="connsiteY2" fmla="*/ 0 h 959130"/>
              <a:gd name="connsiteX3" fmla="*/ 8715675 w 8739546"/>
              <a:gd name="connsiteY3" fmla="*/ 959130 h 959130"/>
              <a:gd name="connsiteX4" fmla="*/ 0 w 8739546"/>
              <a:gd name="connsiteY4" fmla="*/ 911713 h 959130"/>
              <a:gd name="connsiteX0" fmla="*/ 0 w 8739546"/>
              <a:gd name="connsiteY0" fmla="*/ 911713 h 959130"/>
              <a:gd name="connsiteX1" fmla="*/ 1699981 w 8739546"/>
              <a:gd name="connsiteY1" fmla="*/ 5630 h 959130"/>
              <a:gd name="connsiteX2" fmla="*/ 8738682 w 8739546"/>
              <a:gd name="connsiteY2" fmla="*/ 0 h 959130"/>
              <a:gd name="connsiteX3" fmla="*/ 8715675 w 8739546"/>
              <a:gd name="connsiteY3" fmla="*/ 959130 h 959130"/>
              <a:gd name="connsiteX4" fmla="*/ 0 w 8739546"/>
              <a:gd name="connsiteY4" fmla="*/ 911713 h 959130"/>
              <a:gd name="connsiteX0" fmla="*/ 0 w 8739546"/>
              <a:gd name="connsiteY0" fmla="*/ 911713 h 959130"/>
              <a:gd name="connsiteX1" fmla="*/ 1699981 w 8739546"/>
              <a:gd name="connsiteY1" fmla="*/ 5630 h 959130"/>
              <a:gd name="connsiteX2" fmla="*/ 8738682 w 8739546"/>
              <a:gd name="connsiteY2" fmla="*/ 0 h 959130"/>
              <a:gd name="connsiteX3" fmla="*/ 8715675 w 8739546"/>
              <a:gd name="connsiteY3" fmla="*/ 959130 h 959130"/>
              <a:gd name="connsiteX4" fmla="*/ 0 w 8739546"/>
              <a:gd name="connsiteY4" fmla="*/ 911713 h 959130"/>
              <a:gd name="connsiteX0" fmla="*/ 0 w 8747391"/>
              <a:gd name="connsiteY0" fmla="*/ 911713 h 924581"/>
              <a:gd name="connsiteX1" fmla="*/ 1699981 w 8747391"/>
              <a:gd name="connsiteY1" fmla="*/ 5630 h 924581"/>
              <a:gd name="connsiteX2" fmla="*/ 8738682 w 8747391"/>
              <a:gd name="connsiteY2" fmla="*/ 0 h 924581"/>
              <a:gd name="connsiteX3" fmla="*/ 8727589 w 8747391"/>
              <a:gd name="connsiteY3" fmla="*/ 924581 h 924581"/>
              <a:gd name="connsiteX4" fmla="*/ 0 w 8747391"/>
              <a:gd name="connsiteY4" fmla="*/ 911713 h 924581"/>
              <a:gd name="connsiteX0" fmla="*/ 0 w 8747391"/>
              <a:gd name="connsiteY0" fmla="*/ 911713 h 970647"/>
              <a:gd name="connsiteX1" fmla="*/ 1699981 w 8747391"/>
              <a:gd name="connsiteY1" fmla="*/ 5630 h 970647"/>
              <a:gd name="connsiteX2" fmla="*/ 8738682 w 8747391"/>
              <a:gd name="connsiteY2" fmla="*/ 0 h 970647"/>
              <a:gd name="connsiteX3" fmla="*/ 8727589 w 8747391"/>
              <a:gd name="connsiteY3" fmla="*/ 970647 h 970647"/>
              <a:gd name="connsiteX4" fmla="*/ 0 w 8747391"/>
              <a:gd name="connsiteY4" fmla="*/ 911713 h 970647"/>
              <a:gd name="connsiteX0" fmla="*/ 0 w 8742109"/>
              <a:gd name="connsiteY0" fmla="*/ 911713 h 970647"/>
              <a:gd name="connsiteX1" fmla="*/ 1699981 w 8742109"/>
              <a:gd name="connsiteY1" fmla="*/ 5630 h 970647"/>
              <a:gd name="connsiteX2" fmla="*/ 8738682 w 8742109"/>
              <a:gd name="connsiteY2" fmla="*/ 0 h 970647"/>
              <a:gd name="connsiteX3" fmla="*/ 8727589 w 8742109"/>
              <a:gd name="connsiteY3" fmla="*/ 970647 h 970647"/>
              <a:gd name="connsiteX4" fmla="*/ 0 w 8742109"/>
              <a:gd name="connsiteY4" fmla="*/ 911713 h 970647"/>
              <a:gd name="connsiteX0" fmla="*/ 0 w 8742109"/>
              <a:gd name="connsiteY0" fmla="*/ 911713 h 970647"/>
              <a:gd name="connsiteX1" fmla="*/ 1699981 w 8742109"/>
              <a:gd name="connsiteY1" fmla="*/ 5630 h 970647"/>
              <a:gd name="connsiteX2" fmla="*/ 8738682 w 8742109"/>
              <a:gd name="connsiteY2" fmla="*/ 0 h 970647"/>
              <a:gd name="connsiteX3" fmla="*/ 8727589 w 8742109"/>
              <a:gd name="connsiteY3" fmla="*/ 970647 h 970647"/>
              <a:gd name="connsiteX4" fmla="*/ 0 w 8742109"/>
              <a:gd name="connsiteY4" fmla="*/ 911713 h 970647"/>
              <a:gd name="connsiteX0" fmla="*/ 0 w 8751250"/>
              <a:gd name="connsiteY0" fmla="*/ 911713 h 936098"/>
              <a:gd name="connsiteX1" fmla="*/ 1699981 w 8751250"/>
              <a:gd name="connsiteY1" fmla="*/ 5630 h 936098"/>
              <a:gd name="connsiteX2" fmla="*/ 8738682 w 8751250"/>
              <a:gd name="connsiteY2" fmla="*/ 0 h 936098"/>
              <a:gd name="connsiteX3" fmla="*/ 8739502 w 8751250"/>
              <a:gd name="connsiteY3" fmla="*/ 936098 h 936098"/>
              <a:gd name="connsiteX4" fmla="*/ 0 w 8751250"/>
              <a:gd name="connsiteY4" fmla="*/ 911713 h 936098"/>
              <a:gd name="connsiteX0" fmla="*/ 0 w 8753858"/>
              <a:gd name="connsiteY0" fmla="*/ 911713 h 944624"/>
              <a:gd name="connsiteX1" fmla="*/ 1699981 w 8753858"/>
              <a:gd name="connsiteY1" fmla="*/ 5630 h 944624"/>
              <a:gd name="connsiteX2" fmla="*/ 8738682 w 8753858"/>
              <a:gd name="connsiteY2" fmla="*/ 0 h 944624"/>
              <a:gd name="connsiteX3" fmla="*/ 8739502 w 8753858"/>
              <a:gd name="connsiteY3" fmla="*/ 936098 h 944624"/>
              <a:gd name="connsiteX4" fmla="*/ 0 w 8753858"/>
              <a:gd name="connsiteY4" fmla="*/ 911713 h 944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53858" h="944624">
                <a:moveTo>
                  <a:pt x="0" y="911713"/>
                </a:moveTo>
                <a:lnTo>
                  <a:pt x="1699981" y="5630"/>
                </a:lnTo>
                <a:cubicBezTo>
                  <a:pt x="9168945" y="3753"/>
                  <a:pt x="1102931" y="13394"/>
                  <a:pt x="8738682" y="0"/>
                </a:cubicBezTo>
                <a:cubicBezTo>
                  <a:pt x="8727604" y="1209105"/>
                  <a:pt x="8771146" y="-500463"/>
                  <a:pt x="8739502" y="936098"/>
                </a:cubicBezTo>
                <a:cubicBezTo>
                  <a:pt x="9090587" y="962520"/>
                  <a:pt x="2913167" y="919841"/>
                  <a:pt x="0" y="911713"/>
                </a:cubicBezTo>
                <a:close/>
              </a:path>
            </a:pathLst>
          </a:custGeom>
          <a:gradFill>
            <a:gsLst>
              <a:gs pos="0">
                <a:schemeClr val="bg2"/>
              </a:gs>
              <a:gs pos="100000">
                <a:srgbClr val="3C747D"/>
              </a:gs>
            </a:gsLst>
            <a:lin ang="13500000" scaled="1"/>
          </a:gradFill>
          <a:ln w="9525" cap="flat" cmpd="sng">
            <a:noFill/>
            <a:prstDash val="solid"/>
            <a:round/>
            <a:headEnd type="none" w="sm" len="sm"/>
            <a:tailEnd type="none" w="sm" len="sm"/>
          </a:ln>
          <a:effectLst>
            <a:outerShdw blurRad="63500" sx="102000" sy="102000" algn="ctr" rotWithShape="0">
              <a:prstClr val="black">
                <a:alpha val="40000"/>
              </a:prstClr>
            </a:outerShdw>
          </a:effectLst>
        </p:spPr>
        <p:txBody>
          <a:bodyPr spcFirstLastPara="1" wrap="square" lIns="103615" tIns="103615" rIns="103615" bIns="103615" anchor="ctr" anchorCtr="0">
            <a:noAutofit/>
          </a:bodyPr>
          <a:lstStyle/>
          <a:p>
            <a:pPr marL="0" lvl="0" indent="0" algn="l" rtl="0">
              <a:spcBef>
                <a:spcPts val="0"/>
              </a:spcBef>
              <a:spcAft>
                <a:spcPts val="0"/>
              </a:spcAft>
              <a:buNone/>
            </a:pPr>
            <a:endParaRPr sz="2720" dirty="0"/>
          </a:p>
        </p:txBody>
      </p:sp>
      <p:sp>
        <p:nvSpPr>
          <p:cNvPr id="44" name="Google Shape;44;p5"/>
          <p:cNvSpPr txBox="1">
            <a:spLocks noGrp="1"/>
          </p:cNvSpPr>
          <p:nvPr>
            <p:ph type="ctrTitle"/>
          </p:nvPr>
        </p:nvSpPr>
        <p:spPr>
          <a:xfrm>
            <a:off x="719683" y="379713"/>
            <a:ext cx="5843920" cy="649962"/>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300"/>
              <a:buNone/>
              <a:defRPr sz="3600">
                <a:solidFill>
                  <a:schemeClr val="bg1"/>
                </a:solidFill>
                <a:latin typeface="+mj-lt"/>
              </a:defRPr>
            </a:lvl1pPr>
            <a:lvl2pPr lvl="1" rtl="0">
              <a:spcBef>
                <a:spcPts val="0"/>
              </a:spcBef>
              <a:spcAft>
                <a:spcPts val="0"/>
              </a:spcAft>
              <a:buClr>
                <a:schemeClr val="lt1"/>
              </a:buClr>
              <a:buSzPts val="1300"/>
              <a:buNone/>
              <a:defRPr sz="1964">
                <a:solidFill>
                  <a:schemeClr val="lt1"/>
                </a:solidFill>
              </a:defRPr>
            </a:lvl2pPr>
            <a:lvl3pPr lvl="2" rtl="0">
              <a:spcBef>
                <a:spcPts val="0"/>
              </a:spcBef>
              <a:spcAft>
                <a:spcPts val="0"/>
              </a:spcAft>
              <a:buClr>
                <a:schemeClr val="lt1"/>
              </a:buClr>
              <a:buSzPts val="1300"/>
              <a:buNone/>
              <a:defRPr sz="1964">
                <a:solidFill>
                  <a:schemeClr val="lt1"/>
                </a:solidFill>
              </a:defRPr>
            </a:lvl3pPr>
            <a:lvl4pPr lvl="3" rtl="0">
              <a:spcBef>
                <a:spcPts val="0"/>
              </a:spcBef>
              <a:spcAft>
                <a:spcPts val="0"/>
              </a:spcAft>
              <a:buClr>
                <a:schemeClr val="lt1"/>
              </a:buClr>
              <a:buSzPts val="1300"/>
              <a:buNone/>
              <a:defRPr sz="1964">
                <a:solidFill>
                  <a:schemeClr val="lt1"/>
                </a:solidFill>
              </a:defRPr>
            </a:lvl4pPr>
            <a:lvl5pPr lvl="4" rtl="0">
              <a:spcBef>
                <a:spcPts val="0"/>
              </a:spcBef>
              <a:spcAft>
                <a:spcPts val="0"/>
              </a:spcAft>
              <a:buClr>
                <a:schemeClr val="lt1"/>
              </a:buClr>
              <a:buSzPts val="1300"/>
              <a:buNone/>
              <a:defRPr sz="1964">
                <a:solidFill>
                  <a:schemeClr val="lt1"/>
                </a:solidFill>
              </a:defRPr>
            </a:lvl5pPr>
            <a:lvl6pPr lvl="5" rtl="0">
              <a:spcBef>
                <a:spcPts val="0"/>
              </a:spcBef>
              <a:spcAft>
                <a:spcPts val="0"/>
              </a:spcAft>
              <a:buClr>
                <a:schemeClr val="lt1"/>
              </a:buClr>
              <a:buSzPts val="1300"/>
              <a:buNone/>
              <a:defRPr sz="1964">
                <a:solidFill>
                  <a:schemeClr val="lt1"/>
                </a:solidFill>
              </a:defRPr>
            </a:lvl6pPr>
            <a:lvl7pPr lvl="6" rtl="0">
              <a:spcBef>
                <a:spcPts val="0"/>
              </a:spcBef>
              <a:spcAft>
                <a:spcPts val="0"/>
              </a:spcAft>
              <a:buClr>
                <a:schemeClr val="lt1"/>
              </a:buClr>
              <a:buSzPts val="1300"/>
              <a:buNone/>
              <a:defRPr sz="1964">
                <a:solidFill>
                  <a:schemeClr val="lt1"/>
                </a:solidFill>
              </a:defRPr>
            </a:lvl7pPr>
            <a:lvl8pPr lvl="7" rtl="0">
              <a:spcBef>
                <a:spcPts val="0"/>
              </a:spcBef>
              <a:spcAft>
                <a:spcPts val="0"/>
              </a:spcAft>
              <a:buClr>
                <a:schemeClr val="lt1"/>
              </a:buClr>
              <a:buSzPts val="1300"/>
              <a:buNone/>
              <a:defRPr sz="1964">
                <a:solidFill>
                  <a:schemeClr val="lt1"/>
                </a:solidFill>
              </a:defRPr>
            </a:lvl8pPr>
            <a:lvl9pPr lvl="8" rtl="0">
              <a:spcBef>
                <a:spcPts val="0"/>
              </a:spcBef>
              <a:spcAft>
                <a:spcPts val="0"/>
              </a:spcAft>
              <a:buClr>
                <a:schemeClr val="lt1"/>
              </a:buClr>
              <a:buSzPts val="1300"/>
              <a:buNone/>
              <a:defRPr sz="1964">
                <a:solidFill>
                  <a:schemeClr val="lt1"/>
                </a:solidFill>
              </a:defRPr>
            </a:lvl9pPr>
          </a:lstStyle>
          <a:p>
            <a:endParaRPr dirty="0"/>
          </a:p>
        </p:txBody>
      </p:sp>
      <p:sp>
        <p:nvSpPr>
          <p:cNvPr id="45" name="Google Shape;45;p5"/>
          <p:cNvSpPr txBox="1">
            <a:spLocks noGrp="1"/>
          </p:cNvSpPr>
          <p:nvPr>
            <p:ph type="subTitle" idx="1"/>
          </p:nvPr>
        </p:nvSpPr>
        <p:spPr>
          <a:xfrm>
            <a:off x="552426" y="1847044"/>
            <a:ext cx="5872437" cy="2039156"/>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100"/>
              <a:buNone/>
              <a:defRPr sz="1663">
                <a:solidFill>
                  <a:schemeClr val="lt1"/>
                </a:solidFill>
                <a:latin typeface="+mn-lt"/>
              </a:defRPr>
            </a:lvl1pPr>
            <a:lvl2pPr lvl="1" rtl="0">
              <a:lnSpc>
                <a:spcPct val="100000"/>
              </a:lnSpc>
              <a:spcBef>
                <a:spcPts val="0"/>
              </a:spcBef>
              <a:spcAft>
                <a:spcPts val="0"/>
              </a:spcAft>
              <a:buClr>
                <a:schemeClr val="lt1"/>
              </a:buClr>
              <a:buSzPts val="1100"/>
              <a:buNone/>
              <a:defRPr sz="1663">
                <a:solidFill>
                  <a:schemeClr val="lt1"/>
                </a:solidFill>
              </a:defRPr>
            </a:lvl2pPr>
            <a:lvl3pPr lvl="2" rtl="0">
              <a:lnSpc>
                <a:spcPct val="100000"/>
              </a:lnSpc>
              <a:spcBef>
                <a:spcPts val="0"/>
              </a:spcBef>
              <a:spcAft>
                <a:spcPts val="0"/>
              </a:spcAft>
              <a:buClr>
                <a:schemeClr val="lt1"/>
              </a:buClr>
              <a:buSzPts val="1100"/>
              <a:buNone/>
              <a:defRPr sz="1663">
                <a:solidFill>
                  <a:schemeClr val="lt1"/>
                </a:solidFill>
              </a:defRPr>
            </a:lvl3pPr>
            <a:lvl4pPr lvl="3" rtl="0">
              <a:lnSpc>
                <a:spcPct val="100000"/>
              </a:lnSpc>
              <a:spcBef>
                <a:spcPts val="0"/>
              </a:spcBef>
              <a:spcAft>
                <a:spcPts val="0"/>
              </a:spcAft>
              <a:buClr>
                <a:schemeClr val="lt1"/>
              </a:buClr>
              <a:buSzPts val="1100"/>
              <a:buNone/>
              <a:defRPr sz="1663">
                <a:solidFill>
                  <a:schemeClr val="lt1"/>
                </a:solidFill>
              </a:defRPr>
            </a:lvl4pPr>
            <a:lvl5pPr lvl="4" rtl="0">
              <a:lnSpc>
                <a:spcPct val="100000"/>
              </a:lnSpc>
              <a:spcBef>
                <a:spcPts val="0"/>
              </a:spcBef>
              <a:spcAft>
                <a:spcPts val="0"/>
              </a:spcAft>
              <a:buClr>
                <a:schemeClr val="lt1"/>
              </a:buClr>
              <a:buSzPts val="1100"/>
              <a:buNone/>
              <a:defRPr sz="1663">
                <a:solidFill>
                  <a:schemeClr val="lt1"/>
                </a:solidFill>
              </a:defRPr>
            </a:lvl5pPr>
            <a:lvl6pPr lvl="5" rtl="0">
              <a:lnSpc>
                <a:spcPct val="100000"/>
              </a:lnSpc>
              <a:spcBef>
                <a:spcPts val="0"/>
              </a:spcBef>
              <a:spcAft>
                <a:spcPts val="0"/>
              </a:spcAft>
              <a:buClr>
                <a:schemeClr val="lt1"/>
              </a:buClr>
              <a:buSzPts val="1100"/>
              <a:buNone/>
              <a:defRPr sz="1663">
                <a:solidFill>
                  <a:schemeClr val="lt1"/>
                </a:solidFill>
              </a:defRPr>
            </a:lvl6pPr>
            <a:lvl7pPr lvl="6" rtl="0">
              <a:lnSpc>
                <a:spcPct val="100000"/>
              </a:lnSpc>
              <a:spcBef>
                <a:spcPts val="0"/>
              </a:spcBef>
              <a:spcAft>
                <a:spcPts val="0"/>
              </a:spcAft>
              <a:buClr>
                <a:schemeClr val="lt1"/>
              </a:buClr>
              <a:buSzPts val="1100"/>
              <a:buNone/>
              <a:defRPr sz="1663">
                <a:solidFill>
                  <a:schemeClr val="lt1"/>
                </a:solidFill>
              </a:defRPr>
            </a:lvl7pPr>
            <a:lvl8pPr lvl="7" rtl="0">
              <a:lnSpc>
                <a:spcPct val="100000"/>
              </a:lnSpc>
              <a:spcBef>
                <a:spcPts val="0"/>
              </a:spcBef>
              <a:spcAft>
                <a:spcPts val="0"/>
              </a:spcAft>
              <a:buClr>
                <a:schemeClr val="lt1"/>
              </a:buClr>
              <a:buSzPts val="1100"/>
              <a:buNone/>
              <a:defRPr sz="1663">
                <a:solidFill>
                  <a:schemeClr val="lt1"/>
                </a:solidFill>
              </a:defRPr>
            </a:lvl8pPr>
            <a:lvl9pPr lvl="8" rtl="0">
              <a:lnSpc>
                <a:spcPct val="100000"/>
              </a:lnSpc>
              <a:spcBef>
                <a:spcPts val="0"/>
              </a:spcBef>
              <a:spcAft>
                <a:spcPts val="0"/>
              </a:spcAft>
              <a:buClr>
                <a:schemeClr val="lt1"/>
              </a:buClr>
              <a:buSzPts val="1100"/>
              <a:buNone/>
              <a:defRPr sz="1663">
                <a:solidFill>
                  <a:schemeClr val="lt1"/>
                </a:solidFill>
              </a:defRPr>
            </a:lvl9pPr>
          </a:lstStyle>
          <a:p>
            <a:endParaRPr dirty="0"/>
          </a:p>
        </p:txBody>
      </p:sp>
      <p:pic>
        <p:nvPicPr>
          <p:cNvPr id="4" name="Picture 3">
            <a:extLst>
              <a:ext uri="{FF2B5EF4-FFF2-40B4-BE49-F238E27FC236}">
                <a16:creationId xmlns:a16="http://schemas.microsoft.com/office/drawing/2014/main" id="{25E3525E-8B8F-48E9-A3C9-5E594654DC1C}"/>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7" name="TextBox 6">
            <a:extLst>
              <a:ext uri="{FF2B5EF4-FFF2-40B4-BE49-F238E27FC236}">
                <a16:creationId xmlns:a16="http://schemas.microsoft.com/office/drawing/2014/main" id="{04863A05-44BF-A821-5E52-6EC4CB022C2D}"/>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sp>
        <p:nvSpPr>
          <p:cNvPr id="2" name="Slide Number Placeholder 5">
            <a:extLst>
              <a:ext uri="{FF2B5EF4-FFF2-40B4-BE49-F238E27FC236}">
                <a16:creationId xmlns:a16="http://schemas.microsoft.com/office/drawing/2014/main" id="{D00D3EC7-9B65-3686-2BC9-5C1E97FF23BD}"/>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8" name="Teardrop 7">
            <a:extLst>
              <a:ext uri="{FF2B5EF4-FFF2-40B4-BE49-F238E27FC236}">
                <a16:creationId xmlns:a16="http://schemas.microsoft.com/office/drawing/2014/main" id="{239E3C8D-EC6D-F540-C17C-D829B5B38102}"/>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9" name="Slide Number Placeholder 5">
            <a:extLst>
              <a:ext uri="{FF2B5EF4-FFF2-40B4-BE49-F238E27FC236}">
                <a16:creationId xmlns:a16="http://schemas.microsoft.com/office/drawing/2014/main" id="{0FFA5C91-EBFB-6A75-8FA8-E2939FF9BD69}"/>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552095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Four columns" userDrawn="1">
  <p:cSld name="Four columns">
    <p:bg>
      <p:bgPr>
        <a:solidFill>
          <a:schemeClr val="accent3"/>
        </a:solidFill>
        <a:effectLst/>
      </p:bgPr>
    </p:bg>
    <p:spTree>
      <p:nvGrpSpPr>
        <p:cNvPr id="1" name="Shape 46"/>
        <p:cNvGrpSpPr/>
        <p:nvPr/>
      </p:nvGrpSpPr>
      <p:grpSpPr>
        <a:xfrm>
          <a:off x="0" y="0"/>
          <a:ext cx="0" cy="0"/>
          <a:chOff x="0" y="0"/>
          <a:chExt cx="0" cy="0"/>
        </a:xfrm>
      </p:grpSpPr>
      <p:grpSp>
        <p:nvGrpSpPr>
          <p:cNvPr id="8" name="Google Shape;18;p3">
            <a:extLst>
              <a:ext uri="{FF2B5EF4-FFF2-40B4-BE49-F238E27FC236}">
                <a16:creationId xmlns:a16="http://schemas.microsoft.com/office/drawing/2014/main" id="{CD41D1AE-1F52-BB92-EC98-F59DD32EDDE9}"/>
              </a:ext>
            </a:extLst>
          </p:cNvPr>
          <p:cNvGrpSpPr/>
          <p:nvPr userDrawn="1"/>
        </p:nvGrpSpPr>
        <p:grpSpPr>
          <a:xfrm>
            <a:off x="-147831" y="-61164"/>
            <a:ext cx="14010749" cy="2791664"/>
            <a:chOff x="-90880" y="-40481"/>
            <a:chExt cx="9234880" cy="1231009"/>
          </a:xfrm>
          <a:gradFill>
            <a:gsLst>
              <a:gs pos="0">
                <a:schemeClr val="bg2"/>
              </a:gs>
              <a:gs pos="100000">
                <a:srgbClr val="3C747D"/>
              </a:gs>
            </a:gsLst>
            <a:lin ang="13500000" scaled="1"/>
          </a:gradFill>
        </p:grpSpPr>
        <p:sp>
          <p:nvSpPr>
            <p:cNvPr id="9" name="Google Shape;19;p3">
              <a:extLst>
                <a:ext uri="{FF2B5EF4-FFF2-40B4-BE49-F238E27FC236}">
                  <a16:creationId xmlns:a16="http://schemas.microsoft.com/office/drawing/2014/main" id="{76052698-C81D-CE12-2B62-EB34026D61F9}"/>
                </a:ext>
              </a:extLst>
            </p:cNvPr>
            <p:cNvSpPr/>
            <p:nvPr/>
          </p:nvSpPr>
          <p:spPr>
            <a:xfrm rot="10800000">
              <a:off x="-90880" y="821103"/>
              <a:ext cx="9142800" cy="369425"/>
            </a:xfrm>
            <a:prstGeom prst="triangle">
              <a:avLst>
                <a:gd name="adj" fmla="val 50458"/>
              </a:avLst>
            </a:pr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720" dirty="0"/>
            </a:p>
          </p:txBody>
        </p:sp>
        <p:sp>
          <p:nvSpPr>
            <p:cNvPr id="10" name="Google Shape;20;p3">
              <a:extLst>
                <a:ext uri="{FF2B5EF4-FFF2-40B4-BE49-F238E27FC236}">
                  <a16:creationId xmlns:a16="http://schemas.microsoft.com/office/drawing/2014/main" id="{D585E0D2-5DD4-D125-98BB-A14B4DAF29E9}"/>
                </a:ext>
              </a:extLst>
            </p:cNvPr>
            <p:cNvSpPr/>
            <p:nvPr/>
          </p:nvSpPr>
          <p:spPr>
            <a:xfrm>
              <a:off x="0" y="-40481"/>
              <a:ext cx="9144000" cy="861583"/>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720" dirty="0"/>
            </a:p>
          </p:txBody>
        </p:sp>
      </p:grpSp>
      <p:sp>
        <p:nvSpPr>
          <p:cNvPr id="47" name="Google Shape;47;p6"/>
          <p:cNvSpPr txBox="1">
            <a:spLocks noGrp="1"/>
          </p:cNvSpPr>
          <p:nvPr>
            <p:ph type="ctrTitle"/>
          </p:nvPr>
        </p:nvSpPr>
        <p:spPr>
          <a:xfrm>
            <a:off x="4655696" y="612508"/>
            <a:ext cx="4506133" cy="104130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Nunito Sans ExtraBold"/>
              <a:buNone/>
              <a:defRPr sz="2116" b="0">
                <a:solidFill>
                  <a:schemeClr val="bg1"/>
                </a:solidFill>
                <a:latin typeface="Nunito Sans ExtraBold"/>
                <a:ea typeface="Nunito Sans ExtraBold"/>
                <a:cs typeface="Nunito Sans ExtraBold"/>
                <a:sym typeface="Nunito Sans ExtraBold"/>
              </a:defRPr>
            </a:lvl1pPr>
            <a:lvl2pPr lvl="1"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2pPr>
            <a:lvl3pPr lvl="2"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3pPr>
            <a:lvl4pPr lvl="3"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4pPr>
            <a:lvl5pPr lvl="4"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5pPr>
            <a:lvl6pPr lvl="5"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6pPr>
            <a:lvl7pPr lvl="6"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7pPr>
            <a:lvl8pPr lvl="7"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8pPr>
            <a:lvl9pPr lvl="8"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9pPr>
          </a:lstStyle>
          <a:p>
            <a:endParaRPr dirty="0"/>
          </a:p>
        </p:txBody>
      </p:sp>
      <p:pic>
        <p:nvPicPr>
          <p:cNvPr id="3" name="Picture 2">
            <a:extLst>
              <a:ext uri="{FF2B5EF4-FFF2-40B4-BE49-F238E27FC236}">
                <a16:creationId xmlns:a16="http://schemas.microsoft.com/office/drawing/2014/main" id="{D8EAA7A0-B00E-E31D-C517-AFD2C92AE4F2}"/>
              </a:ext>
            </a:extLst>
          </p:cNvPr>
          <p:cNvPicPr>
            <a:picLocks noChangeAspect="1"/>
          </p:cNvPicPr>
          <p:nvPr/>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6" name="TextBox 5">
            <a:extLst>
              <a:ext uri="{FF2B5EF4-FFF2-40B4-BE49-F238E27FC236}">
                <a16:creationId xmlns:a16="http://schemas.microsoft.com/office/drawing/2014/main" id="{8282887D-A484-4D04-CD8E-45E7101AF430}"/>
              </a:ext>
            </a:extLst>
          </p:cNvPr>
          <p:cNvSpPr txBox="1"/>
          <p:nvPr/>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accent6"/>
                </a:solidFill>
                <a:effectLst/>
                <a:uLnTx/>
                <a:uFillTx/>
                <a:latin typeface="Avenir Next LT Pro"/>
                <a:ea typeface="+mn-ea"/>
                <a:cs typeface="+mn-cs"/>
              </a:rPr>
              <a:t>Hands On</a:t>
            </a:r>
          </a:p>
        </p:txBody>
      </p:sp>
      <p:pic>
        <p:nvPicPr>
          <p:cNvPr id="2" name="Picture 1" descr="Icon&#10;&#10;Description automatically generated">
            <a:extLst>
              <a:ext uri="{FF2B5EF4-FFF2-40B4-BE49-F238E27FC236}">
                <a16:creationId xmlns:a16="http://schemas.microsoft.com/office/drawing/2014/main" id="{C86A608D-AB12-681D-BB3E-1BBD40C0B948}"/>
              </a:ext>
            </a:extLst>
          </p:cNvPr>
          <p:cNvPicPr>
            <a:picLocks noChangeAspect="1"/>
          </p:cNvPicPr>
          <p:nvPr userDrawn="1"/>
        </p:nvPicPr>
        <p:blipFill>
          <a:blip r:embed="rId3" cstate="screen">
            <a:duotone>
              <a:schemeClr val="accent4">
                <a:shade val="45000"/>
                <a:satMod val="135000"/>
              </a:schemeClr>
              <a:prstClr val="white"/>
            </a:duotone>
            <a:alphaModFix amt="20000"/>
            <a:extLst>
              <a:ext uri="{28A0092B-C50C-407E-A947-70E740481C1C}">
                <a14:useLocalDpi xmlns:a14="http://schemas.microsoft.com/office/drawing/2010/main"/>
              </a:ext>
            </a:extLst>
          </a:blip>
          <a:srcRect/>
          <a:stretch/>
        </p:blipFill>
        <p:spPr>
          <a:xfrm flipH="1">
            <a:off x="-45395" y="-307"/>
            <a:ext cx="1818033" cy="2451407"/>
          </a:xfrm>
          <a:prstGeom prst="rect">
            <a:avLst/>
          </a:prstGeom>
          <a:ln>
            <a:noFill/>
          </a:ln>
        </p:spPr>
      </p:pic>
      <p:sp>
        <p:nvSpPr>
          <p:cNvPr id="7" name="Slide Number Placeholder 5">
            <a:extLst>
              <a:ext uri="{FF2B5EF4-FFF2-40B4-BE49-F238E27FC236}">
                <a16:creationId xmlns:a16="http://schemas.microsoft.com/office/drawing/2014/main" id="{213D0758-65D1-061E-AEA2-D69F0D4198D5}"/>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11" name="Teardrop 10">
            <a:extLst>
              <a:ext uri="{FF2B5EF4-FFF2-40B4-BE49-F238E27FC236}">
                <a16:creationId xmlns:a16="http://schemas.microsoft.com/office/drawing/2014/main" id="{773C6A5C-8D1E-B7E7-8ABD-2FC3EB6330B5}"/>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12" name="Slide Number Placeholder 5">
            <a:extLst>
              <a:ext uri="{FF2B5EF4-FFF2-40B4-BE49-F238E27FC236}">
                <a16:creationId xmlns:a16="http://schemas.microsoft.com/office/drawing/2014/main" id="{A5B1FCAD-16DD-19CB-A61E-44FA7FB27B59}"/>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557637373"/>
      </p:ext>
    </p:extLst>
  </p:cSld>
  <p:clrMapOvr>
    <a:masterClrMapping/>
  </p:clrMapOvr>
  <p:extLst>
    <p:ext uri="{DCECCB84-F9BA-43D5-87BE-67443E8EF086}">
      <p15:sldGuideLst xmlns:p15="http://schemas.microsoft.com/office/powerpoint/2012/main">
        <p15:guide id="1" orient="horz" pos="1985">
          <p15:clr>
            <a:srgbClr val="FA7B17"/>
          </p15:clr>
        </p15:guide>
        <p15:guide id="2" orient="horz" pos="1460">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2">
  <p:cSld name="Section 2">
    <p:spTree>
      <p:nvGrpSpPr>
        <p:cNvPr id="1" name="Shape 56"/>
        <p:cNvGrpSpPr/>
        <p:nvPr/>
      </p:nvGrpSpPr>
      <p:grpSpPr>
        <a:xfrm>
          <a:off x="0" y="0"/>
          <a:ext cx="0" cy="0"/>
          <a:chOff x="0" y="0"/>
          <a:chExt cx="0" cy="0"/>
        </a:xfrm>
      </p:grpSpPr>
      <p:sp>
        <p:nvSpPr>
          <p:cNvPr id="58" name="Google Shape;58;p7"/>
          <p:cNvSpPr/>
          <p:nvPr/>
        </p:nvSpPr>
        <p:spPr>
          <a:xfrm>
            <a:off x="-56639" y="-59729"/>
            <a:ext cx="5659033" cy="7891857"/>
          </a:xfrm>
          <a:custGeom>
            <a:avLst/>
            <a:gdLst>
              <a:gd name="connsiteX0" fmla="*/ 0 w 6145233"/>
              <a:gd name="connsiteY0" fmla="*/ 3458844 h 6917687"/>
              <a:gd name="connsiteX1" fmla="*/ 1185784 w 6145233"/>
              <a:gd name="connsiteY1" fmla="*/ 2 h 6917687"/>
              <a:gd name="connsiteX2" fmla="*/ 4959449 w 6145233"/>
              <a:gd name="connsiteY2" fmla="*/ 2 h 6917687"/>
              <a:gd name="connsiteX3" fmla="*/ 6145233 w 6145233"/>
              <a:gd name="connsiteY3" fmla="*/ 3458844 h 6917687"/>
              <a:gd name="connsiteX4" fmla="*/ 4959449 w 6145233"/>
              <a:gd name="connsiteY4" fmla="*/ 6917685 h 6917687"/>
              <a:gd name="connsiteX5" fmla="*/ 1185784 w 6145233"/>
              <a:gd name="connsiteY5" fmla="*/ 6917685 h 6917687"/>
              <a:gd name="connsiteX6" fmla="*/ 0 w 6145233"/>
              <a:gd name="connsiteY6" fmla="*/ 3458844 h 6917687"/>
              <a:gd name="connsiteX0" fmla="*/ 0 w 6145233"/>
              <a:gd name="connsiteY0" fmla="*/ 3458842 h 6917683"/>
              <a:gd name="connsiteX1" fmla="*/ 2633584 w 6145233"/>
              <a:gd name="connsiteY1" fmla="*/ 0 h 6917683"/>
              <a:gd name="connsiteX2" fmla="*/ 4959449 w 6145233"/>
              <a:gd name="connsiteY2" fmla="*/ 0 h 6917683"/>
              <a:gd name="connsiteX3" fmla="*/ 6145233 w 6145233"/>
              <a:gd name="connsiteY3" fmla="*/ 3458842 h 6917683"/>
              <a:gd name="connsiteX4" fmla="*/ 4959449 w 6145233"/>
              <a:gd name="connsiteY4" fmla="*/ 6917683 h 6917683"/>
              <a:gd name="connsiteX5" fmla="*/ 1185784 w 6145233"/>
              <a:gd name="connsiteY5" fmla="*/ 6917683 h 6917683"/>
              <a:gd name="connsiteX6" fmla="*/ 0 w 6145233"/>
              <a:gd name="connsiteY6" fmla="*/ 3458842 h 6917683"/>
              <a:gd name="connsiteX0" fmla="*/ 0 w 4959449"/>
              <a:gd name="connsiteY0" fmla="*/ 6917683 h 6917683"/>
              <a:gd name="connsiteX1" fmla="*/ 1447800 w 4959449"/>
              <a:gd name="connsiteY1" fmla="*/ 0 h 6917683"/>
              <a:gd name="connsiteX2" fmla="*/ 3773665 w 4959449"/>
              <a:gd name="connsiteY2" fmla="*/ 0 h 6917683"/>
              <a:gd name="connsiteX3" fmla="*/ 4959449 w 4959449"/>
              <a:gd name="connsiteY3" fmla="*/ 3458842 h 6917683"/>
              <a:gd name="connsiteX4" fmla="*/ 3773665 w 4959449"/>
              <a:gd name="connsiteY4" fmla="*/ 6917683 h 6917683"/>
              <a:gd name="connsiteX5" fmla="*/ 0 w 4959449"/>
              <a:gd name="connsiteY5" fmla="*/ 6917683 h 6917683"/>
              <a:gd name="connsiteX0" fmla="*/ 304800 w 3511649"/>
              <a:gd name="connsiteY0" fmla="*/ 6978643 h 6978643"/>
              <a:gd name="connsiteX1" fmla="*/ 0 w 3511649"/>
              <a:gd name="connsiteY1" fmla="*/ 0 h 6978643"/>
              <a:gd name="connsiteX2" fmla="*/ 2325865 w 3511649"/>
              <a:gd name="connsiteY2" fmla="*/ 0 h 6978643"/>
              <a:gd name="connsiteX3" fmla="*/ 3511649 w 3511649"/>
              <a:gd name="connsiteY3" fmla="*/ 3458842 h 6978643"/>
              <a:gd name="connsiteX4" fmla="*/ 2325865 w 3511649"/>
              <a:gd name="connsiteY4" fmla="*/ 6917683 h 6978643"/>
              <a:gd name="connsiteX5" fmla="*/ 304800 w 3511649"/>
              <a:gd name="connsiteY5" fmla="*/ 6978643 h 6978643"/>
              <a:gd name="connsiteX0" fmla="*/ 304800 w 3511649"/>
              <a:gd name="connsiteY0" fmla="*/ 6932923 h 6932923"/>
              <a:gd name="connsiteX1" fmla="*/ 0 w 3511649"/>
              <a:gd name="connsiteY1" fmla="*/ 0 h 6932923"/>
              <a:gd name="connsiteX2" fmla="*/ 2325865 w 3511649"/>
              <a:gd name="connsiteY2" fmla="*/ 0 h 6932923"/>
              <a:gd name="connsiteX3" fmla="*/ 3511649 w 3511649"/>
              <a:gd name="connsiteY3" fmla="*/ 3458842 h 6932923"/>
              <a:gd name="connsiteX4" fmla="*/ 2325865 w 3511649"/>
              <a:gd name="connsiteY4" fmla="*/ 6917683 h 6932923"/>
              <a:gd name="connsiteX5" fmla="*/ 304800 w 3511649"/>
              <a:gd name="connsiteY5" fmla="*/ 6932923 h 6932923"/>
              <a:gd name="connsiteX0" fmla="*/ 0 w 3206849"/>
              <a:gd name="connsiteY0" fmla="*/ 6932923 h 6932923"/>
              <a:gd name="connsiteX1" fmla="*/ 182880 w 3206849"/>
              <a:gd name="connsiteY1" fmla="*/ 45720 h 6932923"/>
              <a:gd name="connsiteX2" fmla="*/ 2021065 w 3206849"/>
              <a:gd name="connsiteY2" fmla="*/ 0 h 6932923"/>
              <a:gd name="connsiteX3" fmla="*/ 3206849 w 3206849"/>
              <a:gd name="connsiteY3" fmla="*/ 3458842 h 6932923"/>
              <a:gd name="connsiteX4" fmla="*/ 2021065 w 3206849"/>
              <a:gd name="connsiteY4" fmla="*/ 6917683 h 6932923"/>
              <a:gd name="connsiteX5" fmla="*/ 0 w 3206849"/>
              <a:gd name="connsiteY5" fmla="*/ 6932923 h 6932923"/>
              <a:gd name="connsiteX0" fmla="*/ 0 w 3206849"/>
              <a:gd name="connsiteY0" fmla="*/ 6932923 h 6932923"/>
              <a:gd name="connsiteX1" fmla="*/ 15240 w 3206849"/>
              <a:gd name="connsiteY1" fmla="*/ 30480 h 6932923"/>
              <a:gd name="connsiteX2" fmla="*/ 2021065 w 3206849"/>
              <a:gd name="connsiteY2" fmla="*/ 0 h 6932923"/>
              <a:gd name="connsiteX3" fmla="*/ 3206849 w 3206849"/>
              <a:gd name="connsiteY3" fmla="*/ 3458842 h 6932923"/>
              <a:gd name="connsiteX4" fmla="*/ 2021065 w 3206849"/>
              <a:gd name="connsiteY4" fmla="*/ 6917683 h 6932923"/>
              <a:gd name="connsiteX5" fmla="*/ 0 w 3206849"/>
              <a:gd name="connsiteY5" fmla="*/ 6932923 h 6932923"/>
              <a:gd name="connsiteX0" fmla="*/ 45720 w 3252569"/>
              <a:gd name="connsiteY0" fmla="*/ 6932923 h 6932923"/>
              <a:gd name="connsiteX1" fmla="*/ 0 w 3252569"/>
              <a:gd name="connsiteY1" fmla="*/ 15240 h 6932923"/>
              <a:gd name="connsiteX2" fmla="*/ 2066785 w 3252569"/>
              <a:gd name="connsiteY2" fmla="*/ 0 h 6932923"/>
              <a:gd name="connsiteX3" fmla="*/ 3252569 w 3252569"/>
              <a:gd name="connsiteY3" fmla="*/ 3458842 h 6932923"/>
              <a:gd name="connsiteX4" fmla="*/ 2066785 w 3252569"/>
              <a:gd name="connsiteY4" fmla="*/ 6917683 h 6932923"/>
              <a:gd name="connsiteX5" fmla="*/ 45720 w 3252569"/>
              <a:gd name="connsiteY5" fmla="*/ 6932923 h 6932923"/>
              <a:gd name="connsiteX0" fmla="*/ 30480 w 3252569"/>
              <a:gd name="connsiteY0" fmla="*/ 6963403 h 6963403"/>
              <a:gd name="connsiteX1" fmla="*/ 0 w 3252569"/>
              <a:gd name="connsiteY1" fmla="*/ 15240 h 6963403"/>
              <a:gd name="connsiteX2" fmla="*/ 2066785 w 3252569"/>
              <a:gd name="connsiteY2" fmla="*/ 0 h 6963403"/>
              <a:gd name="connsiteX3" fmla="*/ 3252569 w 3252569"/>
              <a:gd name="connsiteY3" fmla="*/ 3458842 h 6963403"/>
              <a:gd name="connsiteX4" fmla="*/ 2066785 w 3252569"/>
              <a:gd name="connsiteY4" fmla="*/ 6917683 h 6963403"/>
              <a:gd name="connsiteX5" fmla="*/ 30480 w 3252569"/>
              <a:gd name="connsiteY5" fmla="*/ 6963403 h 6963403"/>
              <a:gd name="connsiteX0" fmla="*/ 30480 w 3252569"/>
              <a:gd name="connsiteY0" fmla="*/ 6963403 h 6963403"/>
              <a:gd name="connsiteX1" fmla="*/ 0 w 3252569"/>
              <a:gd name="connsiteY1" fmla="*/ 15240 h 6963403"/>
              <a:gd name="connsiteX2" fmla="*/ 2066785 w 3252569"/>
              <a:gd name="connsiteY2" fmla="*/ 0 h 6963403"/>
              <a:gd name="connsiteX3" fmla="*/ 3252569 w 3252569"/>
              <a:gd name="connsiteY3" fmla="*/ 3458842 h 6963403"/>
              <a:gd name="connsiteX4" fmla="*/ 2082025 w 3252569"/>
              <a:gd name="connsiteY4" fmla="*/ 6963403 h 6963403"/>
              <a:gd name="connsiteX5" fmla="*/ 30480 w 3252569"/>
              <a:gd name="connsiteY5" fmla="*/ 6963403 h 6963403"/>
              <a:gd name="connsiteX0" fmla="*/ 30480 w 2833375"/>
              <a:gd name="connsiteY0" fmla="*/ 6963403 h 6963403"/>
              <a:gd name="connsiteX1" fmla="*/ 0 w 2833375"/>
              <a:gd name="connsiteY1" fmla="*/ 15240 h 6963403"/>
              <a:gd name="connsiteX2" fmla="*/ 2066785 w 2833375"/>
              <a:gd name="connsiteY2" fmla="*/ 0 h 6963403"/>
              <a:gd name="connsiteX3" fmla="*/ 2833375 w 2833375"/>
              <a:gd name="connsiteY3" fmla="*/ 3443602 h 6963403"/>
              <a:gd name="connsiteX4" fmla="*/ 2082025 w 2833375"/>
              <a:gd name="connsiteY4" fmla="*/ 6963403 h 6963403"/>
              <a:gd name="connsiteX5" fmla="*/ 30480 w 2833375"/>
              <a:gd name="connsiteY5" fmla="*/ 6963403 h 6963403"/>
              <a:gd name="connsiteX0" fmla="*/ 30480 w 2699941"/>
              <a:gd name="connsiteY0" fmla="*/ 6963403 h 6963403"/>
              <a:gd name="connsiteX1" fmla="*/ 0 w 2699941"/>
              <a:gd name="connsiteY1" fmla="*/ 15240 h 6963403"/>
              <a:gd name="connsiteX2" fmla="*/ 2066785 w 2699941"/>
              <a:gd name="connsiteY2" fmla="*/ 0 h 6963403"/>
              <a:gd name="connsiteX3" fmla="*/ 2699941 w 2699941"/>
              <a:gd name="connsiteY3" fmla="*/ 3550282 h 6963403"/>
              <a:gd name="connsiteX4" fmla="*/ 2082025 w 2699941"/>
              <a:gd name="connsiteY4" fmla="*/ 6963403 h 6963403"/>
              <a:gd name="connsiteX5" fmla="*/ 30480 w 2699941"/>
              <a:gd name="connsiteY5" fmla="*/ 6963403 h 6963403"/>
              <a:gd name="connsiteX0" fmla="*/ 30480 w 2466566"/>
              <a:gd name="connsiteY0" fmla="*/ 6963403 h 6963403"/>
              <a:gd name="connsiteX1" fmla="*/ 0 w 2466566"/>
              <a:gd name="connsiteY1" fmla="*/ 15240 h 6963403"/>
              <a:gd name="connsiteX2" fmla="*/ 2066785 w 2466566"/>
              <a:gd name="connsiteY2" fmla="*/ 0 h 6963403"/>
              <a:gd name="connsiteX3" fmla="*/ 2466566 w 2466566"/>
              <a:gd name="connsiteY3" fmla="*/ 3550282 h 6963403"/>
              <a:gd name="connsiteX4" fmla="*/ 2082025 w 2466566"/>
              <a:gd name="connsiteY4" fmla="*/ 6963403 h 6963403"/>
              <a:gd name="connsiteX5" fmla="*/ 30480 w 2466566"/>
              <a:gd name="connsiteY5" fmla="*/ 6963403 h 6963403"/>
              <a:gd name="connsiteX0" fmla="*/ 367 w 2466566"/>
              <a:gd name="connsiteY0" fmla="*/ 6948163 h 6963403"/>
              <a:gd name="connsiteX1" fmla="*/ 0 w 2466566"/>
              <a:gd name="connsiteY1" fmla="*/ 15240 h 6963403"/>
              <a:gd name="connsiteX2" fmla="*/ 2066785 w 2466566"/>
              <a:gd name="connsiteY2" fmla="*/ 0 h 6963403"/>
              <a:gd name="connsiteX3" fmla="*/ 2466566 w 2466566"/>
              <a:gd name="connsiteY3" fmla="*/ 3550282 h 6963403"/>
              <a:gd name="connsiteX4" fmla="*/ 2082025 w 2466566"/>
              <a:gd name="connsiteY4" fmla="*/ 6963403 h 6963403"/>
              <a:gd name="connsiteX5" fmla="*/ 367 w 2466566"/>
              <a:gd name="connsiteY5" fmla="*/ 6948163 h 696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6566" h="6963403">
                <a:moveTo>
                  <a:pt x="367" y="6948163"/>
                </a:moveTo>
                <a:cubicBezTo>
                  <a:pt x="245" y="4637189"/>
                  <a:pt x="122" y="2326214"/>
                  <a:pt x="0" y="15240"/>
                </a:cubicBezTo>
                <a:lnTo>
                  <a:pt x="2066785" y="0"/>
                </a:lnTo>
                <a:lnTo>
                  <a:pt x="2466566" y="3550282"/>
                </a:lnTo>
                <a:lnTo>
                  <a:pt x="2082025" y="6963403"/>
                </a:lnTo>
                <a:lnTo>
                  <a:pt x="367" y="6948163"/>
                </a:lnTo>
                <a:close/>
              </a:path>
            </a:pathLst>
          </a:custGeom>
          <a:gradFill>
            <a:gsLst>
              <a:gs pos="0">
                <a:schemeClr val="accent5">
                  <a:lumMod val="50000"/>
                </a:schemeClr>
              </a:gs>
              <a:gs pos="100000">
                <a:schemeClr val="accent1">
                  <a:lumMod val="50000"/>
                </a:schemeClr>
              </a:gs>
            </a:gsLst>
            <a:lin ang="13500000" scaled="1"/>
          </a:gradFill>
          <a:ln>
            <a:noFill/>
          </a:ln>
          <a:effectLst>
            <a:outerShdw blurRad="50800" dist="38100" dir="8100000" algn="tr" rotWithShape="0">
              <a:prstClr val="black">
                <a:alpha val="40000"/>
              </a:prstClr>
            </a:outerShdw>
          </a:effectLst>
        </p:spPr>
        <p:txBody>
          <a:bodyPr spcFirstLastPara="1" wrap="square" lIns="138153" tIns="138153" rIns="138153" bIns="138153" anchor="ctr" anchorCtr="0">
            <a:noAutofit/>
          </a:bodyPr>
          <a:lstStyle/>
          <a:p>
            <a:pPr marL="0" lvl="0" indent="0" algn="l" rtl="0">
              <a:spcBef>
                <a:spcPts val="0"/>
              </a:spcBef>
              <a:spcAft>
                <a:spcPts val="0"/>
              </a:spcAft>
              <a:buNone/>
            </a:pPr>
            <a:endParaRPr sz="2720" dirty="0">
              <a:latin typeface="+mn-lt"/>
            </a:endParaRPr>
          </a:p>
        </p:txBody>
      </p:sp>
      <p:pic>
        <p:nvPicPr>
          <p:cNvPr id="2" name="Picture 1" descr="Icon&#10;&#10;Description automatically generated">
            <a:extLst>
              <a:ext uri="{FF2B5EF4-FFF2-40B4-BE49-F238E27FC236}">
                <a16:creationId xmlns:a16="http://schemas.microsoft.com/office/drawing/2014/main" id="{D8BB69C1-AC3A-5C1E-DC74-F5C2396D20E4}"/>
              </a:ext>
            </a:extLst>
          </p:cNvPr>
          <p:cNvPicPr>
            <a:picLocks noChangeAspect="1"/>
          </p:cNvPicPr>
          <p:nvPr userDrawn="1"/>
        </p:nvPicPr>
        <p:blipFill>
          <a:blip r:embed="rId2" cstate="print">
            <a:duotone>
              <a:schemeClr val="accent4">
                <a:shade val="45000"/>
                <a:satMod val="135000"/>
              </a:schemeClr>
              <a:prstClr val="white"/>
            </a:duotone>
            <a:alphaModFix amt="5000"/>
            <a:extLst>
              <a:ext uri="{28A0092B-C50C-407E-A947-70E740481C1C}">
                <a14:useLocalDpi xmlns:a14="http://schemas.microsoft.com/office/drawing/2010/main"/>
              </a:ext>
            </a:extLst>
          </a:blip>
          <a:srcRect/>
          <a:stretch/>
        </p:blipFill>
        <p:spPr>
          <a:xfrm flipH="1">
            <a:off x="0" y="1434828"/>
            <a:ext cx="4611624" cy="6218240"/>
          </a:xfrm>
          <a:prstGeom prst="rect">
            <a:avLst/>
          </a:prstGeom>
          <a:ln>
            <a:noFill/>
          </a:ln>
        </p:spPr>
      </p:pic>
      <p:sp>
        <p:nvSpPr>
          <p:cNvPr id="59" name="Google Shape;59;p7"/>
          <p:cNvSpPr txBox="1">
            <a:spLocks noGrp="1"/>
          </p:cNvSpPr>
          <p:nvPr>
            <p:ph type="ctrTitle"/>
          </p:nvPr>
        </p:nvSpPr>
        <p:spPr>
          <a:xfrm>
            <a:off x="1179265" y="1260440"/>
            <a:ext cx="4958560" cy="1213573"/>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800"/>
              <a:buNone/>
              <a:defRPr sz="2720">
                <a:solidFill>
                  <a:schemeClr val="tx1"/>
                </a:solidFill>
                <a:latin typeface="+mn-lt"/>
              </a:defRPr>
            </a:lvl1pPr>
            <a:lvl2pPr lvl="1" algn="r" rtl="0">
              <a:spcBef>
                <a:spcPts val="0"/>
              </a:spcBef>
              <a:spcAft>
                <a:spcPts val="0"/>
              </a:spcAft>
              <a:buSzPts val="1400"/>
              <a:buNone/>
              <a:defRPr sz="2116"/>
            </a:lvl2pPr>
            <a:lvl3pPr lvl="2" algn="r" rtl="0">
              <a:spcBef>
                <a:spcPts val="0"/>
              </a:spcBef>
              <a:spcAft>
                <a:spcPts val="0"/>
              </a:spcAft>
              <a:buSzPts val="1400"/>
              <a:buNone/>
              <a:defRPr sz="2116"/>
            </a:lvl3pPr>
            <a:lvl4pPr lvl="3" algn="r" rtl="0">
              <a:spcBef>
                <a:spcPts val="0"/>
              </a:spcBef>
              <a:spcAft>
                <a:spcPts val="0"/>
              </a:spcAft>
              <a:buSzPts val="1400"/>
              <a:buNone/>
              <a:defRPr sz="2116"/>
            </a:lvl4pPr>
            <a:lvl5pPr lvl="4" algn="r" rtl="0">
              <a:spcBef>
                <a:spcPts val="0"/>
              </a:spcBef>
              <a:spcAft>
                <a:spcPts val="0"/>
              </a:spcAft>
              <a:buSzPts val="1400"/>
              <a:buNone/>
              <a:defRPr sz="2116"/>
            </a:lvl5pPr>
            <a:lvl6pPr lvl="5" algn="r" rtl="0">
              <a:spcBef>
                <a:spcPts val="0"/>
              </a:spcBef>
              <a:spcAft>
                <a:spcPts val="0"/>
              </a:spcAft>
              <a:buSzPts val="1400"/>
              <a:buNone/>
              <a:defRPr sz="2116"/>
            </a:lvl6pPr>
            <a:lvl7pPr lvl="6" algn="r" rtl="0">
              <a:spcBef>
                <a:spcPts val="0"/>
              </a:spcBef>
              <a:spcAft>
                <a:spcPts val="0"/>
              </a:spcAft>
              <a:buSzPts val="1400"/>
              <a:buNone/>
              <a:defRPr sz="2116"/>
            </a:lvl7pPr>
            <a:lvl8pPr lvl="7" algn="r" rtl="0">
              <a:spcBef>
                <a:spcPts val="0"/>
              </a:spcBef>
              <a:spcAft>
                <a:spcPts val="0"/>
              </a:spcAft>
              <a:buSzPts val="1400"/>
              <a:buNone/>
              <a:defRPr sz="2116"/>
            </a:lvl8pPr>
            <a:lvl9pPr lvl="8" algn="r" rtl="0">
              <a:spcBef>
                <a:spcPts val="0"/>
              </a:spcBef>
              <a:spcAft>
                <a:spcPts val="0"/>
              </a:spcAft>
              <a:buSzPts val="1400"/>
              <a:buNone/>
              <a:defRPr sz="2116"/>
            </a:lvl9pPr>
          </a:lstStyle>
          <a:p>
            <a:endParaRPr/>
          </a:p>
        </p:txBody>
      </p:sp>
      <p:sp>
        <p:nvSpPr>
          <p:cNvPr id="60" name="Google Shape;60;p7"/>
          <p:cNvSpPr txBox="1">
            <a:spLocks noGrp="1"/>
          </p:cNvSpPr>
          <p:nvPr>
            <p:ph type="title" idx="2" hasCustomPrompt="1"/>
          </p:nvPr>
        </p:nvSpPr>
        <p:spPr>
          <a:xfrm>
            <a:off x="9428923" y="2098166"/>
            <a:ext cx="3209413" cy="1213573"/>
          </a:xfrm>
          <a:prstGeom prst="rect">
            <a:avLst/>
          </a:prstGeom>
        </p:spPr>
        <p:txBody>
          <a:bodyPr spcFirstLastPara="1" wrap="square" lIns="91425" tIns="91425" rIns="91425" bIns="91425" anchor="t" anchorCtr="0">
            <a:noAutofit/>
          </a:bodyPr>
          <a:lstStyle>
            <a:lvl1pPr lvl="0" algn="l" rtl="0">
              <a:spcBef>
                <a:spcPts val="0"/>
              </a:spcBef>
              <a:spcAft>
                <a:spcPts val="0"/>
              </a:spcAft>
              <a:buSzPts val="4800"/>
              <a:buFont typeface="Nunito Sans ExtraBold"/>
              <a:buNone/>
              <a:defRPr sz="7253" b="0">
                <a:solidFill>
                  <a:schemeClr val="bg1"/>
                </a:solidFill>
                <a:latin typeface="+mn-lt"/>
                <a:ea typeface="Nunito Sans ExtraBold"/>
                <a:cs typeface="Nunito Sans ExtraBold"/>
                <a:sym typeface="Nunito Sans ExtraBold"/>
              </a:defRPr>
            </a:lvl1pPr>
            <a:lvl2pPr lvl="1"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2pPr>
            <a:lvl3pPr lvl="2"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3pPr>
            <a:lvl4pPr lvl="3"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4pPr>
            <a:lvl5pPr lvl="4"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5pPr>
            <a:lvl6pPr lvl="5"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6pPr>
            <a:lvl7pPr lvl="6"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7pPr>
            <a:lvl8pPr lvl="7"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8pPr>
            <a:lvl9pPr lvl="8" algn="r" rtl="0">
              <a:spcBef>
                <a:spcPts val="0"/>
              </a:spcBef>
              <a:spcAft>
                <a:spcPts val="0"/>
              </a:spcAft>
              <a:buSzPts val="4800"/>
              <a:buFont typeface="Nunito Sans ExtraBold"/>
              <a:buNone/>
              <a:defRPr sz="7253" b="0">
                <a:latin typeface="Nunito Sans ExtraBold"/>
                <a:ea typeface="Nunito Sans ExtraBold"/>
                <a:cs typeface="Nunito Sans ExtraBold"/>
                <a:sym typeface="Nunito Sans ExtraBold"/>
              </a:defRPr>
            </a:lvl9pPr>
          </a:lstStyle>
          <a:p>
            <a:r>
              <a:rPr dirty="0"/>
              <a:t>xx%</a:t>
            </a:r>
          </a:p>
        </p:txBody>
      </p:sp>
      <p:sp>
        <p:nvSpPr>
          <p:cNvPr id="3" name="Slide Number Placeholder 5">
            <a:extLst>
              <a:ext uri="{FF2B5EF4-FFF2-40B4-BE49-F238E27FC236}">
                <a16:creationId xmlns:a16="http://schemas.microsoft.com/office/drawing/2014/main" id="{1188D670-0452-269B-48ED-9FADC4AA50D4}"/>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4" name="Teardrop 3">
            <a:extLst>
              <a:ext uri="{FF2B5EF4-FFF2-40B4-BE49-F238E27FC236}">
                <a16:creationId xmlns:a16="http://schemas.microsoft.com/office/drawing/2014/main" id="{0664B82B-CBB4-1F7B-3995-552FC14EA7D0}"/>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5" name="Slide Number Placeholder 5">
            <a:extLst>
              <a:ext uri="{FF2B5EF4-FFF2-40B4-BE49-F238E27FC236}">
                <a16:creationId xmlns:a16="http://schemas.microsoft.com/office/drawing/2014/main" id="{154BDBF0-9F51-C2AD-DF8D-29F47C274D04}"/>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682088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subtitle 2">
  <p:cSld name="Title + subtitle 2">
    <p:spTree>
      <p:nvGrpSpPr>
        <p:cNvPr id="1" name="Shape 61"/>
        <p:cNvGrpSpPr/>
        <p:nvPr/>
      </p:nvGrpSpPr>
      <p:grpSpPr>
        <a:xfrm>
          <a:off x="0" y="0"/>
          <a:ext cx="0" cy="0"/>
          <a:chOff x="0" y="0"/>
          <a:chExt cx="0" cy="0"/>
        </a:xfrm>
      </p:grpSpPr>
      <p:grpSp>
        <p:nvGrpSpPr>
          <p:cNvPr id="62" name="Google Shape;62;p8"/>
          <p:cNvGrpSpPr/>
          <p:nvPr/>
        </p:nvGrpSpPr>
        <p:grpSpPr>
          <a:xfrm>
            <a:off x="1" y="-28559"/>
            <a:ext cx="7700433" cy="7815352"/>
            <a:chOff x="0" y="-9525"/>
            <a:chExt cx="3117488" cy="5171924"/>
          </a:xfrm>
          <a:solidFill>
            <a:schemeClr val="bg2"/>
          </a:solidFill>
          <a:effectLst>
            <a:outerShdw blurRad="50800" dist="38100" algn="l" rotWithShape="0">
              <a:prstClr val="black">
                <a:alpha val="40000"/>
              </a:prstClr>
            </a:outerShdw>
          </a:effectLst>
        </p:grpSpPr>
        <p:sp>
          <p:nvSpPr>
            <p:cNvPr id="63" name="Google Shape;63;p8"/>
            <p:cNvSpPr/>
            <p:nvPr/>
          </p:nvSpPr>
          <p:spPr>
            <a:xfrm>
              <a:off x="279000" y="-9525"/>
              <a:ext cx="2838488" cy="5171924"/>
            </a:xfrm>
            <a:custGeom>
              <a:avLst/>
              <a:gdLst>
                <a:gd name="connsiteX0" fmla="*/ 1524 w 110490"/>
                <a:gd name="connsiteY0" fmla="*/ 0 h 204359"/>
                <a:gd name="connsiteX1" fmla="*/ 110490 w 110490"/>
                <a:gd name="connsiteY1" fmla="*/ 0 h 204359"/>
                <a:gd name="connsiteX2" fmla="*/ 69358 w 110490"/>
                <a:gd name="connsiteY2" fmla="*/ 204359 h 204359"/>
                <a:gd name="connsiteX3" fmla="*/ 0 w 110490"/>
                <a:gd name="connsiteY3" fmla="*/ 204359 h 204359"/>
                <a:gd name="connsiteX4" fmla="*/ 1524 w 110490"/>
                <a:gd name="connsiteY4" fmla="*/ 0 h 204359"/>
                <a:gd name="connsiteX0" fmla="*/ 1524 w 110490"/>
                <a:gd name="connsiteY0" fmla="*/ 0 h 204736"/>
                <a:gd name="connsiteX1" fmla="*/ 110490 w 110490"/>
                <a:gd name="connsiteY1" fmla="*/ 0 h 204736"/>
                <a:gd name="connsiteX2" fmla="*/ 74802 w 110490"/>
                <a:gd name="connsiteY2" fmla="*/ 204736 h 204736"/>
                <a:gd name="connsiteX3" fmla="*/ 0 w 110490"/>
                <a:gd name="connsiteY3" fmla="*/ 204359 h 204736"/>
                <a:gd name="connsiteX4" fmla="*/ 1524 w 110490"/>
                <a:gd name="connsiteY4" fmla="*/ 0 h 204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90" h="204736" extrusionOk="0">
                  <a:moveTo>
                    <a:pt x="1524" y="0"/>
                  </a:moveTo>
                  <a:lnTo>
                    <a:pt x="110490" y="0"/>
                  </a:lnTo>
                  <a:lnTo>
                    <a:pt x="74802" y="204736"/>
                  </a:lnTo>
                  <a:lnTo>
                    <a:pt x="0" y="204359"/>
                  </a:lnTo>
                  <a:lnTo>
                    <a:pt x="1524" y="0"/>
                  </a:lnTo>
                  <a:close/>
                </a:path>
              </a:pathLst>
            </a:custGeom>
            <a:grpFill/>
            <a:ln>
              <a:noFill/>
            </a:ln>
          </p:spPr>
        </p:sp>
        <p:sp>
          <p:nvSpPr>
            <p:cNvPr id="64" name="Google Shape;64;p8"/>
            <p:cNvSpPr/>
            <p:nvPr/>
          </p:nvSpPr>
          <p:spPr>
            <a:xfrm>
              <a:off x="0" y="-9525"/>
              <a:ext cx="558000" cy="5162400"/>
            </a:xfrm>
            <a:prstGeom prst="rect">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720" dirty="0"/>
            </a:p>
          </p:txBody>
        </p:sp>
      </p:grpSp>
      <p:sp>
        <p:nvSpPr>
          <p:cNvPr id="65" name="Google Shape;65;p8"/>
          <p:cNvSpPr txBox="1">
            <a:spLocks noGrp="1"/>
          </p:cNvSpPr>
          <p:nvPr>
            <p:ph type="ctrTitle"/>
          </p:nvPr>
        </p:nvSpPr>
        <p:spPr>
          <a:xfrm>
            <a:off x="923095" y="612508"/>
            <a:ext cx="2625253" cy="1429813"/>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1pPr>
            <a:lvl2pPr lvl="1"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2pPr>
            <a:lvl3pPr lvl="2"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3pPr>
            <a:lvl4pPr lvl="3"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4pPr>
            <a:lvl5pPr lvl="4"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5pPr>
            <a:lvl6pPr lvl="5"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6pPr>
            <a:lvl7pPr lvl="6"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7pPr>
            <a:lvl8pPr lvl="7"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8pPr>
            <a:lvl9pPr lvl="8" algn="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9pPr>
          </a:lstStyle>
          <a:p>
            <a:endParaRPr/>
          </a:p>
        </p:txBody>
      </p:sp>
      <p:sp>
        <p:nvSpPr>
          <p:cNvPr id="66" name="Google Shape;66;p8"/>
          <p:cNvSpPr txBox="1">
            <a:spLocks noGrp="1"/>
          </p:cNvSpPr>
          <p:nvPr>
            <p:ph type="ctrTitle" idx="2"/>
          </p:nvPr>
        </p:nvSpPr>
        <p:spPr>
          <a:xfrm>
            <a:off x="8672724" y="2507699"/>
            <a:ext cx="4382373" cy="1466533"/>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1300"/>
              <a:buNone/>
              <a:defRPr sz="1964">
                <a:solidFill>
                  <a:schemeClr val="dk1"/>
                </a:solidFill>
              </a:defRPr>
            </a:lvl1pPr>
            <a:lvl2pPr lvl="1" rtl="0">
              <a:spcBef>
                <a:spcPts val="0"/>
              </a:spcBef>
              <a:spcAft>
                <a:spcPts val="0"/>
              </a:spcAft>
              <a:buClr>
                <a:schemeClr val="dk1"/>
              </a:buClr>
              <a:buSzPts val="1400"/>
              <a:buNone/>
              <a:defRPr sz="2116">
                <a:solidFill>
                  <a:schemeClr val="dk1"/>
                </a:solidFill>
              </a:defRPr>
            </a:lvl2pPr>
            <a:lvl3pPr lvl="2" rtl="0">
              <a:spcBef>
                <a:spcPts val="0"/>
              </a:spcBef>
              <a:spcAft>
                <a:spcPts val="0"/>
              </a:spcAft>
              <a:buClr>
                <a:schemeClr val="dk1"/>
              </a:buClr>
              <a:buSzPts val="1400"/>
              <a:buNone/>
              <a:defRPr sz="2116">
                <a:solidFill>
                  <a:schemeClr val="dk1"/>
                </a:solidFill>
              </a:defRPr>
            </a:lvl3pPr>
            <a:lvl4pPr lvl="3" rtl="0">
              <a:spcBef>
                <a:spcPts val="0"/>
              </a:spcBef>
              <a:spcAft>
                <a:spcPts val="0"/>
              </a:spcAft>
              <a:buClr>
                <a:schemeClr val="dk1"/>
              </a:buClr>
              <a:buSzPts val="1400"/>
              <a:buNone/>
              <a:defRPr sz="2116">
                <a:solidFill>
                  <a:schemeClr val="dk1"/>
                </a:solidFill>
              </a:defRPr>
            </a:lvl4pPr>
            <a:lvl5pPr lvl="4" rtl="0">
              <a:spcBef>
                <a:spcPts val="0"/>
              </a:spcBef>
              <a:spcAft>
                <a:spcPts val="0"/>
              </a:spcAft>
              <a:buClr>
                <a:schemeClr val="dk1"/>
              </a:buClr>
              <a:buSzPts val="1400"/>
              <a:buNone/>
              <a:defRPr sz="2116">
                <a:solidFill>
                  <a:schemeClr val="dk1"/>
                </a:solidFill>
              </a:defRPr>
            </a:lvl5pPr>
            <a:lvl6pPr lvl="5" rtl="0">
              <a:spcBef>
                <a:spcPts val="0"/>
              </a:spcBef>
              <a:spcAft>
                <a:spcPts val="0"/>
              </a:spcAft>
              <a:buClr>
                <a:schemeClr val="dk1"/>
              </a:buClr>
              <a:buSzPts val="1400"/>
              <a:buNone/>
              <a:defRPr sz="2116">
                <a:solidFill>
                  <a:schemeClr val="dk1"/>
                </a:solidFill>
              </a:defRPr>
            </a:lvl6pPr>
            <a:lvl7pPr lvl="6" rtl="0">
              <a:spcBef>
                <a:spcPts val="0"/>
              </a:spcBef>
              <a:spcAft>
                <a:spcPts val="0"/>
              </a:spcAft>
              <a:buClr>
                <a:schemeClr val="dk1"/>
              </a:buClr>
              <a:buSzPts val="1400"/>
              <a:buNone/>
              <a:defRPr sz="2116">
                <a:solidFill>
                  <a:schemeClr val="dk1"/>
                </a:solidFill>
              </a:defRPr>
            </a:lvl7pPr>
            <a:lvl8pPr lvl="7" rtl="0">
              <a:spcBef>
                <a:spcPts val="0"/>
              </a:spcBef>
              <a:spcAft>
                <a:spcPts val="0"/>
              </a:spcAft>
              <a:buClr>
                <a:schemeClr val="dk1"/>
              </a:buClr>
              <a:buSzPts val="1400"/>
              <a:buNone/>
              <a:defRPr sz="2116">
                <a:solidFill>
                  <a:schemeClr val="dk1"/>
                </a:solidFill>
              </a:defRPr>
            </a:lvl8pPr>
            <a:lvl9pPr lvl="8" rtl="0">
              <a:spcBef>
                <a:spcPts val="0"/>
              </a:spcBef>
              <a:spcAft>
                <a:spcPts val="0"/>
              </a:spcAft>
              <a:buClr>
                <a:schemeClr val="dk1"/>
              </a:buClr>
              <a:buSzPts val="1400"/>
              <a:buNone/>
              <a:defRPr sz="2116">
                <a:solidFill>
                  <a:schemeClr val="dk1"/>
                </a:solidFill>
              </a:defRPr>
            </a:lvl9pPr>
          </a:lstStyle>
          <a:p>
            <a:endParaRPr/>
          </a:p>
        </p:txBody>
      </p:sp>
      <p:sp>
        <p:nvSpPr>
          <p:cNvPr id="67" name="Google Shape;67;p8"/>
          <p:cNvSpPr txBox="1">
            <a:spLocks noGrp="1"/>
          </p:cNvSpPr>
          <p:nvPr>
            <p:ph type="subTitle" idx="1"/>
          </p:nvPr>
        </p:nvSpPr>
        <p:spPr>
          <a:xfrm>
            <a:off x="8672724" y="3798169"/>
            <a:ext cx="3785333" cy="1466533"/>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100"/>
              <a:buNone/>
              <a:defRPr sz="1663">
                <a:solidFill>
                  <a:schemeClr val="dk1"/>
                </a:solidFill>
              </a:defRPr>
            </a:lvl1pPr>
            <a:lvl2pPr lvl="1" rtl="0">
              <a:lnSpc>
                <a:spcPct val="100000"/>
              </a:lnSpc>
              <a:spcBef>
                <a:spcPts val="0"/>
              </a:spcBef>
              <a:spcAft>
                <a:spcPts val="0"/>
              </a:spcAft>
              <a:buClr>
                <a:schemeClr val="dk1"/>
              </a:buClr>
              <a:buSzPts val="1100"/>
              <a:buNone/>
              <a:defRPr sz="1663">
                <a:solidFill>
                  <a:schemeClr val="dk1"/>
                </a:solidFill>
              </a:defRPr>
            </a:lvl2pPr>
            <a:lvl3pPr lvl="2" rtl="0">
              <a:lnSpc>
                <a:spcPct val="100000"/>
              </a:lnSpc>
              <a:spcBef>
                <a:spcPts val="0"/>
              </a:spcBef>
              <a:spcAft>
                <a:spcPts val="0"/>
              </a:spcAft>
              <a:buClr>
                <a:schemeClr val="dk1"/>
              </a:buClr>
              <a:buSzPts val="1100"/>
              <a:buNone/>
              <a:defRPr sz="1663">
                <a:solidFill>
                  <a:schemeClr val="dk1"/>
                </a:solidFill>
              </a:defRPr>
            </a:lvl3pPr>
            <a:lvl4pPr lvl="3" rtl="0">
              <a:lnSpc>
                <a:spcPct val="100000"/>
              </a:lnSpc>
              <a:spcBef>
                <a:spcPts val="0"/>
              </a:spcBef>
              <a:spcAft>
                <a:spcPts val="0"/>
              </a:spcAft>
              <a:buClr>
                <a:schemeClr val="dk1"/>
              </a:buClr>
              <a:buSzPts val="1100"/>
              <a:buNone/>
              <a:defRPr sz="1663">
                <a:solidFill>
                  <a:schemeClr val="dk1"/>
                </a:solidFill>
              </a:defRPr>
            </a:lvl4pPr>
            <a:lvl5pPr lvl="4" rtl="0">
              <a:lnSpc>
                <a:spcPct val="100000"/>
              </a:lnSpc>
              <a:spcBef>
                <a:spcPts val="0"/>
              </a:spcBef>
              <a:spcAft>
                <a:spcPts val="0"/>
              </a:spcAft>
              <a:buClr>
                <a:schemeClr val="dk1"/>
              </a:buClr>
              <a:buSzPts val="1100"/>
              <a:buNone/>
              <a:defRPr sz="1663">
                <a:solidFill>
                  <a:schemeClr val="dk1"/>
                </a:solidFill>
              </a:defRPr>
            </a:lvl5pPr>
            <a:lvl6pPr lvl="5" rtl="0">
              <a:lnSpc>
                <a:spcPct val="100000"/>
              </a:lnSpc>
              <a:spcBef>
                <a:spcPts val="0"/>
              </a:spcBef>
              <a:spcAft>
                <a:spcPts val="0"/>
              </a:spcAft>
              <a:buClr>
                <a:schemeClr val="dk1"/>
              </a:buClr>
              <a:buSzPts val="1100"/>
              <a:buNone/>
              <a:defRPr sz="1663">
                <a:solidFill>
                  <a:schemeClr val="dk1"/>
                </a:solidFill>
              </a:defRPr>
            </a:lvl6pPr>
            <a:lvl7pPr lvl="6" rtl="0">
              <a:lnSpc>
                <a:spcPct val="100000"/>
              </a:lnSpc>
              <a:spcBef>
                <a:spcPts val="0"/>
              </a:spcBef>
              <a:spcAft>
                <a:spcPts val="0"/>
              </a:spcAft>
              <a:buClr>
                <a:schemeClr val="dk1"/>
              </a:buClr>
              <a:buSzPts val="1100"/>
              <a:buNone/>
              <a:defRPr sz="1663">
                <a:solidFill>
                  <a:schemeClr val="dk1"/>
                </a:solidFill>
              </a:defRPr>
            </a:lvl7pPr>
            <a:lvl8pPr lvl="7" rtl="0">
              <a:lnSpc>
                <a:spcPct val="100000"/>
              </a:lnSpc>
              <a:spcBef>
                <a:spcPts val="0"/>
              </a:spcBef>
              <a:spcAft>
                <a:spcPts val="0"/>
              </a:spcAft>
              <a:buClr>
                <a:schemeClr val="dk1"/>
              </a:buClr>
              <a:buSzPts val="1100"/>
              <a:buNone/>
              <a:defRPr sz="1663">
                <a:solidFill>
                  <a:schemeClr val="dk1"/>
                </a:solidFill>
              </a:defRPr>
            </a:lvl8pPr>
            <a:lvl9pPr lvl="8" rtl="0">
              <a:lnSpc>
                <a:spcPct val="100000"/>
              </a:lnSpc>
              <a:spcBef>
                <a:spcPts val="0"/>
              </a:spcBef>
              <a:spcAft>
                <a:spcPts val="0"/>
              </a:spcAft>
              <a:buClr>
                <a:schemeClr val="dk1"/>
              </a:buClr>
              <a:buSzPts val="1100"/>
              <a:buNone/>
              <a:defRPr sz="1663">
                <a:solidFill>
                  <a:schemeClr val="dk1"/>
                </a:solidFill>
              </a:defRPr>
            </a:lvl9pPr>
          </a:lstStyle>
          <a:p>
            <a:endParaRPr/>
          </a:p>
        </p:txBody>
      </p:sp>
      <p:pic>
        <p:nvPicPr>
          <p:cNvPr id="2" name="Picture 1">
            <a:extLst>
              <a:ext uri="{FF2B5EF4-FFF2-40B4-BE49-F238E27FC236}">
                <a16:creationId xmlns:a16="http://schemas.microsoft.com/office/drawing/2014/main" id="{CFA78615-E6CA-7127-D09E-4BBD5279E7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5" name="TextBox 4">
            <a:extLst>
              <a:ext uri="{FF2B5EF4-FFF2-40B4-BE49-F238E27FC236}">
                <a16:creationId xmlns:a16="http://schemas.microsoft.com/office/drawing/2014/main" id="{88D631BF-BC3D-1FEF-7E95-F2796BA99711}"/>
              </a:ext>
            </a:extLst>
          </p:cNvPr>
          <p:cNvSpPr txBox="1"/>
          <p:nvPr userDrawn="1"/>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sp>
        <p:nvSpPr>
          <p:cNvPr id="6" name="Slide Number Placeholder 5">
            <a:extLst>
              <a:ext uri="{FF2B5EF4-FFF2-40B4-BE49-F238E27FC236}">
                <a16:creationId xmlns:a16="http://schemas.microsoft.com/office/drawing/2014/main" id="{2B1964EC-5AF5-43E4-87FB-F445A23D48BD}"/>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7" name="Teardrop 6">
            <a:extLst>
              <a:ext uri="{FF2B5EF4-FFF2-40B4-BE49-F238E27FC236}">
                <a16:creationId xmlns:a16="http://schemas.microsoft.com/office/drawing/2014/main" id="{3D7729B7-FC11-EAB7-0E38-3E35D4ED2776}"/>
              </a:ext>
            </a:extLst>
          </p:cNvPr>
          <p:cNvSpPr/>
          <p:nvPr userDrawn="1"/>
        </p:nvSpPr>
        <p:spPr>
          <a:xfrm rot="5400000">
            <a:off x="13195298" y="7150100"/>
            <a:ext cx="615973" cy="657413"/>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8" name="Slide Number Placeholder 5">
            <a:extLst>
              <a:ext uri="{FF2B5EF4-FFF2-40B4-BE49-F238E27FC236}">
                <a16:creationId xmlns:a16="http://schemas.microsoft.com/office/drawing/2014/main" id="{487A3D17-8858-8A4F-81E1-31256B53A3B6}"/>
              </a:ext>
            </a:extLst>
          </p:cNvPr>
          <p:cNvSpPr txBox="1">
            <a:spLocks/>
          </p:cNvSpPr>
          <p:nvPr userDrawn="1"/>
        </p:nvSpPr>
        <p:spPr>
          <a:xfrm>
            <a:off x="13318148" y="7317211"/>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Tree>
    <p:extLst>
      <p:ext uri="{BB962C8B-B14F-4D97-AF65-F5344CB8AC3E}">
        <p14:creationId xmlns:p14="http://schemas.microsoft.com/office/powerpoint/2010/main" val="6531023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columns">
  <p:cSld name="Three columns">
    <p:spTree>
      <p:nvGrpSpPr>
        <p:cNvPr id="1" name="Shape 72"/>
        <p:cNvGrpSpPr/>
        <p:nvPr/>
      </p:nvGrpSpPr>
      <p:grpSpPr>
        <a:xfrm>
          <a:off x="0" y="0"/>
          <a:ext cx="0" cy="0"/>
          <a:chOff x="0" y="0"/>
          <a:chExt cx="0" cy="0"/>
        </a:xfrm>
      </p:grpSpPr>
      <p:sp>
        <p:nvSpPr>
          <p:cNvPr id="73" name="Google Shape;73;p10"/>
          <p:cNvSpPr/>
          <p:nvPr/>
        </p:nvSpPr>
        <p:spPr>
          <a:xfrm>
            <a:off x="-57798" y="-28899"/>
            <a:ext cx="4252001" cy="7878367"/>
          </a:xfrm>
          <a:custGeom>
            <a:avLst/>
            <a:gdLst/>
            <a:ahLst/>
            <a:cxnLst/>
            <a:rect l="l" t="t" r="r" b="b"/>
            <a:pathLst>
              <a:path w="136141" h="208545" extrusionOk="0">
                <a:moveTo>
                  <a:pt x="114980" y="0"/>
                </a:moveTo>
                <a:lnTo>
                  <a:pt x="136141" y="208545"/>
                </a:lnTo>
                <a:lnTo>
                  <a:pt x="0" y="208545"/>
                </a:lnTo>
                <a:lnTo>
                  <a:pt x="0" y="255"/>
                </a:lnTo>
                <a:close/>
              </a:path>
            </a:pathLst>
          </a:custGeom>
          <a:gradFill>
            <a:gsLst>
              <a:gs pos="8000">
                <a:schemeClr val="bg2"/>
              </a:gs>
              <a:gs pos="100000">
                <a:srgbClr val="029198"/>
              </a:gs>
            </a:gsLst>
            <a:lin ang="13500000" scaled="1"/>
          </a:gradFill>
          <a:ln>
            <a:noFill/>
          </a:ln>
        </p:spPr>
      </p:sp>
      <p:sp>
        <p:nvSpPr>
          <p:cNvPr id="75" name="Google Shape;75;p10"/>
          <p:cNvSpPr txBox="1">
            <a:spLocks noGrp="1"/>
          </p:cNvSpPr>
          <p:nvPr>
            <p:ph type="ctrTitle"/>
          </p:nvPr>
        </p:nvSpPr>
        <p:spPr>
          <a:xfrm>
            <a:off x="4655696" y="612508"/>
            <a:ext cx="4506133" cy="104130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1pPr>
            <a:lvl2pPr lvl="1"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2pPr>
            <a:lvl3pPr lvl="2"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3pPr>
            <a:lvl4pPr lvl="3"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4pPr>
            <a:lvl5pPr lvl="4"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5pPr>
            <a:lvl6pPr lvl="5"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6pPr>
            <a:lvl7pPr lvl="6"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7pPr>
            <a:lvl8pPr lvl="7"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8pPr>
            <a:lvl9pPr lvl="8"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9pPr>
          </a:lstStyle>
          <a:p>
            <a:endParaRPr/>
          </a:p>
        </p:txBody>
      </p:sp>
      <p:sp>
        <p:nvSpPr>
          <p:cNvPr id="76" name="Google Shape;76;p10"/>
          <p:cNvSpPr txBox="1">
            <a:spLocks noGrp="1"/>
          </p:cNvSpPr>
          <p:nvPr>
            <p:ph type="ctrTitle" idx="2"/>
          </p:nvPr>
        </p:nvSpPr>
        <p:spPr>
          <a:xfrm flipH="1">
            <a:off x="1087963" y="3662291"/>
            <a:ext cx="2076720" cy="978747"/>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100"/>
              <a:buNone/>
              <a:defRPr sz="1663">
                <a:solidFill>
                  <a:schemeClr val="lt1"/>
                </a:solidFill>
              </a:defRPr>
            </a:lvl1pPr>
            <a:lvl2pPr lvl="1" rtl="0">
              <a:spcBef>
                <a:spcPts val="0"/>
              </a:spcBef>
              <a:spcAft>
                <a:spcPts val="0"/>
              </a:spcAft>
              <a:buClr>
                <a:schemeClr val="lt1"/>
              </a:buClr>
              <a:buSzPts val="1100"/>
              <a:buNone/>
              <a:defRPr sz="1663">
                <a:solidFill>
                  <a:schemeClr val="lt1"/>
                </a:solidFill>
              </a:defRPr>
            </a:lvl2pPr>
            <a:lvl3pPr lvl="2" rtl="0">
              <a:spcBef>
                <a:spcPts val="0"/>
              </a:spcBef>
              <a:spcAft>
                <a:spcPts val="0"/>
              </a:spcAft>
              <a:buClr>
                <a:schemeClr val="lt1"/>
              </a:buClr>
              <a:buSzPts val="1100"/>
              <a:buNone/>
              <a:defRPr sz="1663">
                <a:solidFill>
                  <a:schemeClr val="lt1"/>
                </a:solidFill>
              </a:defRPr>
            </a:lvl3pPr>
            <a:lvl4pPr lvl="3" rtl="0">
              <a:spcBef>
                <a:spcPts val="0"/>
              </a:spcBef>
              <a:spcAft>
                <a:spcPts val="0"/>
              </a:spcAft>
              <a:buClr>
                <a:schemeClr val="lt1"/>
              </a:buClr>
              <a:buSzPts val="1100"/>
              <a:buNone/>
              <a:defRPr sz="1663">
                <a:solidFill>
                  <a:schemeClr val="lt1"/>
                </a:solidFill>
              </a:defRPr>
            </a:lvl4pPr>
            <a:lvl5pPr lvl="4" rtl="0">
              <a:spcBef>
                <a:spcPts val="0"/>
              </a:spcBef>
              <a:spcAft>
                <a:spcPts val="0"/>
              </a:spcAft>
              <a:buClr>
                <a:schemeClr val="lt1"/>
              </a:buClr>
              <a:buSzPts val="1100"/>
              <a:buNone/>
              <a:defRPr sz="1663">
                <a:solidFill>
                  <a:schemeClr val="lt1"/>
                </a:solidFill>
              </a:defRPr>
            </a:lvl5pPr>
            <a:lvl6pPr lvl="5" rtl="0">
              <a:spcBef>
                <a:spcPts val="0"/>
              </a:spcBef>
              <a:spcAft>
                <a:spcPts val="0"/>
              </a:spcAft>
              <a:buClr>
                <a:schemeClr val="lt1"/>
              </a:buClr>
              <a:buSzPts val="1100"/>
              <a:buNone/>
              <a:defRPr sz="1663">
                <a:solidFill>
                  <a:schemeClr val="lt1"/>
                </a:solidFill>
              </a:defRPr>
            </a:lvl6pPr>
            <a:lvl7pPr lvl="6" rtl="0">
              <a:spcBef>
                <a:spcPts val="0"/>
              </a:spcBef>
              <a:spcAft>
                <a:spcPts val="0"/>
              </a:spcAft>
              <a:buClr>
                <a:schemeClr val="lt1"/>
              </a:buClr>
              <a:buSzPts val="1100"/>
              <a:buNone/>
              <a:defRPr sz="1663">
                <a:solidFill>
                  <a:schemeClr val="lt1"/>
                </a:solidFill>
              </a:defRPr>
            </a:lvl7pPr>
            <a:lvl8pPr lvl="7" rtl="0">
              <a:spcBef>
                <a:spcPts val="0"/>
              </a:spcBef>
              <a:spcAft>
                <a:spcPts val="0"/>
              </a:spcAft>
              <a:buClr>
                <a:schemeClr val="lt1"/>
              </a:buClr>
              <a:buSzPts val="1100"/>
              <a:buNone/>
              <a:defRPr sz="1663">
                <a:solidFill>
                  <a:schemeClr val="lt1"/>
                </a:solidFill>
              </a:defRPr>
            </a:lvl8pPr>
            <a:lvl9pPr lvl="8" rtl="0">
              <a:spcBef>
                <a:spcPts val="0"/>
              </a:spcBef>
              <a:spcAft>
                <a:spcPts val="0"/>
              </a:spcAft>
              <a:buClr>
                <a:schemeClr val="lt1"/>
              </a:buClr>
              <a:buSzPts val="1100"/>
              <a:buNone/>
              <a:defRPr sz="1663">
                <a:solidFill>
                  <a:schemeClr val="lt1"/>
                </a:solidFill>
              </a:defRPr>
            </a:lvl9pPr>
          </a:lstStyle>
          <a:p>
            <a:endParaRPr/>
          </a:p>
        </p:txBody>
      </p:sp>
      <p:sp>
        <p:nvSpPr>
          <p:cNvPr id="77" name="Google Shape;77;p10"/>
          <p:cNvSpPr txBox="1">
            <a:spLocks noGrp="1"/>
          </p:cNvSpPr>
          <p:nvPr>
            <p:ph type="subTitle" idx="1"/>
          </p:nvPr>
        </p:nvSpPr>
        <p:spPr>
          <a:xfrm flipH="1">
            <a:off x="1088000" y="4464956"/>
            <a:ext cx="2999707" cy="1466533"/>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900"/>
              <a:buNone/>
              <a:defRPr sz="1360">
                <a:solidFill>
                  <a:schemeClr val="lt1"/>
                </a:solidFill>
              </a:defRPr>
            </a:lvl1pPr>
            <a:lvl2pPr lvl="1" rtl="0">
              <a:lnSpc>
                <a:spcPct val="100000"/>
              </a:lnSpc>
              <a:spcBef>
                <a:spcPts val="0"/>
              </a:spcBef>
              <a:spcAft>
                <a:spcPts val="0"/>
              </a:spcAft>
              <a:buClr>
                <a:schemeClr val="lt1"/>
              </a:buClr>
              <a:buSzPts val="900"/>
              <a:buNone/>
              <a:defRPr sz="1360">
                <a:solidFill>
                  <a:schemeClr val="lt1"/>
                </a:solidFill>
              </a:defRPr>
            </a:lvl2pPr>
            <a:lvl3pPr lvl="2" rtl="0">
              <a:lnSpc>
                <a:spcPct val="100000"/>
              </a:lnSpc>
              <a:spcBef>
                <a:spcPts val="0"/>
              </a:spcBef>
              <a:spcAft>
                <a:spcPts val="0"/>
              </a:spcAft>
              <a:buClr>
                <a:schemeClr val="lt1"/>
              </a:buClr>
              <a:buSzPts val="900"/>
              <a:buNone/>
              <a:defRPr sz="1360">
                <a:solidFill>
                  <a:schemeClr val="lt1"/>
                </a:solidFill>
              </a:defRPr>
            </a:lvl3pPr>
            <a:lvl4pPr lvl="3" rtl="0">
              <a:lnSpc>
                <a:spcPct val="100000"/>
              </a:lnSpc>
              <a:spcBef>
                <a:spcPts val="0"/>
              </a:spcBef>
              <a:spcAft>
                <a:spcPts val="0"/>
              </a:spcAft>
              <a:buClr>
                <a:schemeClr val="lt1"/>
              </a:buClr>
              <a:buSzPts val="900"/>
              <a:buNone/>
              <a:defRPr sz="1360">
                <a:solidFill>
                  <a:schemeClr val="lt1"/>
                </a:solidFill>
              </a:defRPr>
            </a:lvl4pPr>
            <a:lvl5pPr lvl="4" rtl="0">
              <a:lnSpc>
                <a:spcPct val="100000"/>
              </a:lnSpc>
              <a:spcBef>
                <a:spcPts val="0"/>
              </a:spcBef>
              <a:spcAft>
                <a:spcPts val="0"/>
              </a:spcAft>
              <a:buClr>
                <a:schemeClr val="lt1"/>
              </a:buClr>
              <a:buSzPts val="900"/>
              <a:buNone/>
              <a:defRPr sz="1360">
                <a:solidFill>
                  <a:schemeClr val="lt1"/>
                </a:solidFill>
              </a:defRPr>
            </a:lvl5pPr>
            <a:lvl6pPr lvl="5" rtl="0">
              <a:lnSpc>
                <a:spcPct val="100000"/>
              </a:lnSpc>
              <a:spcBef>
                <a:spcPts val="0"/>
              </a:spcBef>
              <a:spcAft>
                <a:spcPts val="0"/>
              </a:spcAft>
              <a:buClr>
                <a:schemeClr val="lt1"/>
              </a:buClr>
              <a:buSzPts val="900"/>
              <a:buNone/>
              <a:defRPr sz="1360">
                <a:solidFill>
                  <a:schemeClr val="lt1"/>
                </a:solidFill>
              </a:defRPr>
            </a:lvl6pPr>
            <a:lvl7pPr lvl="6" rtl="0">
              <a:lnSpc>
                <a:spcPct val="100000"/>
              </a:lnSpc>
              <a:spcBef>
                <a:spcPts val="0"/>
              </a:spcBef>
              <a:spcAft>
                <a:spcPts val="0"/>
              </a:spcAft>
              <a:buClr>
                <a:schemeClr val="lt1"/>
              </a:buClr>
              <a:buSzPts val="900"/>
              <a:buNone/>
              <a:defRPr sz="1360">
                <a:solidFill>
                  <a:schemeClr val="lt1"/>
                </a:solidFill>
              </a:defRPr>
            </a:lvl7pPr>
            <a:lvl8pPr lvl="7" rtl="0">
              <a:lnSpc>
                <a:spcPct val="100000"/>
              </a:lnSpc>
              <a:spcBef>
                <a:spcPts val="0"/>
              </a:spcBef>
              <a:spcAft>
                <a:spcPts val="0"/>
              </a:spcAft>
              <a:buClr>
                <a:schemeClr val="lt1"/>
              </a:buClr>
              <a:buSzPts val="900"/>
              <a:buNone/>
              <a:defRPr sz="1360">
                <a:solidFill>
                  <a:schemeClr val="lt1"/>
                </a:solidFill>
              </a:defRPr>
            </a:lvl8pPr>
            <a:lvl9pPr lvl="8" rtl="0">
              <a:lnSpc>
                <a:spcPct val="100000"/>
              </a:lnSpc>
              <a:spcBef>
                <a:spcPts val="0"/>
              </a:spcBef>
              <a:spcAft>
                <a:spcPts val="0"/>
              </a:spcAft>
              <a:buClr>
                <a:schemeClr val="lt1"/>
              </a:buClr>
              <a:buSzPts val="900"/>
              <a:buNone/>
              <a:defRPr sz="1360">
                <a:solidFill>
                  <a:schemeClr val="lt1"/>
                </a:solidFill>
              </a:defRPr>
            </a:lvl9pPr>
          </a:lstStyle>
          <a:p>
            <a:endParaRPr/>
          </a:p>
        </p:txBody>
      </p:sp>
      <p:sp>
        <p:nvSpPr>
          <p:cNvPr id="78" name="Google Shape;78;p10"/>
          <p:cNvSpPr txBox="1">
            <a:spLocks noGrp="1"/>
          </p:cNvSpPr>
          <p:nvPr>
            <p:ph type="ctrTitle" idx="3"/>
          </p:nvPr>
        </p:nvSpPr>
        <p:spPr>
          <a:xfrm flipH="1">
            <a:off x="5870440" y="3662291"/>
            <a:ext cx="2076720" cy="978747"/>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1100"/>
              <a:buNone/>
              <a:defRPr sz="1663">
                <a:solidFill>
                  <a:schemeClr val="dk1"/>
                </a:solidFill>
              </a:defRPr>
            </a:lvl1pPr>
            <a:lvl2pPr lvl="1" algn="ctr" rtl="0">
              <a:spcBef>
                <a:spcPts val="0"/>
              </a:spcBef>
              <a:spcAft>
                <a:spcPts val="0"/>
              </a:spcAft>
              <a:buClr>
                <a:schemeClr val="dk1"/>
              </a:buClr>
              <a:buSzPts val="1100"/>
              <a:buNone/>
              <a:defRPr sz="1663">
                <a:solidFill>
                  <a:schemeClr val="dk1"/>
                </a:solidFill>
              </a:defRPr>
            </a:lvl2pPr>
            <a:lvl3pPr lvl="2" algn="ctr" rtl="0">
              <a:spcBef>
                <a:spcPts val="0"/>
              </a:spcBef>
              <a:spcAft>
                <a:spcPts val="0"/>
              </a:spcAft>
              <a:buClr>
                <a:schemeClr val="dk1"/>
              </a:buClr>
              <a:buSzPts val="1100"/>
              <a:buNone/>
              <a:defRPr sz="1663">
                <a:solidFill>
                  <a:schemeClr val="dk1"/>
                </a:solidFill>
              </a:defRPr>
            </a:lvl3pPr>
            <a:lvl4pPr lvl="3" algn="ctr" rtl="0">
              <a:spcBef>
                <a:spcPts val="0"/>
              </a:spcBef>
              <a:spcAft>
                <a:spcPts val="0"/>
              </a:spcAft>
              <a:buClr>
                <a:schemeClr val="dk1"/>
              </a:buClr>
              <a:buSzPts val="1100"/>
              <a:buNone/>
              <a:defRPr sz="1663">
                <a:solidFill>
                  <a:schemeClr val="dk1"/>
                </a:solidFill>
              </a:defRPr>
            </a:lvl4pPr>
            <a:lvl5pPr lvl="4" algn="ctr" rtl="0">
              <a:spcBef>
                <a:spcPts val="0"/>
              </a:spcBef>
              <a:spcAft>
                <a:spcPts val="0"/>
              </a:spcAft>
              <a:buClr>
                <a:schemeClr val="dk1"/>
              </a:buClr>
              <a:buSzPts val="1100"/>
              <a:buNone/>
              <a:defRPr sz="1663">
                <a:solidFill>
                  <a:schemeClr val="dk1"/>
                </a:solidFill>
              </a:defRPr>
            </a:lvl5pPr>
            <a:lvl6pPr lvl="5" algn="ctr" rtl="0">
              <a:spcBef>
                <a:spcPts val="0"/>
              </a:spcBef>
              <a:spcAft>
                <a:spcPts val="0"/>
              </a:spcAft>
              <a:buClr>
                <a:schemeClr val="dk1"/>
              </a:buClr>
              <a:buSzPts val="1100"/>
              <a:buNone/>
              <a:defRPr sz="1663">
                <a:solidFill>
                  <a:schemeClr val="dk1"/>
                </a:solidFill>
              </a:defRPr>
            </a:lvl6pPr>
            <a:lvl7pPr lvl="6" algn="ctr" rtl="0">
              <a:spcBef>
                <a:spcPts val="0"/>
              </a:spcBef>
              <a:spcAft>
                <a:spcPts val="0"/>
              </a:spcAft>
              <a:buClr>
                <a:schemeClr val="dk1"/>
              </a:buClr>
              <a:buSzPts val="1100"/>
              <a:buNone/>
              <a:defRPr sz="1663">
                <a:solidFill>
                  <a:schemeClr val="dk1"/>
                </a:solidFill>
              </a:defRPr>
            </a:lvl7pPr>
            <a:lvl8pPr lvl="7" algn="ctr" rtl="0">
              <a:spcBef>
                <a:spcPts val="0"/>
              </a:spcBef>
              <a:spcAft>
                <a:spcPts val="0"/>
              </a:spcAft>
              <a:buClr>
                <a:schemeClr val="dk1"/>
              </a:buClr>
              <a:buSzPts val="1100"/>
              <a:buNone/>
              <a:defRPr sz="1663">
                <a:solidFill>
                  <a:schemeClr val="dk1"/>
                </a:solidFill>
              </a:defRPr>
            </a:lvl8pPr>
            <a:lvl9pPr lvl="8" algn="ctr" rtl="0">
              <a:spcBef>
                <a:spcPts val="0"/>
              </a:spcBef>
              <a:spcAft>
                <a:spcPts val="0"/>
              </a:spcAft>
              <a:buClr>
                <a:schemeClr val="dk1"/>
              </a:buClr>
              <a:buSzPts val="1100"/>
              <a:buNone/>
              <a:defRPr sz="1663">
                <a:solidFill>
                  <a:schemeClr val="dk1"/>
                </a:solidFill>
              </a:defRPr>
            </a:lvl9pPr>
          </a:lstStyle>
          <a:p>
            <a:endParaRPr/>
          </a:p>
        </p:txBody>
      </p:sp>
      <p:sp>
        <p:nvSpPr>
          <p:cNvPr id="79" name="Google Shape;79;p10"/>
          <p:cNvSpPr txBox="1">
            <a:spLocks noGrp="1"/>
          </p:cNvSpPr>
          <p:nvPr>
            <p:ph type="subTitle" idx="4"/>
          </p:nvPr>
        </p:nvSpPr>
        <p:spPr>
          <a:xfrm flipH="1">
            <a:off x="5408947" y="4464956"/>
            <a:ext cx="2999707" cy="1466533"/>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900"/>
              <a:buNone/>
              <a:defRPr sz="1360">
                <a:solidFill>
                  <a:schemeClr val="dk1"/>
                </a:solidFill>
              </a:defRPr>
            </a:lvl1pPr>
            <a:lvl2pPr lvl="1" algn="ctr" rtl="0">
              <a:lnSpc>
                <a:spcPct val="100000"/>
              </a:lnSpc>
              <a:spcBef>
                <a:spcPts val="0"/>
              </a:spcBef>
              <a:spcAft>
                <a:spcPts val="0"/>
              </a:spcAft>
              <a:buClr>
                <a:schemeClr val="dk1"/>
              </a:buClr>
              <a:buSzPts val="900"/>
              <a:buNone/>
              <a:defRPr sz="1360">
                <a:solidFill>
                  <a:schemeClr val="dk1"/>
                </a:solidFill>
              </a:defRPr>
            </a:lvl2pPr>
            <a:lvl3pPr lvl="2" algn="ctr" rtl="0">
              <a:lnSpc>
                <a:spcPct val="100000"/>
              </a:lnSpc>
              <a:spcBef>
                <a:spcPts val="0"/>
              </a:spcBef>
              <a:spcAft>
                <a:spcPts val="0"/>
              </a:spcAft>
              <a:buClr>
                <a:schemeClr val="dk1"/>
              </a:buClr>
              <a:buSzPts val="900"/>
              <a:buNone/>
              <a:defRPr sz="1360">
                <a:solidFill>
                  <a:schemeClr val="dk1"/>
                </a:solidFill>
              </a:defRPr>
            </a:lvl3pPr>
            <a:lvl4pPr lvl="3" algn="ctr" rtl="0">
              <a:lnSpc>
                <a:spcPct val="100000"/>
              </a:lnSpc>
              <a:spcBef>
                <a:spcPts val="0"/>
              </a:spcBef>
              <a:spcAft>
                <a:spcPts val="0"/>
              </a:spcAft>
              <a:buClr>
                <a:schemeClr val="dk1"/>
              </a:buClr>
              <a:buSzPts val="900"/>
              <a:buNone/>
              <a:defRPr sz="1360">
                <a:solidFill>
                  <a:schemeClr val="dk1"/>
                </a:solidFill>
              </a:defRPr>
            </a:lvl4pPr>
            <a:lvl5pPr lvl="4" algn="ctr" rtl="0">
              <a:lnSpc>
                <a:spcPct val="100000"/>
              </a:lnSpc>
              <a:spcBef>
                <a:spcPts val="0"/>
              </a:spcBef>
              <a:spcAft>
                <a:spcPts val="0"/>
              </a:spcAft>
              <a:buClr>
                <a:schemeClr val="dk1"/>
              </a:buClr>
              <a:buSzPts val="900"/>
              <a:buNone/>
              <a:defRPr sz="1360">
                <a:solidFill>
                  <a:schemeClr val="dk1"/>
                </a:solidFill>
              </a:defRPr>
            </a:lvl5pPr>
            <a:lvl6pPr lvl="5" algn="ctr" rtl="0">
              <a:lnSpc>
                <a:spcPct val="100000"/>
              </a:lnSpc>
              <a:spcBef>
                <a:spcPts val="0"/>
              </a:spcBef>
              <a:spcAft>
                <a:spcPts val="0"/>
              </a:spcAft>
              <a:buClr>
                <a:schemeClr val="dk1"/>
              </a:buClr>
              <a:buSzPts val="900"/>
              <a:buNone/>
              <a:defRPr sz="1360">
                <a:solidFill>
                  <a:schemeClr val="dk1"/>
                </a:solidFill>
              </a:defRPr>
            </a:lvl6pPr>
            <a:lvl7pPr lvl="6" algn="ctr" rtl="0">
              <a:lnSpc>
                <a:spcPct val="100000"/>
              </a:lnSpc>
              <a:spcBef>
                <a:spcPts val="0"/>
              </a:spcBef>
              <a:spcAft>
                <a:spcPts val="0"/>
              </a:spcAft>
              <a:buClr>
                <a:schemeClr val="dk1"/>
              </a:buClr>
              <a:buSzPts val="900"/>
              <a:buNone/>
              <a:defRPr sz="1360">
                <a:solidFill>
                  <a:schemeClr val="dk1"/>
                </a:solidFill>
              </a:defRPr>
            </a:lvl7pPr>
            <a:lvl8pPr lvl="7" algn="ctr" rtl="0">
              <a:lnSpc>
                <a:spcPct val="100000"/>
              </a:lnSpc>
              <a:spcBef>
                <a:spcPts val="0"/>
              </a:spcBef>
              <a:spcAft>
                <a:spcPts val="0"/>
              </a:spcAft>
              <a:buClr>
                <a:schemeClr val="dk1"/>
              </a:buClr>
              <a:buSzPts val="900"/>
              <a:buNone/>
              <a:defRPr sz="1360">
                <a:solidFill>
                  <a:schemeClr val="dk1"/>
                </a:solidFill>
              </a:defRPr>
            </a:lvl8pPr>
            <a:lvl9pPr lvl="8" algn="ctr" rtl="0">
              <a:lnSpc>
                <a:spcPct val="100000"/>
              </a:lnSpc>
              <a:spcBef>
                <a:spcPts val="0"/>
              </a:spcBef>
              <a:spcAft>
                <a:spcPts val="0"/>
              </a:spcAft>
              <a:buClr>
                <a:schemeClr val="dk1"/>
              </a:buClr>
              <a:buSzPts val="900"/>
              <a:buNone/>
              <a:defRPr sz="1360">
                <a:solidFill>
                  <a:schemeClr val="dk1"/>
                </a:solidFill>
              </a:defRPr>
            </a:lvl9pPr>
          </a:lstStyle>
          <a:p>
            <a:endParaRPr/>
          </a:p>
        </p:txBody>
      </p:sp>
      <p:sp>
        <p:nvSpPr>
          <p:cNvPr id="80" name="Google Shape;80;p10"/>
          <p:cNvSpPr txBox="1">
            <a:spLocks noGrp="1"/>
          </p:cNvSpPr>
          <p:nvPr>
            <p:ph type="ctrTitle" idx="5"/>
          </p:nvPr>
        </p:nvSpPr>
        <p:spPr>
          <a:xfrm flipH="1">
            <a:off x="10643096" y="3662291"/>
            <a:ext cx="2076720" cy="978747"/>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1"/>
              </a:buClr>
              <a:buSzPts val="1100"/>
              <a:buNone/>
              <a:defRPr sz="1663">
                <a:solidFill>
                  <a:schemeClr val="dk1"/>
                </a:solidFill>
              </a:defRPr>
            </a:lvl1pPr>
            <a:lvl2pPr lvl="1" algn="r" rtl="0">
              <a:spcBef>
                <a:spcPts val="0"/>
              </a:spcBef>
              <a:spcAft>
                <a:spcPts val="0"/>
              </a:spcAft>
              <a:buClr>
                <a:schemeClr val="dk1"/>
              </a:buClr>
              <a:buSzPts val="1100"/>
              <a:buNone/>
              <a:defRPr sz="1663">
                <a:solidFill>
                  <a:schemeClr val="dk1"/>
                </a:solidFill>
              </a:defRPr>
            </a:lvl2pPr>
            <a:lvl3pPr lvl="2" algn="r" rtl="0">
              <a:spcBef>
                <a:spcPts val="0"/>
              </a:spcBef>
              <a:spcAft>
                <a:spcPts val="0"/>
              </a:spcAft>
              <a:buClr>
                <a:schemeClr val="dk1"/>
              </a:buClr>
              <a:buSzPts val="1100"/>
              <a:buNone/>
              <a:defRPr sz="1663">
                <a:solidFill>
                  <a:schemeClr val="dk1"/>
                </a:solidFill>
              </a:defRPr>
            </a:lvl3pPr>
            <a:lvl4pPr lvl="3" algn="r" rtl="0">
              <a:spcBef>
                <a:spcPts val="0"/>
              </a:spcBef>
              <a:spcAft>
                <a:spcPts val="0"/>
              </a:spcAft>
              <a:buClr>
                <a:schemeClr val="dk1"/>
              </a:buClr>
              <a:buSzPts val="1100"/>
              <a:buNone/>
              <a:defRPr sz="1663">
                <a:solidFill>
                  <a:schemeClr val="dk1"/>
                </a:solidFill>
              </a:defRPr>
            </a:lvl4pPr>
            <a:lvl5pPr lvl="4" algn="r" rtl="0">
              <a:spcBef>
                <a:spcPts val="0"/>
              </a:spcBef>
              <a:spcAft>
                <a:spcPts val="0"/>
              </a:spcAft>
              <a:buClr>
                <a:schemeClr val="dk1"/>
              </a:buClr>
              <a:buSzPts val="1100"/>
              <a:buNone/>
              <a:defRPr sz="1663">
                <a:solidFill>
                  <a:schemeClr val="dk1"/>
                </a:solidFill>
              </a:defRPr>
            </a:lvl5pPr>
            <a:lvl6pPr lvl="5" algn="r" rtl="0">
              <a:spcBef>
                <a:spcPts val="0"/>
              </a:spcBef>
              <a:spcAft>
                <a:spcPts val="0"/>
              </a:spcAft>
              <a:buClr>
                <a:schemeClr val="dk1"/>
              </a:buClr>
              <a:buSzPts val="1100"/>
              <a:buNone/>
              <a:defRPr sz="1663">
                <a:solidFill>
                  <a:schemeClr val="dk1"/>
                </a:solidFill>
              </a:defRPr>
            </a:lvl6pPr>
            <a:lvl7pPr lvl="6" algn="r" rtl="0">
              <a:spcBef>
                <a:spcPts val="0"/>
              </a:spcBef>
              <a:spcAft>
                <a:spcPts val="0"/>
              </a:spcAft>
              <a:buClr>
                <a:schemeClr val="dk1"/>
              </a:buClr>
              <a:buSzPts val="1100"/>
              <a:buNone/>
              <a:defRPr sz="1663">
                <a:solidFill>
                  <a:schemeClr val="dk1"/>
                </a:solidFill>
              </a:defRPr>
            </a:lvl7pPr>
            <a:lvl8pPr lvl="7" algn="r" rtl="0">
              <a:spcBef>
                <a:spcPts val="0"/>
              </a:spcBef>
              <a:spcAft>
                <a:spcPts val="0"/>
              </a:spcAft>
              <a:buClr>
                <a:schemeClr val="dk1"/>
              </a:buClr>
              <a:buSzPts val="1100"/>
              <a:buNone/>
              <a:defRPr sz="1663">
                <a:solidFill>
                  <a:schemeClr val="dk1"/>
                </a:solidFill>
              </a:defRPr>
            </a:lvl8pPr>
            <a:lvl9pPr lvl="8" algn="r" rtl="0">
              <a:spcBef>
                <a:spcPts val="0"/>
              </a:spcBef>
              <a:spcAft>
                <a:spcPts val="0"/>
              </a:spcAft>
              <a:buClr>
                <a:schemeClr val="dk1"/>
              </a:buClr>
              <a:buSzPts val="1100"/>
              <a:buNone/>
              <a:defRPr sz="1663">
                <a:solidFill>
                  <a:schemeClr val="dk1"/>
                </a:solidFill>
              </a:defRPr>
            </a:lvl9pPr>
          </a:lstStyle>
          <a:p>
            <a:endParaRPr/>
          </a:p>
        </p:txBody>
      </p:sp>
      <p:sp>
        <p:nvSpPr>
          <p:cNvPr id="81" name="Google Shape;81;p10"/>
          <p:cNvSpPr txBox="1">
            <a:spLocks noGrp="1"/>
          </p:cNvSpPr>
          <p:nvPr>
            <p:ph type="subTitle" idx="6"/>
          </p:nvPr>
        </p:nvSpPr>
        <p:spPr>
          <a:xfrm flipH="1">
            <a:off x="9720109" y="4464956"/>
            <a:ext cx="2999707" cy="1466533"/>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900"/>
              <a:buNone/>
              <a:defRPr sz="1360">
                <a:solidFill>
                  <a:schemeClr val="dk1"/>
                </a:solidFill>
              </a:defRPr>
            </a:lvl1pPr>
            <a:lvl2pPr lvl="1" algn="r" rtl="0">
              <a:lnSpc>
                <a:spcPct val="100000"/>
              </a:lnSpc>
              <a:spcBef>
                <a:spcPts val="0"/>
              </a:spcBef>
              <a:spcAft>
                <a:spcPts val="0"/>
              </a:spcAft>
              <a:buClr>
                <a:schemeClr val="dk1"/>
              </a:buClr>
              <a:buSzPts val="900"/>
              <a:buNone/>
              <a:defRPr sz="1360">
                <a:solidFill>
                  <a:schemeClr val="dk1"/>
                </a:solidFill>
              </a:defRPr>
            </a:lvl2pPr>
            <a:lvl3pPr lvl="2" algn="r" rtl="0">
              <a:lnSpc>
                <a:spcPct val="100000"/>
              </a:lnSpc>
              <a:spcBef>
                <a:spcPts val="0"/>
              </a:spcBef>
              <a:spcAft>
                <a:spcPts val="0"/>
              </a:spcAft>
              <a:buClr>
                <a:schemeClr val="dk1"/>
              </a:buClr>
              <a:buSzPts val="900"/>
              <a:buNone/>
              <a:defRPr sz="1360">
                <a:solidFill>
                  <a:schemeClr val="dk1"/>
                </a:solidFill>
              </a:defRPr>
            </a:lvl3pPr>
            <a:lvl4pPr lvl="3" algn="r" rtl="0">
              <a:lnSpc>
                <a:spcPct val="100000"/>
              </a:lnSpc>
              <a:spcBef>
                <a:spcPts val="0"/>
              </a:spcBef>
              <a:spcAft>
                <a:spcPts val="0"/>
              </a:spcAft>
              <a:buClr>
                <a:schemeClr val="dk1"/>
              </a:buClr>
              <a:buSzPts val="900"/>
              <a:buNone/>
              <a:defRPr sz="1360">
                <a:solidFill>
                  <a:schemeClr val="dk1"/>
                </a:solidFill>
              </a:defRPr>
            </a:lvl4pPr>
            <a:lvl5pPr lvl="4" algn="r" rtl="0">
              <a:lnSpc>
                <a:spcPct val="100000"/>
              </a:lnSpc>
              <a:spcBef>
                <a:spcPts val="0"/>
              </a:spcBef>
              <a:spcAft>
                <a:spcPts val="0"/>
              </a:spcAft>
              <a:buClr>
                <a:schemeClr val="dk1"/>
              </a:buClr>
              <a:buSzPts val="900"/>
              <a:buNone/>
              <a:defRPr sz="1360">
                <a:solidFill>
                  <a:schemeClr val="dk1"/>
                </a:solidFill>
              </a:defRPr>
            </a:lvl5pPr>
            <a:lvl6pPr lvl="5" algn="r" rtl="0">
              <a:lnSpc>
                <a:spcPct val="100000"/>
              </a:lnSpc>
              <a:spcBef>
                <a:spcPts val="0"/>
              </a:spcBef>
              <a:spcAft>
                <a:spcPts val="0"/>
              </a:spcAft>
              <a:buClr>
                <a:schemeClr val="dk1"/>
              </a:buClr>
              <a:buSzPts val="900"/>
              <a:buNone/>
              <a:defRPr sz="1360">
                <a:solidFill>
                  <a:schemeClr val="dk1"/>
                </a:solidFill>
              </a:defRPr>
            </a:lvl6pPr>
            <a:lvl7pPr lvl="6" algn="r" rtl="0">
              <a:lnSpc>
                <a:spcPct val="100000"/>
              </a:lnSpc>
              <a:spcBef>
                <a:spcPts val="0"/>
              </a:spcBef>
              <a:spcAft>
                <a:spcPts val="0"/>
              </a:spcAft>
              <a:buClr>
                <a:schemeClr val="dk1"/>
              </a:buClr>
              <a:buSzPts val="900"/>
              <a:buNone/>
              <a:defRPr sz="1360">
                <a:solidFill>
                  <a:schemeClr val="dk1"/>
                </a:solidFill>
              </a:defRPr>
            </a:lvl7pPr>
            <a:lvl8pPr lvl="7" algn="r" rtl="0">
              <a:lnSpc>
                <a:spcPct val="100000"/>
              </a:lnSpc>
              <a:spcBef>
                <a:spcPts val="0"/>
              </a:spcBef>
              <a:spcAft>
                <a:spcPts val="0"/>
              </a:spcAft>
              <a:buClr>
                <a:schemeClr val="dk1"/>
              </a:buClr>
              <a:buSzPts val="900"/>
              <a:buNone/>
              <a:defRPr sz="1360">
                <a:solidFill>
                  <a:schemeClr val="dk1"/>
                </a:solidFill>
              </a:defRPr>
            </a:lvl8pPr>
            <a:lvl9pPr lvl="8" algn="r" rtl="0">
              <a:lnSpc>
                <a:spcPct val="100000"/>
              </a:lnSpc>
              <a:spcBef>
                <a:spcPts val="0"/>
              </a:spcBef>
              <a:spcAft>
                <a:spcPts val="0"/>
              </a:spcAft>
              <a:buClr>
                <a:schemeClr val="dk1"/>
              </a:buClr>
              <a:buSzPts val="900"/>
              <a:buNone/>
              <a:defRPr sz="1360">
                <a:solidFill>
                  <a:schemeClr val="dk1"/>
                </a:solidFill>
              </a:defRPr>
            </a:lvl9pPr>
          </a:lstStyle>
          <a:p>
            <a:endParaRPr/>
          </a:p>
        </p:txBody>
      </p:sp>
      <p:pic>
        <p:nvPicPr>
          <p:cNvPr id="2" name="Picture 1">
            <a:extLst>
              <a:ext uri="{FF2B5EF4-FFF2-40B4-BE49-F238E27FC236}">
                <a16:creationId xmlns:a16="http://schemas.microsoft.com/office/drawing/2014/main" id="{5B45AD41-9632-E539-9A06-4A38CE2EC6C8}"/>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3" name="Teardrop 2">
            <a:extLst>
              <a:ext uri="{FF2B5EF4-FFF2-40B4-BE49-F238E27FC236}">
                <a16:creationId xmlns:a16="http://schemas.microsoft.com/office/drawing/2014/main" id="{BC48507A-A357-6EE8-C709-01AF342C4F89}"/>
              </a:ext>
            </a:extLst>
          </p:cNvPr>
          <p:cNvSpPr/>
          <p:nvPr userDrawn="1"/>
        </p:nvSpPr>
        <p:spPr>
          <a:xfrm rot="5400000">
            <a:off x="13106568" y="7072525"/>
            <a:ext cx="725424" cy="725424"/>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4" name="Slide Number Placeholder 5">
            <a:extLst>
              <a:ext uri="{FF2B5EF4-FFF2-40B4-BE49-F238E27FC236}">
                <a16:creationId xmlns:a16="http://schemas.microsoft.com/office/drawing/2014/main" id="{E1E5E301-8BDF-50C0-9C9E-8B5568218D2F}"/>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5" name="TextBox 4">
            <a:extLst>
              <a:ext uri="{FF2B5EF4-FFF2-40B4-BE49-F238E27FC236}">
                <a16:creationId xmlns:a16="http://schemas.microsoft.com/office/drawing/2014/main" id="{63FA3C33-DBDD-EDA6-BDF8-9CBA966C621A}"/>
              </a:ext>
            </a:extLst>
          </p:cNvPr>
          <p:cNvSpPr txBox="1"/>
          <p:nvPr userDrawn="1"/>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spTree>
    <p:extLst>
      <p:ext uri="{BB962C8B-B14F-4D97-AF65-F5344CB8AC3E}">
        <p14:creationId xmlns:p14="http://schemas.microsoft.com/office/powerpoint/2010/main" val="2341147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design " userDrawn="1">
  <p:cSld name="Title + design ">
    <p:spTree>
      <p:nvGrpSpPr>
        <p:cNvPr id="1" name="Shape 82"/>
        <p:cNvGrpSpPr/>
        <p:nvPr/>
      </p:nvGrpSpPr>
      <p:grpSpPr>
        <a:xfrm>
          <a:off x="0" y="0"/>
          <a:ext cx="0" cy="0"/>
          <a:chOff x="0" y="0"/>
          <a:chExt cx="0" cy="0"/>
        </a:xfrm>
      </p:grpSpPr>
      <p:pic>
        <p:nvPicPr>
          <p:cNvPr id="2" name="Picture 1">
            <a:extLst>
              <a:ext uri="{FF2B5EF4-FFF2-40B4-BE49-F238E27FC236}">
                <a16:creationId xmlns:a16="http://schemas.microsoft.com/office/drawing/2014/main" id="{EB1CDBB3-8E8D-B7FC-1AAC-9016934FE01E}"/>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205" b="44167"/>
          <a:stretch/>
        </p:blipFill>
        <p:spPr>
          <a:xfrm>
            <a:off x="13396" y="7071861"/>
            <a:ext cx="1078060" cy="714933"/>
          </a:xfrm>
          <a:prstGeom prst="rect">
            <a:avLst/>
          </a:prstGeom>
        </p:spPr>
      </p:pic>
      <p:sp>
        <p:nvSpPr>
          <p:cNvPr id="3" name="Teardrop 2">
            <a:extLst>
              <a:ext uri="{FF2B5EF4-FFF2-40B4-BE49-F238E27FC236}">
                <a16:creationId xmlns:a16="http://schemas.microsoft.com/office/drawing/2014/main" id="{C2F89A1E-6E37-3E00-62CD-0468D8145750}"/>
              </a:ext>
            </a:extLst>
          </p:cNvPr>
          <p:cNvSpPr/>
          <p:nvPr userDrawn="1"/>
        </p:nvSpPr>
        <p:spPr>
          <a:xfrm rot="5400000">
            <a:off x="13106568" y="7072525"/>
            <a:ext cx="725424" cy="725424"/>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4" name="Slide Number Placeholder 5">
            <a:extLst>
              <a:ext uri="{FF2B5EF4-FFF2-40B4-BE49-F238E27FC236}">
                <a16:creationId xmlns:a16="http://schemas.microsoft.com/office/drawing/2014/main" id="{FE7010D5-5706-3D96-583A-D545CA82C029}"/>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5" name="TextBox 4">
            <a:extLst>
              <a:ext uri="{FF2B5EF4-FFF2-40B4-BE49-F238E27FC236}">
                <a16:creationId xmlns:a16="http://schemas.microsoft.com/office/drawing/2014/main" id="{DB5234E0-82CA-9E0E-86AC-545C829F035A}"/>
              </a:ext>
            </a:extLst>
          </p:cNvPr>
          <p:cNvSpPr txBox="1"/>
          <p:nvPr userDrawn="1"/>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accent6"/>
                </a:solidFill>
                <a:effectLst/>
                <a:uLnTx/>
                <a:uFillTx/>
                <a:latin typeface="Avenir Next LT Pro"/>
                <a:ea typeface="+mn-ea"/>
                <a:cs typeface="+mn-cs"/>
              </a:rPr>
              <a:t>Hands On</a:t>
            </a:r>
          </a:p>
        </p:txBody>
      </p:sp>
      <p:pic>
        <p:nvPicPr>
          <p:cNvPr id="6" name="Picture 5" descr="Icon&#10;&#10;Description automatically generated">
            <a:extLst>
              <a:ext uri="{FF2B5EF4-FFF2-40B4-BE49-F238E27FC236}">
                <a16:creationId xmlns:a16="http://schemas.microsoft.com/office/drawing/2014/main" id="{C0B0C2EF-55B7-BD82-EBA4-86B8EB642EE0}"/>
              </a:ext>
            </a:extLst>
          </p:cNvPr>
          <p:cNvPicPr>
            <a:picLocks noChangeAspect="1"/>
          </p:cNvPicPr>
          <p:nvPr userDrawn="1"/>
        </p:nvPicPr>
        <p:blipFill>
          <a:blip r:embed="rId3" cstate="print">
            <a:duotone>
              <a:schemeClr val="accent4">
                <a:shade val="45000"/>
                <a:satMod val="135000"/>
              </a:schemeClr>
              <a:prstClr val="white"/>
            </a:duotone>
            <a:alphaModFix amt="35000"/>
            <a:extLst>
              <a:ext uri="{28A0092B-C50C-407E-A947-70E740481C1C}">
                <a14:useLocalDpi xmlns:a14="http://schemas.microsoft.com/office/drawing/2010/main"/>
              </a:ext>
            </a:extLst>
          </a:blip>
          <a:srcRect/>
          <a:stretch/>
        </p:blipFill>
        <p:spPr>
          <a:xfrm flipH="1">
            <a:off x="-9954" y="1090766"/>
            <a:ext cx="4470635" cy="6028133"/>
          </a:xfrm>
          <a:prstGeom prst="rect">
            <a:avLst/>
          </a:prstGeom>
          <a:ln>
            <a:noFill/>
          </a:ln>
        </p:spPr>
      </p:pic>
    </p:spTree>
    <p:extLst>
      <p:ext uri="{BB962C8B-B14F-4D97-AF65-F5344CB8AC3E}">
        <p14:creationId xmlns:p14="http://schemas.microsoft.com/office/powerpoint/2010/main" val="42585588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Design 1">
  <p:cSld name="Title + Design 1">
    <p:spTree>
      <p:nvGrpSpPr>
        <p:cNvPr id="1" name="Shape 84"/>
        <p:cNvGrpSpPr/>
        <p:nvPr/>
      </p:nvGrpSpPr>
      <p:grpSpPr>
        <a:xfrm>
          <a:off x="0" y="0"/>
          <a:ext cx="0" cy="0"/>
          <a:chOff x="0" y="0"/>
          <a:chExt cx="0" cy="0"/>
        </a:xfrm>
      </p:grpSpPr>
      <p:sp>
        <p:nvSpPr>
          <p:cNvPr id="85" name="Google Shape;85;p12"/>
          <p:cNvSpPr txBox="1">
            <a:spLocks noGrp="1"/>
          </p:cNvSpPr>
          <p:nvPr>
            <p:ph type="ctrTitle"/>
          </p:nvPr>
        </p:nvSpPr>
        <p:spPr>
          <a:xfrm>
            <a:off x="10264978" y="612508"/>
            <a:ext cx="2625253" cy="1429813"/>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1pPr>
            <a:lvl2pPr lvl="1"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2pPr>
            <a:lvl3pPr lvl="2"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3pPr>
            <a:lvl4pPr lvl="3"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4pPr>
            <a:lvl5pPr lvl="4"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5pPr>
            <a:lvl6pPr lvl="5"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6pPr>
            <a:lvl7pPr lvl="6"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7pPr>
            <a:lvl8pPr lvl="7"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8pPr>
            <a:lvl9pPr lvl="8"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9pPr>
          </a:lstStyle>
          <a:p>
            <a:endParaRPr/>
          </a:p>
        </p:txBody>
      </p:sp>
    </p:spTree>
    <p:extLst>
      <p:ext uri="{BB962C8B-B14F-4D97-AF65-F5344CB8AC3E}">
        <p14:creationId xmlns:p14="http://schemas.microsoft.com/office/powerpoint/2010/main" val="25611483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Design 2">
  <p:cSld name="Title + Design 2">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4655696" y="612508"/>
            <a:ext cx="4506133" cy="104130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1pPr>
            <a:lvl2pPr lvl="1"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2pPr>
            <a:lvl3pPr lvl="2"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3pPr>
            <a:lvl4pPr lvl="3"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4pPr>
            <a:lvl5pPr lvl="4"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5pPr>
            <a:lvl6pPr lvl="5"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6pPr>
            <a:lvl7pPr lvl="6"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7pPr>
            <a:lvl8pPr lvl="7"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8pPr>
            <a:lvl9pPr lvl="8"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9pPr>
          </a:lstStyle>
          <a:p>
            <a:endParaRPr/>
          </a:p>
        </p:txBody>
      </p:sp>
    </p:spTree>
    <p:extLst>
      <p:ext uri="{BB962C8B-B14F-4D97-AF65-F5344CB8AC3E}">
        <p14:creationId xmlns:p14="http://schemas.microsoft.com/office/powerpoint/2010/main" val="41468168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88"/>
        <p:cNvGrpSpPr/>
        <p:nvPr/>
      </p:nvGrpSpPr>
      <p:grpSpPr>
        <a:xfrm>
          <a:off x="0" y="0"/>
          <a:ext cx="0" cy="0"/>
          <a:chOff x="0" y="0"/>
          <a:chExt cx="0" cy="0"/>
        </a:xfrm>
      </p:grpSpPr>
      <p:sp>
        <p:nvSpPr>
          <p:cNvPr id="89" name="Google Shape;89;p14"/>
          <p:cNvSpPr/>
          <p:nvPr/>
        </p:nvSpPr>
        <p:spPr>
          <a:xfrm flipH="1">
            <a:off x="6510624" y="-620699"/>
            <a:ext cx="9068027" cy="8635547"/>
          </a:xfrm>
          <a:prstGeom prst="hexagon">
            <a:avLst>
              <a:gd name="adj" fmla="val 25000"/>
              <a:gd name="vf" fmla="val 115470"/>
            </a:avLst>
          </a:prstGeom>
          <a:solidFill>
            <a:schemeClr val="lt1"/>
          </a:solidFill>
          <a:ln>
            <a:noFill/>
          </a:ln>
        </p:spPr>
        <p:txBody>
          <a:bodyPr spcFirstLastPara="1" wrap="square" lIns="138153" tIns="138153" rIns="138153" bIns="138153" anchor="ctr" anchorCtr="0">
            <a:noAutofit/>
          </a:bodyPr>
          <a:lstStyle/>
          <a:p>
            <a:pPr marL="0" lvl="0" indent="0" algn="l" rtl="0">
              <a:spcBef>
                <a:spcPts val="0"/>
              </a:spcBef>
              <a:spcAft>
                <a:spcPts val="0"/>
              </a:spcAft>
              <a:buNone/>
            </a:pPr>
            <a:endParaRPr sz="2720" dirty="0"/>
          </a:p>
        </p:txBody>
      </p:sp>
      <p:sp>
        <p:nvSpPr>
          <p:cNvPr id="90" name="Google Shape;90;p14"/>
          <p:cNvSpPr/>
          <p:nvPr/>
        </p:nvSpPr>
        <p:spPr>
          <a:xfrm flipH="1">
            <a:off x="11361177" y="-620699"/>
            <a:ext cx="9068027" cy="8635547"/>
          </a:xfrm>
          <a:prstGeom prst="hexagon">
            <a:avLst>
              <a:gd name="adj" fmla="val 25000"/>
              <a:gd name="vf" fmla="val 115470"/>
            </a:avLst>
          </a:prstGeom>
          <a:solidFill>
            <a:schemeClr val="bg2"/>
          </a:solidFill>
          <a:ln>
            <a:noFill/>
          </a:ln>
        </p:spPr>
        <p:txBody>
          <a:bodyPr spcFirstLastPara="1" wrap="square" lIns="138153" tIns="138153" rIns="138153" bIns="138153" anchor="ctr" anchorCtr="0">
            <a:noAutofit/>
          </a:bodyPr>
          <a:lstStyle/>
          <a:p>
            <a:pPr marL="0" lvl="0" indent="0" algn="l" rtl="0">
              <a:spcBef>
                <a:spcPts val="0"/>
              </a:spcBef>
              <a:spcAft>
                <a:spcPts val="0"/>
              </a:spcAft>
              <a:buNone/>
            </a:pPr>
            <a:endParaRPr sz="2720" dirty="0"/>
          </a:p>
        </p:txBody>
      </p:sp>
      <p:sp>
        <p:nvSpPr>
          <p:cNvPr id="91" name="Google Shape;91;p14"/>
          <p:cNvSpPr txBox="1">
            <a:spLocks noGrp="1"/>
          </p:cNvSpPr>
          <p:nvPr>
            <p:ph type="ctrTitle"/>
          </p:nvPr>
        </p:nvSpPr>
        <p:spPr>
          <a:xfrm flipH="1">
            <a:off x="8350427" y="2496431"/>
            <a:ext cx="2616640" cy="978747"/>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1"/>
              </a:buClr>
              <a:buSzPts val="1800"/>
              <a:buFont typeface="Nunito Sans ExtraBold"/>
              <a:buNone/>
              <a:defRPr sz="2720" b="0">
                <a:solidFill>
                  <a:schemeClr val="dk1"/>
                </a:solidFill>
                <a:latin typeface="Nunito Sans ExtraBold"/>
                <a:ea typeface="Nunito Sans ExtraBold"/>
                <a:cs typeface="Nunito Sans ExtraBold"/>
                <a:sym typeface="Nunito Sans ExtraBold"/>
              </a:defRPr>
            </a:lvl1pPr>
            <a:lvl2pPr lvl="1"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2pPr>
            <a:lvl3pPr lvl="2"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3pPr>
            <a:lvl4pPr lvl="3"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4pPr>
            <a:lvl5pPr lvl="4"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5pPr>
            <a:lvl6pPr lvl="5"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6pPr>
            <a:lvl7pPr lvl="6"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7pPr>
            <a:lvl8pPr lvl="7"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8pPr>
            <a:lvl9pPr lvl="8" algn="r" rtl="0">
              <a:spcBef>
                <a:spcPts val="0"/>
              </a:spcBef>
              <a:spcAft>
                <a:spcPts val="0"/>
              </a:spcAft>
              <a:buClr>
                <a:schemeClr val="dk1"/>
              </a:buClr>
              <a:buSzPts val="1100"/>
              <a:buFont typeface="Nunito Sans ExtraBold"/>
              <a:buNone/>
              <a:defRPr sz="1663" b="0">
                <a:solidFill>
                  <a:schemeClr val="dk1"/>
                </a:solidFill>
                <a:latin typeface="Nunito Sans ExtraBold"/>
                <a:ea typeface="Nunito Sans ExtraBold"/>
                <a:cs typeface="Nunito Sans ExtraBold"/>
                <a:sym typeface="Nunito Sans ExtraBold"/>
              </a:defRPr>
            </a:lvl9pPr>
          </a:lstStyle>
          <a:p>
            <a:endParaRPr/>
          </a:p>
        </p:txBody>
      </p:sp>
      <p:sp>
        <p:nvSpPr>
          <p:cNvPr id="92" name="Google Shape;92;p14"/>
          <p:cNvSpPr txBox="1">
            <a:spLocks noGrp="1"/>
          </p:cNvSpPr>
          <p:nvPr>
            <p:ph type="ctrTitle" idx="2"/>
          </p:nvPr>
        </p:nvSpPr>
        <p:spPr>
          <a:xfrm>
            <a:off x="6044360" y="3559475"/>
            <a:ext cx="4958560" cy="1213573"/>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100"/>
              <a:buFont typeface="Assistant Light"/>
              <a:buNone/>
              <a:defRPr sz="1663" b="0">
                <a:latin typeface="Assistant Light"/>
                <a:ea typeface="Assistant Light"/>
                <a:cs typeface="Assistant Light"/>
                <a:sym typeface="Assistant Light"/>
              </a:defRPr>
            </a:lvl1pPr>
            <a:lvl2pPr lvl="1" algn="r" rtl="0">
              <a:spcBef>
                <a:spcPts val="0"/>
              </a:spcBef>
              <a:spcAft>
                <a:spcPts val="0"/>
              </a:spcAft>
              <a:buSzPts val="1100"/>
              <a:buFont typeface="Assistant Light"/>
              <a:buNone/>
              <a:defRPr sz="1663" b="0">
                <a:latin typeface="Assistant Light"/>
                <a:ea typeface="Assistant Light"/>
                <a:cs typeface="Assistant Light"/>
                <a:sym typeface="Assistant Light"/>
              </a:defRPr>
            </a:lvl2pPr>
            <a:lvl3pPr lvl="2" algn="r" rtl="0">
              <a:spcBef>
                <a:spcPts val="0"/>
              </a:spcBef>
              <a:spcAft>
                <a:spcPts val="0"/>
              </a:spcAft>
              <a:buSzPts val="1100"/>
              <a:buFont typeface="Assistant Light"/>
              <a:buNone/>
              <a:defRPr sz="1663" b="0">
                <a:latin typeface="Assistant Light"/>
                <a:ea typeface="Assistant Light"/>
                <a:cs typeface="Assistant Light"/>
                <a:sym typeface="Assistant Light"/>
              </a:defRPr>
            </a:lvl3pPr>
            <a:lvl4pPr lvl="3" algn="r" rtl="0">
              <a:spcBef>
                <a:spcPts val="0"/>
              </a:spcBef>
              <a:spcAft>
                <a:spcPts val="0"/>
              </a:spcAft>
              <a:buSzPts val="1100"/>
              <a:buFont typeface="Assistant Light"/>
              <a:buNone/>
              <a:defRPr sz="1663" b="0">
                <a:latin typeface="Assistant Light"/>
                <a:ea typeface="Assistant Light"/>
                <a:cs typeface="Assistant Light"/>
                <a:sym typeface="Assistant Light"/>
              </a:defRPr>
            </a:lvl4pPr>
            <a:lvl5pPr lvl="4" algn="r" rtl="0">
              <a:spcBef>
                <a:spcPts val="0"/>
              </a:spcBef>
              <a:spcAft>
                <a:spcPts val="0"/>
              </a:spcAft>
              <a:buSzPts val="1100"/>
              <a:buFont typeface="Assistant Light"/>
              <a:buNone/>
              <a:defRPr sz="1663" b="0">
                <a:latin typeface="Assistant Light"/>
                <a:ea typeface="Assistant Light"/>
                <a:cs typeface="Assistant Light"/>
                <a:sym typeface="Assistant Light"/>
              </a:defRPr>
            </a:lvl5pPr>
            <a:lvl6pPr lvl="5" algn="r" rtl="0">
              <a:spcBef>
                <a:spcPts val="0"/>
              </a:spcBef>
              <a:spcAft>
                <a:spcPts val="0"/>
              </a:spcAft>
              <a:buSzPts val="1100"/>
              <a:buFont typeface="Assistant Light"/>
              <a:buNone/>
              <a:defRPr sz="1663" b="0">
                <a:latin typeface="Assistant Light"/>
                <a:ea typeface="Assistant Light"/>
                <a:cs typeface="Assistant Light"/>
                <a:sym typeface="Assistant Light"/>
              </a:defRPr>
            </a:lvl6pPr>
            <a:lvl7pPr lvl="6" algn="r" rtl="0">
              <a:spcBef>
                <a:spcPts val="0"/>
              </a:spcBef>
              <a:spcAft>
                <a:spcPts val="0"/>
              </a:spcAft>
              <a:buSzPts val="1100"/>
              <a:buFont typeface="Assistant Light"/>
              <a:buNone/>
              <a:defRPr sz="1663" b="0">
                <a:latin typeface="Assistant Light"/>
                <a:ea typeface="Assistant Light"/>
                <a:cs typeface="Assistant Light"/>
                <a:sym typeface="Assistant Light"/>
              </a:defRPr>
            </a:lvl7pPr>
            <a:lvl8pPr lvl="7" algn="r" rtl="0">
              <a:spcBef>
                <a:spcPts val="0"/>
              </a:spcBef>
              <a:spcAft>
                <a:spcPts val="0"/>
              </a:spcAft>
              <a:buSzPts val="1100"/>
              <a:buFont typeface="Assistant Light"/>
              <a:buNone/>
              <a:defRPr sz="1663" b="0">
                <a:latin typeface="Assistant Light"/>
                <a:ea typeface="Assistant Light"/>
                <a:cs typeface="Assistant Light"/>
                <a:sym typeface="Assistant Light"/>
              </a:defRPr>
            </a:lvl8pPr>
            <a:lvl9pPr lvl="8" algn="r" rtl="0">
              <a:spcBef>
                <a:spcPts val="0"/>
              </a:spcBef>
              <a:spcAft>
                <a:spcPts val="0"/>
              </a:spcAft>
              <a:buSzPts val="1100"/>
              <a:buFont typeface="Assistant Light"/>
              <a:buNone/>
              <a:defRPr sz="1663" b="0">
                <a:latin typeface="Assistant Light"/>
                <a:ea typeface="Assistant Light"/>
                <a:cs typeface="Assistant Light"/>
                <a:sym typeface="Assistant Light"/>
              </a:defRPr>
            </a:lvl9pPr>
          </a:lstStyle>
          <a:p>
            <a:endParaRPr/>
          </a:p>
        </p:txBody>
      </p:sp>
    </p:spTree>
    <p:extLst>
      <p:ext uri="{BB962C8B-B14F-4D97-AF65-F5344CB8AC3E}">
        <p14:creationId xmlns:p14="http://schemas.microsoft.com/office/powerpoint/2010/main" val="42692814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redits">
  <p:cSld name="Credits">
    <p:bg>
      <p:bgPr>
        <a:blipFill>
          <a:blip r:embed="rId2"/>
          <a:tile tx="0" ty="0" sx="100000" sy="100000" flip="none" algn="tl"/>
        </a:blipFill>
        <a:effectLst/>
      </p:bgPr>
    </p:bg>
    <p:spTree>
      <p:nvGrpSpPr>
        <p:cNvPr id="1" name="Shape 93"/>
        <p:cNvGrpSpPr/>
        <p:nvPr/>
      </p:nvGrpSpPr>
      <p:grpSpPr>
        <a:xfrm>
          <a:off x="0" y="0"/>
          <a:ext cx="0" cy="0"/>
          <a:chOff x="0" y="0"/>
          <a:chExt cx="0" cy="0"/>
        </a:xfrm>
      </p:grpSpPr>
      <p:sp>
        <p:nvSpPr>
          <p:cNvPr id="94" name="Google Shape;94;p15"/>
          <p:cNvSpPr/>
          <p:nvPr/>
        </p:nvSpPr>
        <p:spPr>
          <a:xfrm>
            <a:off x="-40946" y="1581462"/>
            <a:ext cx="13874907" cy="6208211"/>
          </a:xfrm>
          <a:custGeom>
            <a:avLst/>
            <a:gdLst>
              <a:gd name="connsiteX0" fmla="*/ 82 w 368099"/>
              <a:gd name="connsiteY0" fmla="*/ 32147 h 164335"/>
              <a:gd name="connsiteX1" fmla="*/ 184733 w 368099"/>
              <a:gd name="connsiteY1" fmla="*/ 0 h 164335"/>
              <a:gd name="connsiteX2" fmla="*/ 368099 w 368099"/>
              <a:gd name="connsiteY2" fmla="*/ 32147 h 164335"/>
              <a:gd name="connsiteX3" fmla="*/ 368099 w 368099"/>
              <a:gd name="connsiteY3" fmla="*/ 164335 h 164335"/>
              <a:gd name="connsiteX4" fmla="*/ 2596 w 368099"/>
              <a:gd name="connsiteY4" fmla="*/ 164335 h 164335"/>
              <a:gd name="connsiteX5" fmla="*/ 82 w 368099"/>
              <a:gd name="connsiteY5" fmla="*/ 32147 h 164335"/>
              <a:gd name="connsiteX0" fmla="*/ 103 w 368120"/>
              <a:gd name="connsiteY0" fmla="*/ 32147 h 164335"/>
              <a:gd name="connsiteX1" fmla="*/ 184754 w 368120"/>
              <a:gd name="connsiteY1" fmla="*/ 0 h 164335"/>
              <a:gd name="connsiteX2" fmla="*/ 368120 w 368120"/>
              <a:gd name="connsiteY2" fmla="*/ 32147 h 164335"/>
              <a:gd name="connsiteX3" fmla="*/ 368120 w 368120"/>
              <a:gd name="connsiteY3" fmla="*/ 164335 h 164335"/>
              <a:gd name="connsiteX4" fmla="*/ 1703 w 368120"/>
              <a:gd name="connsiteY4" fmla="*/ 164335 h 164335"/>
              <a:gd name="connsiteX5" fmla="*/ 103 w 368120"/>
              <a:gd name="connsiteY5" fmla="*/ 32147 h 164335"/>
              <a:gd name="connsiteX0" fmla="*/ 686 w 366417"/>
              <a:gd name="connsiteY0" fmla="*/ 33061 h 164335"/>
              <a:gd name="connsiteX1" fmla="*/ 183051 w 366417"/>
              <a:gd name="connsiteY1" fmla="*/ 0 h 164335"/>
              <a:gd name="connsiteX2" fmla="*/ 366417 w 366417"/>
              <a:gd name="connsiteY2" fmla="*/ 32147 h 164335"/>
              <a:gd name="connsiteX3" fmla="*/ 366417 w 366417"/>
              <a:gd name="connsiteY3" fmla="*/ 164335 h 164335"/>
              <a:gd name="connsiteX4" fmla="*/ 0 w 366417"/>
              <a:gd name="connsiteY4" fmla="*/ 164335 h 164335"/>
              <a:gd name="connsiteX5" fmla="*/ 686 w 366417"/>
              <a:gd name="connsiteY5" fmla="*/ 33061 h 164335"/>
              <a:gd name="connsiteX0" fmla="*/ 1143 w 366874"/>
              <a:gd name="connsiteY0" fmla="*/ 33061 h 164335"/>
              <a:gd name="connsiteX1" fmla="*/ 183508 w 366874"/>
              <a:gd name="connsiteY1" fmla="*/ 0 h 164335"/>
              <a:gd name="connsiteX2" fmla="*/ 366874 w 366874"/>
              <a:gd name="connsiteY2" fmla="*/ 32147 h 164335"/>
              <a:gd name="connsiteX3" fmla="*/ 366874 w 366874"/>
              <a:gd name="connsiteY3" fmla="*/ 164335 h 164335"/>
              <a:gd name="connsiteX4" fmla="*/ 0 w 366874"/>
              <a:gd name="connsiteY4" fmla="*/ 163878 h 164335"/>
              <a:gd name="connsiteX5" fmla="*/ 1143 w 366874"/>
              <a:gd name="connsiteY5" fmla="*/ 33061 h 164335"/>
              <a:gd name="connsiteX0" fmla="*/ 174 w 367277"/>
              <a:gd name="connsiteY0" fmla="*/ 33061 h 164335"/>
              <a:gd name="connsiteX1" fmla="*/ 183911 w 367277"/>
              <a:gd name="connsiteY1" fmla="*/ 0 h 164335"/>
              <a:gd name="connsiteX2" fmla="*/ 367277 w 367277"/>
              <a:gd name="connsiteY2" fmla="*/ 32147 h 164335"/>
              <a:gd name="connsiteX3" fmla="*/ 367277 w 367277"/>
              <a:gd name="connsiteY3" fmla="*/ 164335 h 164335"/>
              <a:gd name="connsiteX4" fmla="*/ 403 w 367277"/>
              <a:gd name="connsiteY4" fmla="*/ 163878 h 164335"/>
              <a:gd name="connsiteX5" fmla="*/ 174 w 367277"/>
              <a:gd name="connsiteY5" fmla="*/ 33061 h 164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277" h="164335" extrusionOk="0">
                <a:moveTo>
                  <a:pt x="174" y="33061"/>
                </a:moveTo>
                <a:lnTo>
                  <a:pt x="183911" y="0"/>
                </a:lnTo>
                <a:lnTo>
                  <a:pt x="367277" y="32147"/>
                </a:lnTo>
                <a:lnTo>
                  <a:pt x="367277" y="164335"/>
                </a:lnTo>
                <a:lnTo>
                  <a:pt x="403" y="163878"/>
                </a:lnTo>
                <a:cubicBezTo>
                  <a:pt x="1089" y="119815"/>
                  <a:pt x="-512" y="77124"/>
                  <a:pt x="174" y="33061"/>
                </a:cubicBezTo>
                <a:close/>
              </a:path>
            </a:pathLst>
          </a:custGeom>
          <a:gradFill>
            <a:gsLst>
              <a:gs pos="14000">
                <a:srgbClr val="353535">
                  <a:alpha val="93000"/>
                </a:srgbClr>
              </a:gs>
              <a:gs pos="50000">
                <a:schemeClr val="accent5">
                  <a:lumMod val="75000"/>
                  <a:alpha val="82000"/>
                </a:schemeClr>
              </a:gs>
              <a:gs pos="78000">
                <a:schemeClr val="accent1">
                  <a:alpha val="73000"/>
                </a:schemeClr>
              </a:gs>
            </a:gsLst>
            <a:lin ang="13500000" scaled="1"/>
          </a:gradFill>
          <a:ln>
            <a:noFill/>
          </a:ln>
        </p:spPr>
      </p:sp>
      <p:sp>
        <p:nvSpPr>
          <p:cNvPr id="95" name="Google Shape;95;p15"/>
          <p:cNvSpPr txBox="1">
            <a:spLocks noGrp="1"/>
          </p:cNvSpPr>
          <p:nvPr>
            <p:ph type="body" idx="1"/>
          </p:nvPr>
        </p:nvSpPr>
        <p:spPr>
          <a:xfrm>
            <a:off x="4201040" y="4587733"/>
            <a:ext cx="5415520" cy="1041307"/>
          </a:xfrm>
          <a:prstGeom prst="rect">
            <a:avLst/>
          </a:prstGeom>
        </p:spPr>
        <p:txBody>
          <a:bodyPr spcFirstLastPara="1" wrap="square" lIns="91425" tIns="91425" rIns="91425" bIns="91425" anchor="t" anchorCtr="0">
            <a:noAutofit/>
          </a:bodyPr>
          <a:lstStyle>
            <a:lvl1pPr marL="239877" lvl="0" indent="0" rtl="0">
              <a:spcBef>
                <a:spcPts val="0"/>
              </a:spcBef>
              <a:spcAft>
                <a:spcPts val="0"/>
              </a:spcAft>
              <a:buClr>
                <a:schemeClr val="lt1"/>
              </a:buClr>
              <a:buSzPts val="1100"/>
              <a:buNone/>
              <a:defRPr sz="3173">
                <a:solidFill>
                  <a:schemeClr val="lt1"/>
                </a:solidFill>
                <a:latin typeface="+mn-lt"/>
              </a:defRPr>
            </a:lvl1pPr>
            <a:lvl2pPr marL="1381685" lvl="1" indent="-450966" rtl="0">
              <a:spcBef>
                <a:spcPts val="2417"/>
              </a:spcBef>
              <a:spcAft>
                <a:spcPts val="0"/>
              </a:spcAft>
              <a:buClr>
                <a:schemeClr val="lt1"/>
              </a:buClr>
              <a:buSzPts val="1100"/>
              <a:buChar char="○"/>
              <a:defRPr sz="1663">
                <a:solidFill>
                  <a:schemeClr val="lt1"/>
                </a:solidFill>
              </a:defRPr>
            </a:lvl2pPr>
            <a:lvl3pPr marL="2072527" lvl="2" indent="-450966" rtl="0">
              <a:spcBef>
                <a:spcPts val="2417"/>
              </a:spcBef>
              <a:spcAft>
                <a:spcPts val="0"/>
              </a:spcAft>
              <a:buClr>
                <a:schemeClr val="lt1"/>
              </a:buClr>
              <a:buSzPts val="1100"/>
              <a:buChar char="■"/>
              <a:defRPr sz="1663">
                <a:solidFill>
                  <a:schemeClr val="lt1"/>
                </a:solidFill>
              </a:defRPr>
            </a:lvl3pPr>
            <a:lvl4pPr marL="2763370" lvl="3" indent="-450966" rtl="0">
              <a:spcBef>
                <a:spcPts val="2417"/>
              </a:spcBef>
              <a:spcAft>
                <a:spcPts val="0"/>
              </a:spcAft>
              <a:buClr>
                <a:schemeClr val="lt1"/>
              </a:buClr>
              <a:buSzPts val="1100"/>
              <a:buChar char="●"/>
              <a:defRPr sz="1663">
                <a:solidFill>
                  <a:schemeClr val="lt1"/>
                </a:solidFill>
              </a:defRPr>
            </a:lvl4pPr>
            <a:lvl5pPr marL="3454212" lvl="4" indent="-450966" rtl="0">
              <a:spcBef>
                <a:spcPts val="2417"/>
              </a:spcBef>
              <a:spcAft>
                <a:spcPts val="0"/>
              </a:spcAft>
              <a:buClr>
                <a:schemeClr val="lt1"/>
              </a:buClr>
              <a:buSzPts val="1100"/>
              <a:buChar char="○"/>
              <a:defRPr sz="1663">
                <a:solidFill>
                  <a:schemeClr val="lt1"/>
                </a:solidFill>
              </a:defRPr>
            </a:lvl5pPr>
            <a:lvl6pPr marL="4145055" lvl="5" indent="-450966" rtl="0">
              <a:spcBef>
                <a:spcPts val="2417"/>
              </a:spcBef>
              <a:spcAft>
                <a:spcPts val="0"/>
              </a:spcAft>
              <a:buClr>
                <a:schemeClr val="lt1"/>
              </a:buClr>
              <a:buSzPts val="1100"/>
              <a:buChar char="■"/>
              <a:defRPr sz="1663">
                <a:solidFill>
                  <a:schemeClr val="lt1"/>
                </a:solidFill>
              </a:defRPr>
            </a:lvl6pPr>
            <a:lvl7pPr marL="4835896" lvl="6" indent="-450966" rtl="0">
              <a:spcBef>
                <a:spcPts val="2417"/>
              </a:spcBef>
              <a:spcAft>
                <a:spcPts val="0"/>
              </a:spcAft>
              <a:buClr>
                <a:schemeClr val="lt1"/>
              </a:buClr>
              <a:buSzPts val="1100"/>
              <a:buChar char="●"/>
              <a:defRPr sz="1663">
                <a:solidFill>
                  <a:schemeClr val="lt1"/>
                </a:solidFill>
              </a:defRPr>
            </a:lvl7pPr>
            <a:lvl8pPr marL="5526739" lvl="7" indent="-450966" rtl="0">
              <a:spcBef>
                <a:spcPts val="2417"/>
              </a:spcBef>
              <a:spcAft>
                <a:spcPts val="0"/>
              </a:spcAft>
              <a:buClr>
                <a:schemeClr val="lt1"/>
              </a:buClr>
              <a:buSzPts val="1100"/>
              <a:buChar char="○"/>
              <a:defRPr sz="1663">
                <a:solidFill>
                  <a:schemeClr val="lt1"/>
                </a:solidFill>
              </a:defRPr>
            </a:lvl8pPr>
            <a:lvl9pPr marL="6217582" lvl="8" indent="-450966" rtl="0">
              <a:spcBef>
                <a:spcPts val="2417"/>
              </a:spcBef>
              <a:spcAft>
                <a:spcPts val="2417"/>
              </a:spcAft>
              <a:buClr>
                <a:schemeClr val="lt1"/>
              </a:buClr>
              <a:buSzPts val="1100"/>
              <a:buChar char="■"/>
              <a:defRPr sz="1663">
                <a:solidFill>
                  <a:schemeClr val="lt1"/>
                </a:solidFill>
              </a:defRPr>
            </a:lvl9pPr>
          </a:lstStyle>
          <a:p>
            <a:endParaRPr dirty="0"/>
          </a:p>
        </p:txBody>
      </p:sp>
      <p:sp>
        <p:nvSpPr>
          <p:cNvPr id="96" name="Google Shape;96;p15"/>
          <p:cNvSpPr txBox="1">
            <a:spLocks noGrp="1"/>
          </p:cNvSpPr>
          <p:nvPr>
            <p:ph type="ctrTitle"/>
          </p:nvPr>
        </p:nvSpPr>
        <p:spPr>
          <a:xfrm>
            <a:off x="4201040" y="3398640"/>
            <a:ext cx="5285232" cy="1041307"/>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Nunito Sans ExtraBold"/>
              <a:buNone/>
              <a:defRPr sz="4533" b="1">
                <a:solidFill>
                  <a:schemeClr val="bg1"/>
                </a:solidFill>
                <a:latin typeface="+mj-lt"/>
                <a:ea typeface="Nunito Sans ExtraBold"/>
                <a:cs typeface="Nunito Sans ExtraBold"/>
                <a:sym typeface="Nunito Sans ExtraBold"/>
              </a:defRPr>
            </a:lvl1pPr>
            <a:lvl2pPr lvl="1"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2pPr>
            <a:lvl3pPr lvl="2"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3pPr>
            <a:lvl4pPr lvl="3"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4pPr>
            <a:lvl5pPr lvl="4"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5pPr>
            <a:lvl6pPr lvl="5"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6pPr>
            <a:lvl7pPr lvl="6"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7pPr>
            <a:lvl8pPr lvl="7"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8pPr>
            <a:lvl9pPr lvl="8"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9pPr>
          </a:lstStyle>
          <a:p>
            <a:endParaRPr dirty="0"/>
          </a:p>
        </p:txBody>
      </p:sp>
      <p:pic>
        <p:nvPicPr>
          <p:cNvPr id="2" name="Picture 1">
            <a:extLst>
              <a:ext uri="{FF2B5EF4-FFF2-40B4-BE49-F238E27FC236}">
                <a16:creationId xmlns:a16="http://schemas.microsoft.com/office/drawing/2014/main" id="{8349C916-7866-B37D-DE54-2517BB82C711}"/>
              </a:ext>
            </a:extLst>
          </p:cNvPr>
          <p:cNvPicPr>
            <a:picLocks noChangeAspect="1"/>
          </p:cNvPicPr>
          <p:nvPr userDrawn="1"/>
        </p:nvPicPr>
        <p:blipFill>
          <a:blip r:embed="rId3" cstate="screen">
            <a:extLst>
              <a:ext uri="{28A0092B-C50C-407E-A947-70E740481C1C}">
                <a14:useLocalDpi xmlns:a14="http://schemas.microsoft.com/office/drawing/2010/main"/>
              </a:ext>
            </a:extLst>
          </a:blip>
          <a:srcRect l="13205" b="44167"/>
          <a:stretch/>
        </p:blipFill>
        <p:spPr>
          <a:xfrm>
            <a:off x="1879" y="7067872"/>
            <a:ext cx="1139952" cy="691634"/>
          </a:xfrm>
          <a:prstGeom prst="rect">
            <a:avLst/>
          </a:prstGeom>
        </p:spPr>
      </p:pic>
      <p:sp>
        <p:nvSpPr>
          <p:cNvPr id="3" name="Teardrop 2">
            <a:extLst>
              <a:ext uri="{FF2B5EF4-FFF2-40B4-BE49-F238E27FC236}">
                <a16:creationId xmlns:a16="http://schemas.microsoft.com/office/drawing/2014/main" id="{8CDC65F9-9B9E-17F5-A8F4-E99570AC478A}"/>
              </a:ext>
            </a:extLst>
          </p:cNvPr>
          <p:cNvSpPr/>
          <p:nvPr userDrawn="1"/>
        </p:nvSpPr>
        <p:spPr>
          <a:xfrm rot="5400000">
            <a:off x="13106568" y="7072525"/>
            <a:ext cx="725424" cy="725424"/>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rgbClr val="F3F3F3"/>
              </a:solidFill>
              <a:effectLst/>
              <a:uLnTx/>
              <a:uFillTx/>
              <a:latin typeface="Avenir Next LT Pro"/>
              <a:ea typeface="+mn-ea"/>
              <a:cs typeface="+mn-cs"/>
            </a:endParaRPr>
          </a:p>
        </p:txBody>
      </p:sp>
      <p:sp>
        <p:nvSpPr>
          <p:cNvPr id="4" name="Slide Number Placeholder 5">
            <a:extLst>
              <a:ext uri="{FF2B5EF4-FFF2-40B4-BE49-F238E27FC236}">
                <a16:creationId xmlns:a16="http://schemas.microsoft.com/office/drawing/2014/main" id="{7592F230-9612-2523-BAFB-50C58566EE9B}"/>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rgbClr val="191919"/>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rgbClr val="191919"/>
              </a:solidFill>
              <a:effectLst/>
              <a:uLnTx/>
              <a:uFillTx/>
              <a:latin typeface="Avenir Next LT Pro"/>
              <a:ea typeface="+mn-ea"/>
              <a:cs typeface="+mn-cs"/>
            </a:endParaRPr>
          </a:p>
        </p:txBody>
      </p:sp>
      <p:sp>
        <p:nvSpPr>
          <p:cNvPr id="5" name="TextBox 4">
            <a:extLst>
              <a:ext uri="{FF2B5EF4-FFF2-40B4-BE49-F238E27FC236}">
                <a16:creationId xmlns:a16="http://schemas.microsoft.com/office/drawing/2014/main" id="{F186F7F9-A72B-E154-6495-722FD673E8D5}"/>
              </a:ext>
            </a:extLst>
          </p:cNvPr>
          <p:cNvSpPr txBox="1"/>
          <p:nvPr userDrawn="1"/>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bg1"/>
                </a:solidFill>
                <a:effectLst/>
                <a:uLnTx/>
                <a:uFillTx/>
                <a:latin typeface="Avenir Next LT Pro"/>
                <a:ea typeface="+mn-ea"/>
                <a:cs typeface="+mn-cs"/>
              </a:rPr>
              <a:t>Hands On</a:t>
            </a:r>
          </a:p>
        </p:txBody>
      </p:sp>
    </p:spTree>
    <p:extLst>
      <p:ext uri="{BB962C8B-B14F-4D97-AF65-F5344CB8AC3E}">
        <p14:creationId xmlns:p14="http://schemas.microsoft.com/office/powerpoint/2010/main" val="20150002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redits" preserve="1" userDrawn="1">
  <p:cSld name="1_Credits">
    <p:bg>
      <p:bgPr>
        <a:blipFill dpi="0" rotWithShape="1">
          <a:blip r:embed="rId2">
            <a:extLst>
              <a:ext uri="{BEBA8EAE-BF5A-486C-A8C5-ECC9F3942E4B}">
                <a14:imgProps xmlns:a14="http://schemas.microsoft.com/office/drawing/2010/main">
                  <a14:imgLayer r:embed="rId3">
                    <a14:imgEffect>
                      <a14:brightnessContrast bright="-20000"/>
                    </a14:imgEffect>
                  </a14:imgLayer>
                </a14:imgProps>
              </a:ext>
            </a:extLst>
          </a:blip>
          <a:srcRect/>
          <a:stretch>
            <a:fillRect/>
          </a:stretch>
        </a:blipFill>
        <a:effectLst/>
      </p:bgPr>
    </p:bg>
    <p:spTree>
      <p:nvGrpSpPr>
        <p:cNvPr id="1" name="Shape 93"/>
        <p:cNvGrpSpPr/>
        <p:nvPr/>
      </p:nvGrpSpPr>
      <p:grpSpPr>
        <a:xfrm>
          <a:off x="0" y="0"/>
          <a:ext cx="0" cy="0"/>
          <a:chOff x="0" y="0"/>
          <a:chExt cx="0" cy="0"/>
        </a:xfrm>
      </p:grpSpPr>
      <p:sp>
        <p:nvSpPr>
          <p:cNvPr id="8" name="Arrow: Pentagon 7">
            <a:extLst>
              <a:ext uri="{FF2B5EF4-FFF2-40B4-BE49-F238E27FC236}">
                <a16:creationId xmlns:a16="http://schemas.microsoft.com/office/drawing/2014/main" id="{F4CA3FD0-574F-4E33-ED5A-CB3DECC22F00}"/>
              </a:ext>
            </a:extLst>
          </p:cNvPr>
          <p:cNvSpPr/>
          <p:nvPr userDrawn="1"/>
        </p:nvSpPr>
        <p:spPr>
          <a:xfrm rot="16200000">
            <a:off x="3013824" y="-3043416"/>
            <a:ext cx="7772398" cy="13859229"/>
          </a:xfrm>
          <a:prstGeom prst="rect">
            <a:avLst/>
          </a:prstGeom>
          <a:gradFill flip="none" rotWithShape="1">
            <a:gsLst>
              <a:gs pos="61000">
                <a:schemeClr val="accent1">
                  <a:alpha val="75000"/>
                </a:schemeClr>
              </a:gs>
              <a:gs pos="31000">
                <a:schemeClr val="accent1">
                  <a:lumMod val="75000"/>
                  <a:alpha val="82000"/>
                </a:schemeClr>
              </a:gs>
              <a:gs pos="98000">
                <a:schemeClr val="accent5">
                  <a:lumMod val="75000"/>
                  <a:alpha val="0"/>
                </a:schemeClr>
              </a:gs>
              <a:gs pos="0">
                <a:schemeClr val="accent5">
                  <a:lumMod val="75000"/>
                  <a:alpha val="91000"/>
                </a:schemeClr>
              </a:gs>
            </a:gsLst>
            <a:lin ang="16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Pentagon 6">
            <a:extLst>
              <a:ext uri="{FF2B5EF4-FFF2-40B4-BE49-F238E27FC236}">
                <a16:creationId xmlns:a16="http://schemas.microsoft.com/office/drawing/2014/main" id="{5315CD40-398E-C275-72C6-65BC38DD646B}"/>
              </a:ext>
            </a:extLst>
          </p:cNvPr>
          <p:cNvSpPr/>
          <p:nvPr userDrawn="1"/>
        </p:nvSpPr>
        <p:spPr>
          <a:xfrm rot="16200000">
            <a:off x="4216986" y="-1828225"/>
            <a:ext cx="5354052" cy="13847195"/>
          </a:xfrm>
          <a:custGeom>
            <a:avLst/>
            <a:gdLst>
              <a:gd name="connsiteX0" fmla="*/ 0 w 4728411"/>
              <a:gd name="connsiteY0" fmla="*/ 0 h 13847195"/>
              <a:gd name="connsiteX1" fmla="*/ 3282368 w 4728411"/>
              <a:gd name="connsiteY1" fmla="*/ 0 h 13847195"/>
              <a:gd name="connsiteX2" fmla="*/ 4728411 w 4728411"/>
              <a:gd name="connsiteY2" fmla="*/ 6923598 h 13847195"/>
              <a:gd name="connsiteX3" fmla="*/ 3282368 w 4728411"/>
              <a:gd name="connsiteY3" fmla="*/ 13847195 h 13847195"/>
              <a:gd name="connsiteX4" fmla="*/ 0 w 4728411"/>
              <a:gd name="connsiteY4" fmla="*/ 13847195 h 13847195"/>
              <a:gd name="connsiteX5" fmla="*/ 0 w 4728411"/>
              <a:gd name="connsiteY5" fmla="*/ 0 h 13847195"/>
              <a:gd name="connsiteX0" fmla="*/ 0 w 5257800"/>
              <a:gd name="connsiteY0" fmla="*/ 0 h 13847195"/>
              <a:gd name="connsiteX1" fmla="*/ 3282368 w 5257800"/>
              <a:gd name="connsiteY1" fmla="*/ 0 h 13847195"/>
              <a:gd name="connsiteX2" fmla="*/ 5257800 w 5257800"/>
              <a:gd name="connsiteY2" fmla="*/ 4168366 h 13847195"/>
              <a:gd name="connsiteX3" fmla="*/ 3282368 w 5257800"/>
              <a:gd name="connsiteY3" fmla="*/ 13847195 h 13847195"/>
              <a:gd name="connsiteX4" fmla="*/ 0 w 5257800"/>
              <a:gd name="connsiteY4" fmla="*/ 13847195 h 13847195"/>
              <a:gd name="connsiteX5" fmla="*/ 0 w 5257800"/>
              <a:gd name="connsiteY5" fmla="*/ 0 h 13847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7800" h="13847195">
                <a:moveTo>
                  <a:pt x="0" y="0"/>
                </a:moveTo>
                <a:lnTo>
                  <a:pt x="3282368" y="0"/>
                </a:lnTo>
                <a:lnTo>
                  <a:pt x="5257800" y="4168366"/>
                </a:lnTo>
                <a:lnTo>
                  <a:pt x="3282368" y="13847195"/>
                </a:lnTo>
                <a:lnTo>
                  <a:pt x="0" y="13847195"/>
                </a:lnTo>
                <a:lnTo>
                  <a:pt x="0" y="0"/>
                </a:lnTo>
                <a:close/>
              </a:path>
            </a:pathLst>
          </a:custGeom>
          <a:gradFill>
            <a:gsLst>
              <a:gs pos="0">
                <a:schemeClr val="accent1">
                  <a:alpha val="67000"/>
                </a:schemeClr>
              </a:gs>
              <a:gs pos="100000">
                <a:schemeClr val="accent4">
                  <a:alpha val="19000"/>
                </a:schemeClr>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hand pointing at a black background&#10;&#10;AI-generated content may be incorrect.">
            <a:extLst>
              <a:ext uri="{FF2B5EF4-FFF2-40B4-BE49-F238E27FC236}">
                <a16:creationId xmlns:a16="http://schemas.microsoft.com/office/drawing/2014/main" id="{015372AE-AF40-31E3-DBDA-D24B506722C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10347158" y="369853"/>
            <a:ext cx="3394033" cy="1640965"/>
          </a:xfrm>
          <a:prstGeom prst="rect">
            <a:avLst/>
          </a:prstGeom>
        </p:spPr>
      </p:pic>
      <p:sp>
        <p:nvSpPr>
          <p:cNvPr id="11" name="Arrow: Pentagon 6">
            <a:extLst>
              <a:ext uri="{FF2B5EF4-FFF2-40B4-BE49-F238E27FC236}">
                <a16:creationId xmlns:a16="http://schemas.microsoft.com/office/drawing/2014/main" id="{550491B2-CFF8-B079-B555-B91F7D5BEA33}"/>
              </a:ext>
            </a:extLst>
          </p:cNvPr>
          <p:cNvSpPr/>
          <p:nvPr userDrawn="1"/>
        </p:nvSpPr>
        <p:spPr>
          <a:xfrm rot="16200000">
            <a:off x="4372985" y="-1599217"/>
            <a:ext cx="5066111" cy="13847195"/>
          </a:xfrm>
          <a:custGeom>
            <a:avLst/>
            <a:gdLst>
              <a:gd name="connsiteX0" fmla="*/ 0 w 4728411"/>
              <a:gd name="connsiteY0" fmla="*/ 0 h 13847195"/>
              <a:gd name="connsiteX1" fmla="*/ 3282368 w 4728411"/>
              <a:gd name="connsiteY1" fmla="*/ 0 h 13847195"/>
              <a:gd name="connsiteX2" fmla="*/ 4728411 w 4728411"/>
              <a:gd name="connsiteY2" fmla="*/ 6923598 h 13847195"/>
              <a:gd name="connsiteX3" fmla="*/ 3282368 w 4728411"/>
              <a:gd name="connsiteY3" fmla="*/ 13847195 h 13847195"/>
              <a:gd name="connsiteX4" fmla="*/ 0 w 4728411"/>
              <a:gd name="connsiteY4" fmla="*/ 13847195 h 13847195"/>
              <a:gd name="connsiteX5" fmla="*/ 0 w 4728411"/>
              <a:gd name="connsiteY5" fmla="*/ 0 h 13847195"/>
              <a:gd name="connsiteX0" fmla="*/ 0 w 5257800"/>
              <a:gd name="connsiteY0" fmla="*/ 0 h 13847195"/>
              <a:gd name="connsiteX1" fmla="*/ 3282368 w 5257800"/>
              <a:gd name="connsiteY1" fmla="*/ 0 h 13847195"/>
              <a:gd name="connsiteX2" fmla="*/ 5257800 w 5257800"/>
              <a:gd name="connsiteY2" fmla="*/ 4168366 h 13847195"/>
              <a:gd name="connsiteX3" fmla="*/ 3282368 w 5257800"/>
              <a:gd name="connsiteY3" fmla="*/ 13847195 h 13847195"/>
              <a:gd name="connsiteX4" fmla="*/ 0 w 5257800"/>
              <a:gd name="connsiteY4" fmla="*/ 13847195 h 13847195"/>
              <a:gd name="connsiteX5" fmla="*/ 0 w 5257800"/>
              <a:gd name="connsiteY5" fmla="*/ 0 h 13847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7800" h="13847195">
                <a:moveTo>
                  <a:pt x="0" y="0"/>
                </a:moveTo>
                <a:lnTo>
                  <a:pt x="3282368" y="0"/>
                </a:lnTo>
                <a:lnTo>
                  <a:pt x="5257800" y="4168366"/>
                </a:lnTo>
                <a:lnTo>
                  <a:pt x="3282368" y="13847195"/>
                </a:lnTo>
                <a:lnTo>
                  <a:pt x="0" y="13847195"/>
                </a:lnTo>
                <a:lnTo>
                  <a:pt x="0" y="0"/>
                </a:lnTo>
                <a:close/>
              </a:path>
            </a:pathLst>
          </a:custGeom>
          <a:gradFill>
            <a:gsLst>
              <a:gs pos="0">
                <a:srgbClr val="353535">
                  <a:alpha val="89000"/>
                </a:srgbClr>
              </a:gs>
              <a:gs pos="100000">
                <a:schemeClr val="tx1"/>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hand pointing at a black background&#10;&#10;AI-generated content may be incorrect.">
            <a:extLst>
              <a:ext uri="{FF2B5EF4-FFF2-40B4-BE49-F238E27FC236}">
                <a16:creationId xmlns:a16="http://schemas.microsoft.com/office/drawing/2014/main" id="{98D27BBA-BC7E-3C5C-4676-7E5F7AE1D4C6}"/>
              </a:ext>
            </a:extLst>
          </p:cNvPr>
          <p:cNvPicPr>
            <a:picLocks noChangeAspect="1"/>
          </p:cNvPicPr>
          <p:nvPr userDrawn="1"/>
        </p:nvPicPr>
        <p:blipFill>
          <a:blip r:embed="rId5" cstate="screen">
            <a:extLst>
              <a:ext uri="{28A0092B-C50C-407E-A947-70E740481C1C}">
                <a14:useLocalDpi xmlns:a14="http://schemas.microsoft.com/office/drawing/2010/main"/>
              </a:ext>
            </a:extLst>
          </a:blip>
          <a:srcRect r="69951"/>
          <a:stretch>
            <a:fillRect/>
          </a:stretch>
        </p:blipFill>
        <p:spPr>
          <a:xfrm>
            <a:off x="9408695" y="443589"/>
            <a:ext cx="938463" cy="1531175"/>
          </a:xfrm>
          <a:prstGeom prst="rect">
            <a:avLst/>
          </a:prstGeom>
        </p:spPr>
      </p:pic>
    </p:spTree>
    <p:extLst>
      <p:ext uri="{BB962C8B-B14F-4D97-AF65-F5344CB8AC3E}">
        <p14:creationId xmlns:p14="http://schemas.microsoft.com/office/powerpoint/2010/main" val="3954975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sources">
  <p:cSld name="Resources">
    <p:spTree>
      <p:nvGrpSpPr>
        <p:cNvPr id="1" name="Shape 97"/>
        <p:cNvGrpSpPr/>
        <p:nvPr/>
      </p:nvGrpSpPr>
      <p:grpSpPr>
        <a:xfrm>
          <a:off x="0" y="0"/>
          <a:ext cx="0" cy="0"/>
          <a:chOff x="0" y="0"/>
          <a:chExt cx="0" cy="0"/>
        </a:xfrm>
      </p:grpSpPr>
      <p:grpSp>
        <p:nvGrpSpPr>
          <p:cNvPr id="98" name="Google Shape;98;p16"/>
          <p:cNvGrpSpPr/>
          <p:nvPr/>
        </p:nvGrpSpPr>
        <p:grpSpPr>
          <a:xfrm>
            <a:off x="-9951" y="-291456"/>
            <a:ext cx="13863197" cy="2091789"/>
            <a:chOff x="0" y="-40481"/>
            <a:chExt cx="9144000" cy="1384272"/>
          </a:xfrm>
        </p:grpSpPr>
        <p:sp>
          <p:nvSpPr>
            <p:cNvPr id="99" name="Google Shape;99;p16"/>
            <p:cNvSpPr/>
            <p:nvPr/>
          </p:nvSpPr>
          <p:spPr>
            <a:xfrm rot="10800000">
              <a:off x="1200" y="799890"/>
              <a:ext cx="9142800" cy="543900"/>
            </a:xfrm>
            <a:prstGeom prst="triangle">
              <a:avLst>
                <a:gd name="adj" fmla="val 50000"/>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720" dirty="0"/>
            </a:p>
          </p:txBody>
        </p:sp>
        <p:sp>
          <p:nvSpPr>
            <p:cNvPr id="100" name="Google Shape;100;p16"/>
            <p:cNvSpPr/>
            <p:nvPr/>
          </p:nvSpPr>
          <p:spPr>
            <a:xfrm>
              <a:off x="0" y="-40481"/>
              <a:ext cx="9144000" cy="856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720" dirty="0"/>
            </a:p>
          </p:txBody>
        </p:sp>
      </p:grpSp>
      <p:sp>
        <p:nvSpPr>
          <p:cNvPr id="101" name="Google Shape;101;p16"/>
          <p:cNvSpPr txBox="1">
            <a:spLocks noGrp="1"/>
          </p:cNvSpPr>
          <p:nvPr>
            <p:ph type="body" idx="1"/>
          </p:nvPr>
        </p:nvSpPr>
        <p:spPr>
          <a:xfrm>
            <a:off x="1088000" y="1788703"/>
            <a:ext cx="5699307" cy="2230400"/>
          </a:xfrm>
          <a:prstGeom prst="rect">
            <a:avLst/>
          </a:prstGeom>
        </p:spPr>
        <p:txBody>
          <a:bodyPr spcFirstLastPara="1" wrap="square" lIns="91425" tIns="91425" rIns="91425" bIns="91425" anchor="t" anchorCtr="0">
            <a:noAutofit/>
          </a:bodyPr>
          <a:lstStyle>
            <a:lvl1pPr marL="690843" lvl="0" indent="-431776" rtl="0">
              <a:spcBef>
                <a:spcPts val="0"/>
              </a:spcBef>
              <a:spcAft>
                <a:spcPts val="0"/>
              </a:spcAft>
              <a:buClr>
                <a:srgbClr val="000000"/>
              </a:buClr>
              <a:buSzPts val="900"/>
              <a:buChar char="●"/>
              <a:defRPr sz="1360">
                <a:solidFill>
                  <a:srgbClr val="000000"/>
                </a:solidFill>
              </a:defRPr>
            </a:lvl1pPr>
            <a:lvl2pPr marL="1381685" lvl="1" indent="-431776" rtl="0">
              <a:spcBef>
                <a:spcPts val="2417"/>
              </a:spcBef>
              <a:spcAft>
                <a:spcPts val="0"/>
              </a:spcAft>
              <a:buClr>
                <a:srgbClr val="000000"/>
              </a:buClr>
              <a:buSzPts val="900"/>
              <a:buChar char="○"/>
              <a:defRPr sz="1360">
                <a:solidFill>
                  <a:srgbClr val="000000"/>
                </a:solidFill>
              </a:defRPr>
            </a:lvl2pPr>
            <a:lvl3pPr marL="2072527" lvl="2" indent="-431776" rtl="0">
              <a:spcBef>
                <a:spcPts val="2417"/>
              </a:spcBef>
              <a:spcAft>
                <a:spcPts val="0"/>
              </a:spcAft>
              <a:buClr>
                <a:srgbClr val="000000"/>
              </a:buClr>
              <a:buSzPts val="900"/>
              <a:buChar char="■"/>
              <a:defRPr sz="1360">
                <a:solidFill>
                  <a:srgbClr val="000000"/>
                </a:solidFill>
              </a:defRPr>
            </a:lvl3pPr>
            <a:lvl4pPr marL="2763370" lvl="3" indent="-431776" rtl="0">
              <a:spcBef>
                <a:spcPts val="2417"/>
              </a:spcBef>
              <a:spcAft>
                <a:spcPts val="0"/>
              </a:spcAft>
              <a:buClr>
                <a:srgbClr val="000000"/>
              </a:buClr>
              <a:buSzPts val="900"/>
              <a:buChar char="●"/>
              <a:defRPr sz="1360">
                <a:solidFill>
                  <a:srgbClr val="000000"/>
                </a:solidFill>
              </a:defRPr>
            </a:lvl4pPr>
            <a:lvl5pPr marL="3454212" lvl="4" indent="-431776" rtl="0">
              <a:spcBef>
                <a:spcPts val="2417"/>
              </a:spcBef>
              <a:spcAft>
                <a:spcPts val="0"/>
              </a:spcAft>
              <a:buClr>
                <a:srgbClr val="000000"/>
              </a:buClr>
              <a:buSzPts val="900"/>
              <a:buChar char="○"/>
              <a:defRPr sz="1360">
                <a:solidFill>
                  <a:srgbClr val="000000"/>
                </a:solidFill>
              </a:defRPr>
            </a:lvl5pPr>
            <a:lvl6pPr marL="4145055" lvl="5" indent="-431776" rtl="0">
              <a:spcBef>
                <a:spcPts val="2417"/>
              </a:spcBef>
              <a:spcAft>
                <a:spcPts val="0"/>
              </a:spcAft>
              <a:buClr>
                <a:srgbClr val="000000"/>
              </a:buClr>
              <a:buSzPts val="900"/>
              <a:buChar char="■"/>
              <a:defRPr sz="1360">
                <a:solidFill>
                  <a:srgbClr val="000000"/>
                </a:solidFill>
              </a:defRPr>
            </a:lvl6pPr>
            <a:lvl7pPr marL="4835896" lvl="6" indent="-431776" rtl="0">
              <a:spcBef>
                <a:spcPts val="2417"/>
              </a:spcBef>
              <a:spcAft>
                <a:spcPts val="0"/>
              </a:spcAft>
              <a:buClr>
                <a:srgbClr val="000000"/>
              </a:buClr>
              <a:buSzPts val="900"/>
              <a:buChar char="●"/>
              <a:defRPr sz="1360">
                <a:solidFill>
                  <a:srgbClr val="000000"/>
                </a:solidFill>
              </a:defRPr>
            </a:lvl7pPr>
            <a:lvl8pPr marL="5526739" lvl="7" indent="-431776" rtl="0">
              <a:spcBef>
                <a:spcPts val="2417"/>
              </a:spcBef>
              <a:spcAft>
                <a:spcPts val="0"/>
              </a:spcAft>
              <a:buClr>
                <a:srgbClr val="000000"/>
              </a:buClr>
              <a:buSzPts val="900"/>
              <a:buChar char="○"/>
              <a:defRPr sz="1360">
                <a:solidFill>
                  <a:srgbClr val="000000"/>
                </a:solidFill>
              </a:defRPr>
            </a:lvl8pPr>
            <a:lvl9pPr marL="6217582" lvl="8" indent="-431776" rtl="0">
              <a:spcBef>
                <a:spcPts val="2417"/>
              </a:spcBef>
              <a:spcAft>
                <a:spcPts val="2417"/>
              </a:spcAft>
              <a:buClr>
                <a:srgbClr val="000000"/>
              </a:buClr>
              <a:buSzPts val="900"/>
              <a:buChar char="■"/>
              <a:defRPr sz="1360">
                <a:solidFill>
                  <a:srgbClr val="000000"/>
                </a:solidFill>
              </a:defRPr>
            </a:lvl9pPr>
          </a:lstStyle>
          <a:p>
            <a:endParaRPr/>
          </a:p>
        </p:txBody>
      </p:sp>
      <p:sp>
        <p:nvSpPr>
          <p:cNvPr id="102" name="Google Shape;102;p16"/>
          <p:cNvSpPr txBox="1">
            <a:spLocks noGrp="1"/>
          </p:cNvSpPr>
          <p:nvPr>
            <p:ph type="ctrTitle"/>
          </p:nvPr>
        </p:nvSpPr>
        <p:spPr>
          <a:xfrm>
            <a:off x="4655696" y="612508"/>
            <a:ext cx="4506133" cy="1041307"/>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400"/>
              <a:buFont typeface="Nunito Sans ExtraBold"/>
              <a:buNone/>
              <a:defRPr sz="2116" b="0">
                <a:solidFill>
                  <a:schemeClr val="lt1"/>
                </a:solidFill>
                <a:latin typeface="Nunito Sans ExtraBold"/>
                <a:ea typeface="Nunito Sans ExtraBold"/>
                <a:cs typeface="Nunito Sans ExtraBold"/>
                <a:sym typeface="Nunito Sans ExtraBold"/>
              </a:defRPr>
            </a:lvl1pPr>
            <a:lvl2pPr lvl="1"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2pPr>
            <a:lvl3pPr lvl="2"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3pPr>
            <a:lvl4pPr lvl="3"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4pPr>
            <a:lvl5pPr lvl="4"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5pPr>
            <a:lvl6pPr lvl="5"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6pPr>
            <a:lvl7pPr lvl="6"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7pPr>
            <a:lvl8pPr lvl="7"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8pPr>
            <a:lvl9pPr lvl="8" algn="r" rtl="0">
              <a:spcBef>
                <a:spcPts val="0"/>
              </a:spcBef>
              <a:spcAft>
                <a:spcPts val="0"/>
              </a:spcAft>
              <a:buSzPts val="1400"/>
              <a:buFont typeface="Nunito Sans ExtraBold"/>
              <a:buNone/>
              <a:defRPr sz="2116" b="0">
                <a:latin typeface="Nunito Sans ExtraBold"/>
                <a:ea typeface="Nunito Sans ExtraBold"/>
                <a:cs typeface="Nunito Sans ExtraBold"/>
                <a:sym typeface="Nunito Sans ExtraBold"/>
              </a:defRPr>
            </a:lvl9pPr>
          </a:lstStyle>
          <a:p>
            <a:endParaRPr/>
          </a:p>
        </p:txBody>
      </p:sp>
      <p:pic>
        <p:nvPicPr>
          <p:cNvPr id="2" name="Picture 1">
            <a:extLst>
              <a:ext uri="{FF2B5EF4-FFF2-40B4-BE49-F238E27FC236}">
                <a16:creationId xmlns:a16="http://schemas.microsoft.com/office/drawing/2014/main" id="{250C3C90-020D-AC99-54CD-0582A95BFE66}"/>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3205" b="44167"/>
          <a:stretch/>
        </p:blipFill>
        <p:spPr>
          <a:xfrm>
            <a:off x="1879" y="7067872"/>
            <a:ext cx="1139952" cy="691634"/>
          </a:xfrm>
          <a:prstGeom prst="rect">
            <a:avLst/>
          </a:prstGeom>
        </p:spPr>
      </p:pic>
      <p:sp>
        <p:nvSpPr>
          <p:cNvPr id="3" name="Teardrop 2">
            <a:extLst>
              <a:ext uri="{FF2B5EF4-FFF2-40B4-BE49-F238E27FC236}">
                <a16:creationId xmlns:a16="http://schemas.microsoft.com/office/drawing/2014/main" id="{2210C733-F6E6-CA31-605E-60200AC0AE34}"/>
              </a:ext>
            </a:extLst>
          </p:cNvPr>
          <p:cNvSpPr/>
          <p:nvPr userDrawn="1"/>
        </p:nvSpPr>
        <p:spPr>
          <a:xfrm rot="5400000">
            <a:off x="13106568" y="7072525"/>
            <a:ext cx="725424" cy="725424"/>
          </a:xfrm>
          <a:prstGeom prst="teardrop">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36290" rtl="0" eaLnBrk="1" fontAlgn="auto" latinLnBrk="0" hangingPunct="1">
              <a:lnSpc>
                <a:spcPct val="100000"/>
              </a:lnSpc>
              <a:spcBef>
                <a:spcPts val="0"/>
              </a:spcBef>
              <a:spcAft>
                <a:spcPts val="0"/>
              </a:spcAft>
              <a:buClrTx/>
              <a:buSzTx/>
              <a:buFontTx/>
              <a:buNone/>
              <a:tabLst/>
              <a:defRPr/>
            </a:pPr>
            <a:endParaRPr kumimoji="0" lang="en-US" sz="204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4" name="Slide Number Placeholder 5">
            <a:extLst>
              <a:ext uri="{FF2B5EF4-FFF2-40B4-BE49-F238E27FC236}">
                <a16:creationId xmlns:a16="http://schemas.microsoft.com/office/drawing/2014/main" id="{7FA8BE88-7447-ACD1-4DE9-A00F66FA34A1}"/>
              </a:ext>
            </a:extLst>
          </p:cNvPr>
          <p:cNvSpPr txBox="1">
            <a:spLocks/>
          </p:cNvSpPr>
          <p:nvPr userDrawn="1"/>
        </p:nvSpPr>
        <p:spPr>
          <a:xfrm>
            <a:off x="13318148" y="7328366"/>
            <a:ext cx="590127" cy="36343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036290" rtl="0" eaLnBrk="1" fontAlgn="auto" latinLnBrk="0" hangingPunct="1">
              <a:lnSpc>
                <a:spcPct val="100000"/>
              </a:lnSpc>
              <a:spcBef>
                <a:spcPts val="0"/>
              </a:spcBef>
              <a:spcAft>
                <a:spcPts val="0"/>
              </a:spcAft>
              <a:buClrTx/>
              <a:buSzTx/>
              <a:buFontTx/>
              <a:buNone/>
              <a:tabLst/>
              <a:defRPr/>
            </a:pPr>
            <a:fld id="{CB3AECCC-9102-4679-9EB0-528606EA7816}" type="slidenum">
              <a:rPr kumimoji="0" lang="en-US" sz="136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l" defTabSz="1036290" rtl="0" eaLnBrk="1" fontAlgn="auto" latinLnBrk="0" hangingPunct="1">
                <a:lnSpc>
                  <a:spcPct val="100000"/>
                </a:lnSpc>
                <a:spcBef>
                  <a:spcPts val="0"/>
                </a:spcBef>
                <a:spcAft>
                  <a:spcPts val="0"/>
                </a:spcAft>
                <a:buClrTx/>
                <a:buSzTx/>
                <a:buFontTx/>
                <a:buNone/>
                <a:tabLst/>
                <a:defRPr/>
              </a:pPr>
              <a:t>‹#›</a:t>
            </a:fld>
            <a:endParaRPr kumimoji="0" lang="en-US" sz="136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5" name="TextBox 4">
            <a:extLst>
              <a:ext uri="{FF2B5EF4-FFF2-40B4-BE49-F238E27FC236}">
                <a16:creationId xmlns:a16="http://schemas.microsoft.com/office/drawing/2014/main" id="{AA0602A0-9FC6-5629-61F5-39FEDB43E701}"/>
              </a:ext>
            </a:extLst>
          </p:cNvPr>
          <p:cNvSpPr txBox="1"/>
          <p:nvPr userDrawn="1"/>
        </p:nvSpPr>
        <p:spPr>
          <a:xfrm>
            <a:off x="70971" y="7400536"/>
            <a:ext cx="2907453" cy="301621"/>
          </a:xfrm>
          <a:prstGeom prst="rect">
            <a:avLst/>
          </a:prstGeom>
          <a:noFill/>
        </p:spPr>
        <p:txBody>
          <a:bodyPr wrap="square" rtlCol="0">
            <a:spAutoFit/>
          </a:bodyPr>
          <a:lstStyle/>
          <a:p>
            <a:pPr marL="0" marR="0" lvl="0" indent="0" algn="l" defTabSz="1036290" rtl="0" eaLnBrk="1" fontAlgn="auto" latinLnBrk="0" hangingPunct="1">
              <a:lnSpc>
                <a:spcPct val="100000"/>
              </a:lnSpc>
              <a:spcBef>
                <a:spcPts val="0"/>
              </a:spcBef>
              <a:spcAft>
                <a:spcPts val="0"/>
              </a:spcAft>
              <a:buClrTx/>
              <a:buSzTx/>
              <a:buFontTx/>
              <a:buNone/>
              <a:tabLst/>
              <a:defRPr/>
            </a:pPr>
            <a:r>
              <a:rPr kumimoji="0" lang="en-US" sz="1360" b="0" i="0" u="none" strike="noStrike" kern="1200" cap="none" spc="0" normalizeH="0" baseline="0" noProof="0" dirty="0">
                <a:ln>
                  <a:noFill/>
                </a:ln>
                <a:solidFill>
                  <a:schemeClr val="tx1"/>
                </a:solidFill>
                <a:effectLst/>
                <a:uLnTx/>
                <a:uFillTx/>
                <a:latin typeface="Avenir Next LT Pro"/>
                <a:ea typeface="+mn-ea"/>
                <a:cs typeface="+mn-cs"/>
              </a:rPr>
              <a:t>Hands On</a:t>
            </a:r>
          </a:p>
        </p:txBody>
      </p:sp>
    </p:spTree>
    <p:extLst>
      <p:ext uri="{BB962C8B-B14F-4D97-AF65-F5344CB8AC3E}">
        <p14:creationId xmlns:p14="http://schemas.microsoft.com/office/powerpoint/2010/main" val="10488824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slide">
  <p:cSld name="Blank slide">
    <p:bg>
      <p:bgPr>
        <a:noFill/>
        <a:effectLst/>
      </p:bgPr>
    </p:bg>
    <p:spTree>
      <p:nvGrpSpPr>
        <p:cNvPr id="1" name="Shape 103"/>
        <p:cNvGrpSpPr/>
        <p:nvPr/>
      </p:nvGrpSpPr>
      <p:grpSpPr>
        <a:xfrm>
          <a:off x="0" y="0"/>
          <a:ext cx="0" cy="0"/>
          <a:chOff x="0" y="0"/>
          <a:chExt cx="0" cy="0"/>
        </a:xfrm>
      </p:grpSpPr>
    </p:spTree>
    <p:extLst>
      <p:ext uri="{BB962C8B-B14F-4D97-AF65-F5344CB8AC3E}">
        <p14:creationId xmlns:p14="http://schemas.microsoft.com/office/powerpoint/2010/main" val="2625272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014" y="672483"/>
            <a:ext cx="12875573" cy="865413"/>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1pPr>
            <a:lvl2pPr lvl="1"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2pPr>
            <a:lvl3pPr lvl="2"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3pPr>
            <a:lvl4pPr lvl="3"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4pPr>
            <a:lvl5pPr lvl="4"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5pPr>
            <a:lvl6pPr lvl="5"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6pPr>
            <a:lvl7pPr lvl="6"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7pPr>
            <a:lvl8pPr lvl="7"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8pPr>
            <a:lvl9pPr lvl="8" rtl="0">
              <a:spcBef>
                <a:spcPts val="0"/>
              </a:spcBef>
              <a:spcAft>
                <a:spcPts val="0"/>
              </a:spcAft>
              <a:buClr>
                <a:schemeClr val="dk1"/>
              </a:buClr>
              <a:buSzPts val="2800"/>
              <a:buFont typeface="Nunito Sans"/>
              <a:buNone/>
              <a:defRPr sz="2800" b="1">
                <a:solidFill>
                  <a:schemeClr val="dk1"/>
                </a:solidFill>
                <a:latin typeface="Nunito Sans"/>
                <a:ea typeface="Nunito Sans"/>
                <a:cs typeface="Nunito Sans"/>
                <a:sym typeface="Nunito Sans"/>
              </a:defRPr>
            </a:lvl9pPr>
          </a:lstStyle>
          <a:p>
            <a:endParaRPr dirty="0"/>
          </a:p>
        </p:txBody>
      </p:sp>
      <p:sp>
        <p:nvSpPr>
          <p:cNvPr id="7" name="Google Shape;7;p1"/>
          <p:cNvSpPr txBox="1">
            <a:spLocks noGrp="1"/>
          </p:cNvSpPr>
          <p:nvPr>
            <p:ph type="body" idx="1"/>
          </p:nvPr>
        </p:nvSpPr>
        <p:spPr>
          <a:xfrm>
            <a:off x="471014" y="1741517"/>
            <a:ext cx="12875573" cy="516256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1pPr>
            <a:lvl2pPr marL="914400" lvl="1"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2pPr>
            <a:lvl3pPr marL="1371600" lvl="2"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3pPr>
            <a:lvl4pPr marL="1828800" lvl="3"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4pPr>
            <a:lvl5pPr marL="2286000" lvl="4"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5pPr>
            <a:lvl6pPr marL="2743200" lvl="5"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6pPr>
            <a:lvl7pPr marL="3200400" lvl="6"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7pPr>
            <a:lvl8pPr marL="3657600" lvl="7" indent="-304800" rtl="0">
              <a:lnSpc>
                <a:spcPct val="115000"/>
              </a:lnSpc>
              <a:spcBef>
                <a:spcPts val="1600"/>
              </a:spcBef>
              <a:spcAft>
                <a:spcPts val="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8pPr>
            <a:lvl9pPr marL="4114800" lvl="8" indent="-304800" rtl="0">
              <a:lnSpc>
                <a:spcPct val="115000"/>
              </a:lnSpc>
              <a:spcBef>
                <a:spcPts val="1600"/>
              </a:spcBef>
              <a:spcAft>
                <a:spcPts val="1600"/>
              </a:spcAft>
              <a:buClr>
                <a:schemeClr val="dk1"/>
              </a:buClr>
              <a:buSzPts val="1200"/>
              <a:buFont typeface="Assistant Light"/>
              <a:buChar char="■"/>
              <a:defRPr sz="1200">
                <a:solidFill>
                  <a:schemeClr val="dk1"/>
                </a:solidFill>
                <a:latin typeface="Assistant Light"/>
                <a:ea typeface="Assistant Light"/>
                <a:cs typeface="Assistant Light"/>
                <a:sym typeface="Assistant Light"/>
              </a:defRPr>
            </a:lvl9pPr>
          </a:lstStyle>
          <a:p>
            <a:endParaRPr/>
          </a:p>
        </p:txBody>
      </p:sp>
    </p:spTree>
    <p:extLst>
      <p:ext uri="{BB962C8B-B14F-4D97-AF65-F5344CB8AC3E}">
        <p14:creationId xmlns:p14="http://schemas.microsoft.com/office/powerpoint/2010/main" val="3216857950"/>
      </p:ext>
    </p:extLst>
  </p:cSld>
  <p:clrMap bg1="lt1" tx1="dk1" bg2="dk2" tx2="lt2" accent1="accent1" accent2="accent2" accent3="accent3" accent4="accent4" accent5="accent5" accent6="accent6" hlink="hlink" folHlink="folHlink"/>
  <p:sldLayoutIdLst>
    <p:sldLayoutId id="2147483683" r:id="rId1"/>
    <p:sldLayoutId id="2147483662" r:id="rId2"/>
    <p:sldLayoutId id="2147483682" r:id="rId3"/>
    <p:sldLayoutId id="2147483663" r:id="rId4"/>
    <p:sldLayoutId id="2147483664" r:id="rId5"/>
    <p:sldLayoutId id="2147483665" r:id="rId6"/>
    <p:sldLayoutId id="2147483666" r:id="rId7"/>
    <p:sldLayoutId id="2147483667" r:id="rId8"/>
    <p:sldLayoutId id="2147483684" r:id="rId9"/>
    <p:sldLayoutId id="2147483668" r:id="rId10"/>
    <p:sldLayoutId id="2147483669" r:id="rId11"/>
    <p:sldLayoutId id="2147483671" r:id="rId12"/>
    <p:sldLayoutId id="2147483673" r:id="rId13"/>
    <p:sldLayoutId id="2147483674" r:id="rId14"/>
    <p:sldLayoutId id="2147483675" r:id="rId15"/>
    <p:sldLayoutId id="2147483676" r:id="rId16"/>
    <p:sldLayoutId id="2147483677" r:id="rId17"/>
    <p:sldLayoutId id="2147483678" r:id="rId18"/>
    <p:sldLayoutId id="2147483681" r:id="rId19"/>
    <p:sldLayoutId id="2147483679" r:id="rId20"/>
    <p:sldLayoutId id="2147483680"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627"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116"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16"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4">
          <p15:clr>
            <a:srgbClr val="EA4335"/>
          </p15:clr>
        </p15:guide>
        <p15:guide id="2" orient="horz" pos="340">
          <p15:clr>
            <a:srgbClr val="EA4335"/>
          </p15:clr>
        </p15:guide>
        <p15:guide id="3" pos="5306">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kmatz@handscom.com" TargetMode="External"/><Relationship Id="rId7" Type="http://schemas.openxmlformats.org/officeDocument/2006/relationships/image" Target="../media/image11.svg"/><Relationship Id="rId2" Type="http://schemas.openxmlformats.org/officeDocument/2006/relationships/slideLayout" Target="../slideLayouts/slideLayout19.xml"/><Relationship Id="rId1" Type="http://schemas.openxmlformats.org/officeDocument/2006/relationships/tags" Target="../tags/tag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 Id="rId14" Type="http://schemas.openxmlformats.org/officeDocument/2006/relationships/image" Target="../media/image24.svg"/></Relationships>
</file>

<file path=ppt/slides/_rels/slide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slideLayout" Target="../slideLayouts/slideLayout9.xml"/><Relationship Id="rId1" Type="http://schemas.openxmlformats.org/officeDocument/2006/relationships/tags" Target="../tags/tag3.xml"/><Relationship Id="rId5" Type="http://schemas.openxmlformats.org/officeDocument/2006/relationships/image" Target="../media/image27.svg"/><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image" Target="../media/image28.jpeg"/><Relationship Id="rId7" Type="http://schemas.openxmlformats.org/officeDocument/2006/relationships/image" Target="../media/image32.jpeg"/><Relationship Id="rId12" Type="http://schemas.microsoft.com/office/2007/relationships/hdphoto" Target="../media/hdphoto2.wdp"/><Relationship Id="rId2" Type="http://schemas.openxmlformats.org/officeDocument/2006/relationships/slideLayout" Target="../slideLayouts/slideLayout5.xml"/><Relationship Id="rId1" Type="http://schemas.openxmlformats.org/officeDocument/2006/relationships/tags" Target="../tags/tag4.xml"/><Relationship Id="rId6" Type="http://schemas.openxmlformats.org/officeDocument/2006/relationships/image" Target="../media/image31.jpeg"/><Relationship Id="rId11" Type="http://schemas.openxmlformats.org/officeDocument/2006/relationships/image" Target="../media/image36.png"/><Relationship Id="rId5" Type="http://schemas.openxmlformats.org/officeDocument/2006/relationships/image" Target="../media/image30.jpeg"/><Relationship Id="rId10" Type="http://schemas.openxmlformats.org/officeDocument/2006/relationships/image" Target="../media/image35.jpeg"/><Relationship Id="rId4" Type="http://schemas.openxmlformats.org/officeDocument/2006/relationships/image" Target="../media/image29.jpeg"/><Relationship Id="rId9" Type="http://schemas.openxmlformats.org/officeDocument/2006/relationships/image" Target="../media/image34.jpeg"/></Relationships>
</file>

<file path=ppt/slides/_rels/slide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5.xml"/><Relationship Id="rId1" Type="http://schemas.openxmlformats.org/officeDocument/2006/relationships/tags" Target="../tags/tag5.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5.xml"/><Relationship Id="rId1" Type="http://schemas.openxmlformats.org/officeDocument/2006/relationships/tags" Target="../tags/tag6.xm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slideLayout" Target="../slideLayouts/slideLayout9.xml"/><Relationship Id="rId1" Type="http://schemas.openxmlformats.org/officeDocument/2006/relationships/tags" Target="../tags/tag7.xml"/><Relationship Id="rId4" Type="http://schemas.openxmlformats.org/officeDocument/2006/relationships/image" Target="../media/image38.jpeg"/></Relationships>
</file>

<file path=ppt/slides/_rels/slide8.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svg"/><Relationship Id="rId3" Type="http://schemas.openxmlformats.org/officeDocument/2006/relationships/image" Target="../media/image39.jpeg"/><Relationship Id="rId7" Type="http://schemas.openxmlformats.org/officeDocument/2006/relationships/image" Target="../media/image43.jpeg"/><Relationship Id="rId12" Type="http://schemas.openxmlformats.org/officeDocument/2006/relationships/image" Target="../media/image48.png"/><Relationship Id="rId2"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image" Target="../media/image42.jpeg"/><Relationship Id="rId11" Type="http://schemas.openxmlformats.org/officeDocument/2006/relationships/image" Target="../media/image47.png"/><Relationship Id="rId5" Type="http://schemas.openxmlformats.org/officeDocument/2006/relationships/image" Target="../media/image41.jpeg"/><Relationship Id="rId10" Type="http://schemas.openxmlformats.org/officeDocument/2006/relationships/image" Target="../media/image46.png"/><Relationship Id="rId4" Type="http://schemas.openxmlformats.org/officeDocument/2006/relationships/image" Target="../media/image40.jpeg"/><Relationship Id="rId9" Type="http://schemas.openxmlformats.org/officeDocument/2006/relationships/image" Target="../media/image45.png"/></Relationships>
</file>

<file path=ppt/slides/_rels/slide9.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3" Type="http://schemas.openxmlformats.org/officeDocument/2006/relationships/image" Target="../media/image39.jpeg"/><Relationship Id="rId7" Type="http://schemas.openxmlformats.org/officeDocument/2006/relationships/image" Target="../media/image43.jpeg"/><Relationship Id="rId12" Type="http://schemas.openxmlformats.org/officeDocument/2006/relationships/image" Target="../media/image54.svg"/><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image" Target="../media/image42.jpeg"/><Relationship Id="rId11" Type="http://schemas.openxmlformats.org/officeDocument/2006/relationships/image" Target="../media/image53.png"/><Relationship Id="rId5" Type="http://schemas.openxmlformats.org/officeDocument/2006/relationships/image" Target="../media/image41.jpeg"/><Relationship Id="rId10" Type="http://schemas.openxmlformats.org/officeDocument/2006/relationships/image" Target="../media/image52.png"/><Relationship Id="rId4" Type="http://schemas.openxmlformats.org/officeDocument/2006/relationships/image" Target="../media/image40.jpeg"/><Relationship Id="rId9" Type="http://schemas.openxmlformats.org/officeDocument/2006/relationships/image" Target="../media/image51.png"/><Relationship Id="rId14" Type="http://schemas.microsoft.com/office/2007/relationships/hdphoto" Target="../media/hdphoto3.wdp"/></Relationships>
</file>

<file path=ppt/slides/_rels/slide10.xml.rels><?xml version="1.0" encoding="UTF-8" standalone="yes"?>
<Relationships xmlns="http://schemas.openxmlformats.org/package/2006/relationships"><Relationship Id="rId8" Type="http://schemas.openxmlformats.org/officeDocument/2006/relationships/image" Target="../media/image61.jpeg"/><Relationship Id="rId13" Type="http://schemas.openxmlformats.org/officeDocument/2006/relationships/image" Target="../media/image66.png"/><Relationship Id="rId18" Type="http://schemas.openxmlformats.org/officeDocument/2006/relationships/image" Target="../media/image71.png"/><Relationship Id="rId26" Type="http://schemas.openxmlformats.org/officeDocument/2006/relationships/image" Target="../media/image79.png"/><Relationship Id="rId3" Type="http://schemas.openxmlformats.org/officeDocument/2006/relationships/image" Target="../media/image56.png"/><Relationship Id="rId21" Type="http://schemas.openxmlformats.org/officeDocument/2006/relationships/image" Target="../media/image74.png"/><Relationship Id="rId7" Type="http://schemas.openxmlformats.org/officeDocument/2006/relationships/image" Target="../media/image60.png"/><Relationship Id="rId12" Type="http://schemas.openxmlformats.org/officeDocument/2006/relationships/image" Target="../media/image65.png"/><Relationship Id="rId17" Type="http://schemas.openxmlformats.org/officeDocument/2006/relationships/image" Target="../media/image70.jpeg"/><Relationship Id="rId25" Type="http://schemas.openxmlformats.org/officeDocument/2006/relationships/image" Target="../media/image78.png"/><Relationship Id="rId2" Type="http://schemas.openxmlformats.org/officeDocument/2006/relationships/slideLayout" Target="../slideLayouts/slideLayout10.xml"/><Relationship Id="rId16" Type="http://schemas.openxmlformats.org/officeDocument/2006/relationships/image" Target="../media/image69.png"/><Relationship Id="rId20" Type="http://schemas.openxmlformats.org/officeDocument/2006/relationships/image" Target="../media/image73.png"/><Relationship Id="rId29" Type="http://schemas.openxmlformats.org/officeDocument/2006/relationships/image" Target="../media/image82.png"/><Relationship Id="rId1" Type="http://schemas.openxmlformats.org/officeDocument/2006/relationships/tags" Target="../tags/tag10.xml"/><Relationship Id="rId6" Type="http://schemas.openxmlformats.org/officeDocument/2006/relationships/image" Target="../media/image59.jpeg"/><Relationship Id="rId11" Type="http://schemas.openxmlformats.org/officeDocument/2006/relationships/image" Target="../media/image64.jpeg"/><Relationship Id="rId24" Type="http://schemas.openxmlformats.org/officeDocument/2006/relationships/image" Target="../media/image77.png"/><Relationship Id="rId32" Type="http://schemas.openxmlformats.org/officeDocument/2006/relationships/image" Target="../media/image85.png"/><Relationship Id="rId5" Type="http://schemas.openxmlformats.org/officeDocument/2006/relationships/image" Target="../media/image58.png"/><Relationship Id="rId15" Type="http://schemas.openxmlformats.org/officeDocument/2006/relationships/image" Target="../media/image68.png"/><Relationship Id="rId23" Type="http://schemas.openxmlformats.org/officeDocument/2006/relationships/image" Target="../media/image76.png"/><Relationship Id="rId28" Type="http://schemas.openxmlformats.org/officeDocument/2006/relationships/image" Target="../media/image81.png"/><Relationship Id="rId10" Type="http://schemas.openxmlformats.org/officeDocument/2006/relationships/image" Target="../media/image63.png"/><Relationship Id="rId19" Type="http://schemas.openxmlformats.org/officeDocument/2006/relationships/image" Target="../media/image72.png"/><Relationship Id="rId31" Type="http://schemas.openxmlformats.org/officeDocument/2006/relationships/image" Target="../media/image84.png"/><Relationship Id="rId4" Type="http://schemas.openxmlformats.org/officeDocument/2006/relationships/image" Target="../media/image57.jpeg"/><Relationship Id="rId9" Type="http://schemas.openxmlformats.org/officeDocument/2006/relationships/image" Target="../media/image62.png"/><Relationship Id="rId14" Type="http://schemas.openxmlformats.org/officeDocument/2006/relationships/image" Target="../media/image67.png"/><Relationship Id="rId22" Type="http://schemas.openxmlformats.org/officeDocument/2006/relationships/image" Target="../media/image75.png"/><Relationship Id="rId27" Type="http://schemas.openxmlformats.org/officeDocument/2006/relationships/image" Target="../media/image80.png"/><Relationship Id="rId30" Type="http://schemas.openxmlformats.org/officeDocument/2006/relationships/image" Target="../media/image83.png"/></Relationships>
</file>

<file path=ppt/slides/_rels/slide11.xml.rels><?xml version="1.0" encoding="UTF-8" standalone="yes"?>
<Relationships xmlns="http://schemas.openxmlformats.org/package/2006/relationships"><Relationship Id="rId8" Type="http://schemas.openxmlformats.org/officeDocument/2006/relationships/image" Target="../media/image89.svg"/><Relationship Id="rId3" Type="http://schemas.openxmlformats.org/officeDocument/2006/relationships/image" Target="../media/image25.jpeg"/><Relationship Id="rId7" Type="http://schemas.openxmlformats.org/officeDocument/2006/relationships/image" Target="../media/image88.png"/><Relationship Id="rId2" Type="http://schemas.openxmlformats.org/officeDocument/2006/relationships/slideLayout" Target="../slideLayouts/slideLayout19.xml"/><Relationship Id="rId1" Type="http://schemas.openxmlformats.org/officeDocument/2006/relationships/tags" Target="../tags/tag11.xml"/><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hyperlink" Target="mailto:kmatz@handscom.com" TargetMode="External"/></Relationships>
</file>

<file path=ppt/slides/_rels/slide12.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image" Target="../media/image90.png"/><Relationship Id="rId7" Type="http://schemas.openxmlformats.org/officeDocument/2006/relationships/image" Target="../media/image92.png"/><Relationship Id="rId2" Type="http://schemas.openxmlformats.org/officeDocument/2006/relationships/slideLayout" Target="../slideLayouts/slideLayout4.xml"/><Relationship Id="rId1" Type="http://schemas.openxmlformats.org/officeDocument/2006/relationships/tags" Target="../tags/tag12.xml"/><Relationship Id="rId6" Type="http://schemas.microsoft.com/office/2007/relationships/hdphoto" Target="../media/hdphoto5.wdp"/><Relationship Id="rId5" Type="http://schemas.openxmlformats.org/officeDocument/2006/relationships/image" Target="../media/image91.png"/><Relationship Id="rId4" Type="http://schemas.microsoft.com/office/2007/relationships/hdphoto" Target="../media/hdphoto4.wdp"/></Relationships>
</file>

<file path=ppt/slides/_rels/slide13.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image" Target="../media/image93.png"/><Relationship Id="rId7" Type="http://schemas.openxmlformats.org/officeDocument/2006/relationships/image" Target="../media/image92.png"/><Relationship Id="rId2" Type="http://schemas.openxmlformats.org/officeDocument/2006/relationships/slideLayout" Target="../slideLayouts/slideLayout4.xml"/><Relationship Id="rId1" Type="http://schemas.openxmlformats.org/officeDocument/2006/relationships/tags" Target="../tags/tag13.xml"/><Relationship Id="rId6" Type="http://schemas.microsoft.com/office/2007/relationships/hdphoto" Target="../media/hdphoto8.wdp"/><Relationship Id="rId5" Type="http://schemas.openxmlformats.org/officeDocument/2006/relationships/image" Target="../media/image91.png"/><Relationship Id="rId4" Type="http://schemas.microsoft.com/office/2007/relationships/hdphoto" Target="../media/hdphoto7.wdp"/></Relationships>
</file>

<file path=ppt/slides/_rels/slide14.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image" Target="../media/image93.png"/><Relationship Id="rId7" Type="http://schemas.openxmlformats.org/officeDocument/2006/relationships/image" Target="../media/image92.png"/><Relationship Id="rId2" Type="http://schemas.openxmlformats.org/officeDocument/2006/relationships/slideLayout" Target="../slideLayouts/slideLayout4.xml"/><Relationship Id="rId1" Type="http://schemas.openxmlformats.org/officeDocument/2006/relationships/tags" Target="../tags/tag14.xml"/><Relationship Id="rId6" Type="http://schemas.microsoft.com/office/2007/relationships/hdphoto" Target="../media/hdphoto8.wdp"/><Relationship Id="rId5" Type="http://schemas.openxmlformats.org/officeDocument/2006/relationships/image" Target="../media/image91.png"/><Relationship Id="rId4" Type="http://schemas.microsoft.com/office/2007/relationships/hdphoto" Target="../media/hdphoto7.wdp"/></Relationships>
</file>

<file path=ppt/slides/_rels/slide15.xml.rels><?xml version="1.0" encoding="UTF-8" standalone="yes"?>
<Relationships xmlns="http://schemas.openxmlformats.org/package/2006/relationships"><Relationship Id="rId8" Type="http://schemas.microsoft.com/office/2007/relationships/hdphoto" Target="../media/hdphoto8.wdp"/><Relationship Id="rId3" Type="http://schemas.openxmlformats.org/officeDocument/2006/relationships/image" Target="../media/image92.png"/><Relationship Id="rId7" Type="http://schemas.openxmlformats.org/officeDocument/2006/relationships/image" Target="../media/image91.png"/><Relationship Id="rId2" Type="http://schemas.openxmlformats.org/officeDocument/2006/relationships/slideLayout" Target="../slideLayouts/slideLayout4.xml"/><Relationship Id="rId1" Type="http://schemas.openxmlformats.org/officeDocument/2006/relationships/tags" Target="../tags/tag15.xml"/><Relationship Id="rId6" Type="http://schemas.microsoft.com/office/2007/relationships/hdphoto" Target="../media/hdphoto7.wdp"/><Relationship Id="rId5" Type="http://schemas.openxmlformats.org/officeDocument/2006/relationships/image" Target="../media/image93.png"/><Relationship Id="rId4" Type="http://schemas.microsoft.com/office/2007/relationships/hdphoto" Target="../media/hdphoto6.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31C9A72-1A2B-520A-6C5B-219BD02EC229}"/>
              </a:ext>
            </a:extLst>
          </p:cNvPr>
          <p:cNvSpPr txBox="1"/>
          <p:nvPr/>
        </p:nvSpPr>
        <p:spPr>
          <a:xfrm>
            <a:off x="2428374" y="3958389"/>
            <a:ext cx="9398668" cy="1323439"/>
          </a:xfrm>
          <a:prstGeom prst="rect">
            <a:avLst/>
          </a:prstGeom>
          <a:noFill/>
        </p:spPr>
        <p:txBody>
          <a:bodyPr wrap="square" rtlCol="0">
            <a:spAutoFit/>
          </a:bodyPr>
          <a:lstStyle/>
          <a:p>
            <a:r>
              <a:rPr lang="en-US" sz="4000" dirty="0">
                <a:solidFill>
                  <a:schemeClr val="bg1"/>
                </a:solidFill>
                <a:latin typeface="Avenir Next LT Pro" panose="020B0504020202020204" pitchFamily="34" charset="0"/>
                <a:cs typeface="Arial" panose="020B0604020202020204" pitchFamily="34" charset="0"/>
              </a:rPr>
              <a:t>Learning &amp; Organizational Development </a:t>
            </a:r>
          </a:p>
        </p:txBody>
      </p:sp>
      <p:sp>
        <p:nvSpPr>
          <p:cNvPr id="5" name="TextBox 4">
            <a:extLst>
              <a:ext uri="{FF2B5EF4-FFF2-40B4-BE49-F238E27FC236}">
                <a16:creationId xmlns:a16="http://schemas.microsoft.com/office/drawing/2014/main" id="{1CE04AFE-B312-8FEA-5375-8B41305C5338}"/>
              </a:ext>
            </a:extLst>
          </p:cNvPr>
          <p:cNvSpPr txBox="1"/>
          <p:nvPr/>
        </p:nvSpPr>
        <p:spPr>
          <a:xfrm>
            <a:off x="4066212" y="5406614"/>
            <a:ext cx="3420167" cy="1333250"/>
          </a:xfrm>
          <a:prstGeom prst="rect">
            <a:avLst/>
          </a:prstGeom>
          <a:noFill/>
        </p:spPr>
        <p:txBody>
          <a:bodyPr wrap="none" rtlCol="0">
            <a:spAutoFit/>
          </a:bodyPr>
          <a:lstStyle/>
          <a:p>
            <a:pPr>
              <a:lnSpc>
                <a:spcPct val="150000"/>
              </a:lnSpc>
              <a:spcAft>
                <a:spcPts val="1200"/>
              </a:spcAft>
            </a:pPr>
            <a:r>
              <a:rPr lang="en-US" sz="1400" dirty="0">
                <a:solidFill>
                  <a:schemeClr val="bg1"/>
                </a:solidFill>
                <a:latin typeface="Avenir Next LT Pro" panose="020B0504020202020204" pitchFamily="34" charset="0"/>
              </a:rPr>
              <a:t>Kathryn Matz, Senior Partner, Hands On </a:t>
            </a:r>
          </a:p>
          <a:p>
            <a:pPr>
              <a:lnSpc>
                <a:spcPct val="150000"/>
              </a:lnSpc>
              <a:spcAft>
                <a:spcPts val="1200"/>
              </a:spcAft>
            </a:pPr>
            <a:r>
              <a:rPr lang="en-US" sz="1400" dirty="0">
                <a:solidFill>
                  <a:schemeClr val="bg1"/>
                </a:solidFill>
                <a:latin typeface="Avenir Next LT Pro" panose="020B0504020202020204" pitchFamily="34" charset="0"/>
                <a:hlinkClick r:id="rId3">
                  <a:extLst>
                    <a:ext uri="{A12FA001-AC4F-418D-AE19-62706E023703}">
                      <ahyp:hlinkClr xmlns:ahyp="http://schemas.microsoft.com/office/drawing/2018/hyperlinkcolor" val="tx"/>
                    </a:ext>
                  </a:extLst>
                </a:hlinkClick>
              </a:rPr>
              <a:t>kmatz@handscom.com</a:t>
            </a:r>
            <a:endParaRPr lang="en-US" sz="1400" dirty="0">
              <a:solidFill>
                <a:schemeClr val="bg1"/>
              </a:solidFill>
              <a:latin typeface="Avenir Next LT Pro" panose="020B0504020202020204" pitchFamily="34" charset="0"/>
            </a:endParaRPr>
          </a:p>
          <a:p>
            <a:pPr>
              <a:lnSpc>
                <a:spcPct val="150000"/>
              </a:lnSpc>
              <a:spcAft>
                <a:spcPts val="1200"/>
              </a:spcAft>
            </a:pPr>
            <a:r>
              <a:rPr lang="en-US" sz="1400" dirty="0">
                <a:solidFill>
                  <a:schemeClr val="bg1"/>
                </a:solidFill>
                <a:latin typeface="Avenir Next LT Pro" panose="020B0504020202020204" pitchFamily="34" charset="0"/>
              </a:rPr>
              <a:t>+1 415.425.4991</a:t>
            </a:r>
          </a:p>
        </p:txBody>
      </p:sp>
      <p:pic>
        <p:nvPicPr>
          <p:cNvPr id="6" name="Graphic 5" descr="Email with solid fill">
            <a:extLst>
              <a:ext uri="{FF2B5EF4-FFF2-40B4-BE49-F238E27FC236}">
                <a16:creationId xmlns:a16="http://schemas.microsoft.com/office/drawing/2014/main" id="{570C8702-178D-136F-B46D-B1AA7127AF19}"/>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716715" y="5944801"/>
            <a:ext cx="310896" cy="310896"/>
          </a:xfrm>
          <a:prstGeom prst="rect">
            <a:avLst/>
          </a:prstGeom>
        </p:spPr>
      </p:pic>
      <p:pic>
        <p:nvPicPr>
          <p:cNvPr id="7" name="Graphic 6" descr="Receiver with solid fill">
            <a:extLst>
              <a:ext uri="{FF2B5EF4-FFF2-40B4-BE49-F238E27FC236}">
                <a16:creationId xmlns:a16="http://schemas.microsoft.com/office/drawing/2014/main" id="{59846F1D-7D83-4BA0-6F14-BA13AA313B6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722721" y="6402143"/>
            <a:ext cx="310895" cy="310895"/>
          </a:xfrm>
          <a:prstGeom prst="rect">
            <a:avLst/>
          </a:prstGeom>
        </p:spPr>
      </p:pic>
      <p:sp>
        <p:nvSpPr>
          <p:cNvPr id="13" name="TextBox 12">
            <a:extLst>
              <a:ext uri="{FF2B5EF4-FFF2-40B4-BE49-F238E27FC236}">
                <a16:creationId xmlns:a16="http://schemas.microsoft.com/office/drawing/2014/main" id="{87D204B4-3165-42F1-96FD-56995FAB5512}"/>
              </a:ext>
            </a:extLst>
          </p:cNvPr>
          <p:cNvSpPr txBox="1"/>
          <p:nvPr/>
        </p:nvSpPr>
        <p:spPr>
          <a:xfrm>
            <a:off x="2542820" y="5696994"/>
            <a:ext cx="933790" cy="400110"/>
          </a:xfrm>
          <a:prstGeom prst="rect">
            <a:avLst/>
          </a:prstGeom>
          <a:noFill/>
        </p:spPr>
        <p:txBody>
          <a:bodyPr wrap="square" rtlCol="0">
            <a:spAutoFit/>
          </a:bodyPr>
          <a:lstStyle/>
          <a:p>
            <a:r>
              <a:rPr lang="en-US" sz="1600" dirty="0">
                <a:solidFill>
                  <a:schemeClr val="bg1"/>
                </a:solidFill>
                <a:latin typeface="Avenir Next LT Pro" panose="020B0504020202020204" pitchFamily="34" charset="0"/>
              </a:rPr>
              <a:t>Contact</a:t>
            </a:r>
            <a:r>
              <a:rPr lang="en-US" dirty="0">
                <a:solidFill>
                  <a:schemeClr val="bg1"/>
                </a:solidFill>
                <a:latin typeface="Avenir Next LT Pro" panose="020B0504020202020204" pitchFamily="34" charset="0"/>
              </a:rPr>
              <a:t> </a:t>
            </a:r>
          </a:p>
        </p:txBody>
      </p:sp>
      <p:cxnSp>
        <p:nvCxnSpPr>
          <p:cNvPr id="14" name="Straight Connector 13">
            <a:extLst>
              <a:ext uri="{FF2B5EF4-FFF2-40B4-BE49-F238E27FC236}">
                <a16:creationId xmlns:a16="http://schemas.microsoft.com/office/drawing/2014/main" id="{D5B077F1-669B-0585-045A-258BB533FC87}"/>
              </a:ext>
            </a:extLst>
          </p:cNvPr>
          <p:cNvCxnSpPr/>
          <p:nvPr/>
        </p:nvCxnSpPr>
        <p:spPr>
          <a:xfrm>
            <a:off x="3519084" y="5577473"/>
            <a:ext cx="0" cy="843464"/>
          </a:xfrm>
          <a:prstGeom prst="line">
            <a:avLst/>
          </a:prstGeom>
          <a:ln>
            <a:solidFill>
              <a:schemeClr val="accent1"/>
            </a:solidFill>
          </a:ln>
        </p:spPr>
        <p:style>
          <a:lnRef idx="1">
            <a:schemeClr val="accent6"/>
          </a:lnRef>
          <a:fillRef idx="0">
            <a:schemeClr val="accent6"/>
          </a:fillRef>
          <a:effectRef idx="0">
            <a:schemeClr val="accent6"/>
          </a:effectRef>
          <a:fontRef idx="minor">
            <a:schemeClr val="tx1"/>
          </a:fontRef>
        </p:style>
      </p:cxnSp>
      <p:grpSp>
        <p:nvGrpSpPr>
          <p:cNvPr id="11" name="Group 10">
            <a:extLst>
              <a:ext uri="{FF2B5EF4-FFF2-40B4-BE49-F238E27FC236}">
                <a16:creationId xmlns:a16="http://schemas.microsoft.com/office/drawing/2014/main" id="{47475398-7C75-B13B-5A2D-CBDB89B139D2}"/>
              </a:ext>
            </a:extLst>
          </p:cNvPr>
          <p:cNvGrpSpPr/>
          <p:nvPr/>
        </p:nvGrpSpPr>
        <p:grpSpPr>
          <a:xfrm>
            <a:off x="3724843" y="5497728"/>
            <a:ext cx="274320" cy="274320"/>
            <a:chOff x="6015789" y="1874756"/>
            <a:chExt cx="731520" cy="731520"/>
          </a:xfrm>
        </p:grpSpPr>
        <p:sp>
          <p:nvSpPr>
            <p:cNvPr id="12" name="Oval 11">
              <a:extLst>
                <a:ext uri="{FF2B5EF4-FFF2-40B4-BE49-F238E27FC236}">
                  <a16:creationId xmlns:a16="http://schemas.microsoft.com/office/drawing/2014/main" id="{74EAD61C-C829-8036-0680-23AC59460727}"/>
                </a:ext>
              </a:extLst>
            </p:cNvPr>
            <p:cNvSpPr/>
            <p:nvPr/>
          </p:nvSpPr>
          <p:spPr>
            <a:xfrm>
              <a:off x="6085207" y="1948981"/>
              <a:ext cx="594360" cy="594360"/>
            </a:xfrm>
            <a:prstGeom prst="ellipse">
              <a:avLst/>
            </a:prstGeom>
            <a:gradFill>
              <a:gsLst>
                <a:gs pos="0">
                  <a:schemeClr val="accent1"/>
                </a:gs>
                <a:gs pos="100000">
                  <a:schemeClr val="tx1"/>
                </a:gs>
              </a:gsLst>
              <a:lin ang="13500000" scaled="1"/>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17" name="Oval 16">
              <a:extLst>
                <a:ext uri="{FF2B5EF4-FFF2-40B4-BE49-F238E27FC236}">
                  <a16:creationId xmlns:a16="http://schemas.microsoft.com/office/drawing/2014/main" id="{E0A33C58-F0F7-4F2F-819C-A4CF096E0867}"/>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spTree>
    <p:custDataLst>
      <p:tags r:id="rId1"/>
    </p:custDataLst>
    <p:extLst>
      <p:ext uri="{BB962C8B-B14F-4D97-AF65-F5344CB8AC3E}">
        <p14:creationId xmlns:p14="http://schemas.microsoft.com/office/powerpoint/2010/main" val="2110489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3E7AB-844D-6A25-92BB-0924F4F245AE}"/>
              </a:ext>
            </a:extLst>
          </p:cNvPr>
          <p:cNvSpPr>
            <a:spLocks noGrp="1"/>
          </p:cNvSpPr>
          <p:nvPr>
            <p:ph type="ctrTitle"/>
          </p:nvPr>
        </p:nvSpPr>
        <p:spPr>
          <a:xfrm>
            <a:off x="633522" y="474208"/>
            <a:ext cx="5499840" cy="2693253"/>
          </a:xfrm>
        </p:spPr>
        <p:txBody>
          <a:bodyPr/>
          <a:lstStyle/>
          <a:p>
            <a:r>
              <a:rPr lang="en-US" sz="4000" dirty="0"/>
              <a:t>TABLE OF CONTENTS</a:t>
            </a:r>
          </a:p>
        </p:txBody>
      </p:sp>
      <p:grpSp>
        <p:nvGrpSpPr>
          <p:cNvPr id="3" name="Group 2">
            <a:extLst>
              <a:ext uri="{FF2B5EF4-FFF2-40B4-BE49-F238E27FC236}">
                <a16:creationId xmlns:a16="http://schemas.microsoft.com/office/drawing/2014/main" id="{F872C48A-2022-C703-29C4-2B7AE366D97A}"/>
              </a:ext>
            </a:extLst>
          </p:cNvPr>
          <p:cNvGrpSpPr/>
          <p:nvPr/>
        </p:nvGrpSpPr>
        <p:grpSpPr>
          <a:xfrm>
            <a:off x="3737811" y="771712"/>
            <a:ext cx="457200" cy="457200"/>
            <a:chOff x="6015789" y="1874756"/>
            <a:chExt cx="731520" cy="731520"/>
          </a:xfrm>
        </p:grpSpPr>
        <p:sp>
          <p:nvSpPr>
            <p:cNvPr id="4" name="Oval 3">
              <a:extLst>
                <a:ext uri="{FF2B5EF4-FFF2-40B4-BE49-F238E27FC236}">
                  <a16:creationId xmlns:a16="http://schemas.microsoft.com/office/drawing/2014/main" id="{71DA3365-3376-F966-310D-C76574327F53}"/>
                </a:ext>
              </a:extLst>
            </p:cNvPr>
            <p:cNvSpPr/>
            <p:nvPr/>
          </p:nvSpPr>
          <p:spPr>
            <a:xfrm>
              <a:off x="6109271" y="1973045"/>
              <a:ext cx="548640" cy="548640"/>
            </a:xfrm>
            <a:prstGeom prst="ellipse">
              <a:avLst/>
            </a:prstGeom>
            <a:gradFill>
              <a:gsLst>
                <a:gs pos="0">
                  <a:srgbClr val="3C747D"/>
                </a:gs>
                <a:gs pos="100000">
                  <a:schemeClr val="tx1"/>
                </a:gs>
              </a:gsLst>
              <a:lin ang="13500000" scaled="1"/>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5" name="Oval 4">
              <a:extLst>
                <a:ext uri="{FF2B5EF4-FFF2-40B4-BE49-F238E27FC236}">
                  <a16:creationId xmlns:a16="http://schemas.microsoft.com/office/drawing/2014/main" id="{50094265-4AC0-1641-1932-A4408BB7D81C}"/>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cxnSp>
        <p:nvCxnSpPr>
          <p:cNvPr id="7" name="Straight Connector 6">
            <a:extLst>
              <a:ext uri="{FF2B5EF4-FFF2-40B4-BE49-F238E27FC236}">
                <a16:creationId xmlns:a16="http://schemas.microsoft.com/office/drawing/2014/main" id="{7450B09F-63DD-5CF8-B98E-8BC44BE8AF31}"/>
              </a:ext>
            </a:extLst>
          </p:cNvPr>
          <p:cNvCxnSpPr>
            <a:stCxn id="5" idx="6"/>
          </p:cNvCxnSpPr>
          <p:nvPr/>
        </p:nvCxnSpPr>
        <p:spPr>
          <a:xfrm flipV="1">
            <a:off x="4195011" y="986589"/>
            <a:ext cx="8690810" cy="13723"/>
          </a:xfrm>
          <a:prstGeom prst="line">
            <a:avLst/>
          </a:prstGeom>
          <a:ln w="38100">
            <a:gradFill>
              <a:gsLst>
                <a:gs pos="0">
                  <a:schemeClr val="accent4"/>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D60347B-1E07-4B7C-1FBB-B259AA1775F8}"/>
              </a:ext>
            </a:extLst>
          </p:cNvPr>
          <p:cNvSpPr txBox="1"/>
          <p:nvPr/>
        </p:nvSpPr>
        <p:spPr>
          <a:xfrm>
            <a:off x="7892716" y="1820834"/>
            <a:ext cx="5414210" cy="4832092"/>
          </a:xfrm>
          <a:prstGeom prst="rect">
            <a:avLst/>
          </a:prstGeom>
          <a:noFill/>
        </p:spPr>
        <p:txBody>
          <a:bodyPr wrap="square" rtlCol="0">
            <a:spAutoFit/>
          </a:bodyPr>
          <a:lstStyle/>
          <a:p>
            <a:r>
              <a:rPr lang="en-US" sz="2800" dirty="0">
                <a:solidFill>
                  <a:schemeClr val="bg1"/>
                </a:solidFill>
              </a:rPr>
              <a:t>WHAT WE DO </a:t>
            </a:r>
          </a:p>
          <a:p>
            <a:endParaRPr lang="en-US" sz="2800" dirty="0">
              <a:solidFill>
                <a:schemeClr val="bg1"/>
              </a:solidFill>
            </a:endParaRPr>
          </a:p>
          <a:p>
            <a:r>
              <a:rPr lang="en-US" sz="2800" dirty="0">
                <a:solidFill>
                  <a:schemeClr val="bg1"/>
                </a:solidFill>
              </a:rPr>
              <a:t>KEY SERVICES</a:t>
            </a:r>
          </a:p>
          <a:p>
            <a:endParaRPr lang="en-US" sz="2800" dirty="0">
              <a:solidFill>
                <a:schemeClr val="bg1"/>
              </a:solidFill>
            </a:endParaRPr>
          </a:p>
          <a:p>
            <a:r>
              <a:rPr lang="en-US" sz="2800" dirty="0">
                <a:solidFill>
                  <a:schemeClr val="bg1"/>
                </a:solidFill>
              </a:rPr>
              <a:t>WHO WE ARE</a:t>
            </a:r>
          </a:p>
          <a:p>
            <a:endParaRPr lang="en-US" sz="2800" dirty="0">
              <a:solidFill>
                <a:schemeClr val="bg1"/>
              </a:solidFill>
            </a:endParaRPr>
          </a:p>
          <a:p>
            <a:r>
              <a:rPr lang="en-US" sz="2800" dirty="0">
                <a:solidFill>
                  <a:schemeClr val="bg1"/>
                </a:solidFill>
              </a:rPr>
              <a:t>OUR GUIDING PRINCIPLES</a:t>
            </a:r>
          </a:p>
          <a:p>
            <a:endParaRPr lang="en-US" sz="2800" dirty="0">
              <a:solidFill>
                <a:schemeClr val="bg1"/>
              </a:solidFill>
            </a:endParaRPr>
          </a:p>
          <a:p>
            <a:r>
              <a:rPr lang="en-US" sz="2800" dirty="0">
                <a:solidFill>
                  <a:schemeClr val="bg1"/>
                </a:solidFill>
              </a:rPr>
              <a:t>EXAMPLE CUSTOMERS</a:t>
            </a:r>
          </a:p>
          <a:p>
            <a:endParaRPr lang="en-US" sz="2800" dirty="0">
              <a:solidFill>
                <a:schemeClr val="bg1"/>
              </a:solidFill>
            </a:endParaRPr>
          </a:p>
          <a:p>
            <a:r>
              <a:rPr lang="en-US" sz="2800" dirty="0">
                <a:solidFill>
                  <a:schemeClr val="bg1"/>
                </a:solidFill>
              </a:rPr>
              <a:t>EXAMPLE CASE STUDIES</a:t>
            </a:r>
          </a:p>
        </p:txBody>
      </p:sp>
      <p:pic>
        <p:nvPicPr>
          <p:cNvPr id="10" name="Graphic 9" descr="Badge 4 with solid fill">
            <a:extLst>
              <a:ext uri="{FF2B5EF4-FFF2-40B4-BE49-F238E27FC236}">
                <a16:creationId xmlns:a16="http://schemas.microsoft.com/office/drawing/2014/main" id="{F619584D-B262-4BB8-BD69-AC6945BD8C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58430" y="4358762"/>
            <a:ext cx="548640" cy="548640"/>
          </a:xfrm>
          <a:prstGeom prst="rect">
            <a:avLst/>
          </a:prstGeom>
        </p:spPr>
      </p:pic>
      <p:pic>
        <p:nvPicPr>
          <p:cNvPr id="12" name="Graphic 11" descr="Badge with solid fill">
            <a:extLst>
              <a:ext uri="{FF2B5EF4-FFF2-40B4-BE49-F238E27FC236}">
                <a16:creationId xmlns:a16="http://schemas.microsoft.com/office/drawing/2014/main" id="{17835364-C309-8858-4A09-0429707465E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58430" y="2647266"/>
            <a:ext cx="548640" cy="548640"/>
          </a:xfrm>
          <a:prstGeom prst="rect">
            <a:avLst/>
          </a:prstGeom>
        </p:spPr>
      </p:pic>
      <p:pic>
        <p:nvPicPr>
          <p:cNvPr id="14" name="Graphic 13" descr="Badge 3 with solid fill">
            <a:extLst>
              <a:ext uri="{FF2B5EF4-FFF2-40B4-BE49-F238E27FC236}">
                <a16:creationId xmlns:a16="http://schemas.microsoft.com/office/drawing/2014/main" id="{3C98A720-44D8-79F5-642C-95E3FE57D92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58430" y="3509030"/>
            <a:ext cx="548640" cy="548640"/>
          </a:xfrm>
          <a:prstGeom prst="rect">
            <a:avLst/>
          </a:prstGeom>
        </p:spPr>
      </p:pic>
      <p:pic>
        <p:nvPicPr>
          <p:cNvPr id="16" name="Graphic 15" descr="Badge 6 with solid fill">
            <a:extLst>
              <a:ext uri="{FF2B5EF4-FFF2-40B4-BE49-F238E27FC236}">
                <a16:creationId xmlns:a16="http://schemas.microsoft.com/office/drawing/2014/main" id="{F2C7124B-C041-9328-EE3D-1ADBF420DE4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58430" y="6082288"/>
            <a:ext cx="548640" cy="548640"/>
          </a:xfrm>
          <a:prstGeom prst="rect">
            <a:avLst/>
          </a:prstGeom>
        </p:spPr>
      </p:pic>
      <p:pic>
        <p:nvPicPr>
          <p:cNvPr id="18" name="Graphic 17" descr="Badge 5 with solid fill">
            <a:extLst>
              <a:ext uri="{FF2B5EF4-FFF2-40B4-BE49-F238E27FC236}">
                <a16:creationId xmlns:a16="http://schemas.microsoft.com/office/drawing/2014/main" id="{BA5CA58C-6BED-FE26-C4CB-21ECE11E47A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158430" y="5220526"/>
            <a:ext cx="548640" cy="548640"/>
          </a:xfrm>
          <a:prstGeom prst="rect">
            <a:avLst/>
          </a:prstGeom>
        </p:spPr>
      </p:pic>
      <p:pic>
        <p:nvPicPr>
          <p:cNvPr id="20" name="Graphic 19" descr="Badge 1 with solid fill">
            <a:extLst>
              <a:ext uri="{FF2B5EF4-FFF2-40B4-BE49-F238E27FC236}">
                <a16:creationId xmlns:a16="http://schemas.microsoft.com/office/drawing/2014/main" id="{A5037F04-C5E6-B6E4-E767-639ECDAAA7A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158430" y="1809566"/>
            <a:ext cx="548640" cy="548640"/>
          </a:xfrm>
          <a:prstGeom prst="rect">
            <a:avLst/>
          </a:prstGeom>
        </p:spPr>
      </p:pic>
    </p:spTree>
    <p:extLst>
      <p:ext uri="{BB962C8B-B14F-4D97-AF65-F5344CB8AC3E}">
        <p14:creationId xmlns:p14="http://schemas.microsoft.com/office/powerpoint/2010/main" val="3775217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5E8C4B7-5793-4581-355B-FE66D8D9382A}"/>
              </a:ext>
            </a:extLst>
          </p:cNvPr>
          <p:cNvCxnSpPr>
            <a:cxnSpLocks/>
            <a:stCxn id="22" idx="6"/>
            <a:endCxn id="13" idx="1"/>
          </p:cNvCxnSpPr>
          <p:nvPr/>
        </p:nvCxnSpPr>
        <p:spPr>
          <a:xfrm flipV="1">
            <a:off x="2563347" y="3708133"/>
            <a:ext cx="504706" cy="2408"/>
          </a:xfrm>
          <a:prstGeom prst="line">
            <a:avLst/>
          </a:prstGeom>
          <a:ln w="38100">
            <a:gradFill>
              <a:gsLst>
                <a:gs pos="0">
                  <a:schemeClr val="accent4"/>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37133A3D-C2A5-201A-AB87-2CD52FBCA14B}"/>
              </a:ext>
            </a:extLst>
          </p:cNvPr>
          <p:cNvSpPr/>
          <p:nvPr/>
        </p:nvSpPr>
        <p:spPr>
          <a:xfrm>
            <a:off x="830178" y="5014738"/>
            <a:ext cx="9101011" cy="1737360"/>
          </a:xfrm>
          <a:prstGeom prst="rect">
            <a:avLst/>
          </a:prstGeom>
          <a:gradFill flip="none" rotWithShape="1">
            <a:gsLst>
              <a:gs pos="0">
                <a:schemeClr val="bg1">
                  <a:lumMod val="10000"/>
                </a:schemeClr>
              </a:gs>
              <a:gs pos="100000">
                <a:schemeClr val="tx1">
                  <a:lumMod val="75000"/>
                  <a:lumOff val="25000"/>
                </a:schemeClr>
              </a:gs>
            </a:gsLst>
            <a:lin ang="10800000" scaled="1"/>
            <a:tileRect/>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68275" algn="just">
              <a:tabLst>
                <a:tab pos="6111875" algn="l"/>
                <a:tab pos="6172200" algn="l"/>
                <a:tab pos="6232525" algn="l"/>
              </a:tabLst>
            </a:pPr>
            <a:endParaRPr lang="en-US" dirty="0"/>
          </a:p>
        </p:txBody>
      </p:sp>
      <p:sp>
        <p:nvSpPr>
          <p:cNvPr id="14" name="TextBox 13"/>
          <p:cNvSpPr txBox="1"/>
          <p:nvPr/>
        </p:nvSpPr>
        <p:spPr>
          <a:xfrm>
            <a:off x="1227219" y="5052844"/>
            <a:ext cx="8241632" cy="1558632"/>
          </a:xfrm>
          <a:prstGeom prst="rect">
            <a:avLst/>
          </a:prstGeom>
          <a:noFill/>
        </p:spPr>
        <p:txBody>
          <a:bodyPr wrap="square" rtlCol="0">
            <a:spAutoFit/>
          </a:bodyPr>
          <a:lstStyle/>
          <a:p>
            <a:pPr marL="0" marR="0" lvl="0" indent="0" algn="just" defTabSz="1018824" rtl="0" eaLnBrk="1" fontAlgn="auto" latinLnBrk="0" hangingPunct="1">
              <a:lnSpc>
                <a:spcPct val="150000"/>
              </a:lnSpc>
              <a:spcBef>
                <a:spcPts val="0"/>
              </a:spcBef>
              <a:spcAft>
                <a:spcPts val="400"/>
              </a:spcAft>
              <a:buClrTx/>
              <a:buSzTx/>
              <a:buFontTx/>
              <a:buNone/>
              <a:tabLst/>
              <a:defRPr/>
            </a:pPr>
            <a:r>
              <a:rPr kumimoji="0" lang="en-US" sz="2200" b="0"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Arial" panose="020B0604020202020204" pitchFamily="34" charset="0"/>
              </a:rPr>
              <a:t>We also have a wide and robust range of already-built solutions, such as learning programs, online tools and more that you can tap into to accelerate solution delivery. </a:t>
            </a:r>
          </a:p>
        </p:txBody>
      </p:sp>
      <p:sp>
        <p:nvSpPr>
          <p:cNvPr id="17" name="TextBox 16"/>
          <p:cNvSpPr txBox="1"/>
          <p:nvPr/>
        </p:nvSpPr>
        <p:spPr>
          <a:xfrm>
            <a:off x="536263" y="293927"/>
            <a:ext cx="4236655" cy="707886"/>
          </a:xfrm>
          <a:prstGeom prst="rect">
            <a:avLst/>
          </a:prstGeom>
          <a:noFill/>
        </p:spPr>
        <p:txBody>
          <a:bodyPr wrap="square" rtlCol="0">
            <a:spAutoFit/>
          </a:bodyPr>
          <a:lstStyle/>
          <a:p>
            <a:pPr marL="0" marR="0" lvl="0" indent="0" algn="l" defTabSz="1018824"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mn-cs"/>
              </a:rPr>
              <a:t>WHAT WE DO</a:t>
            </a:r>
          </a:p>
        </p:txBody>
      </p:sp>
      <p:sp>
        <p:nvSpPr>
          <p:cNvPr id="13" name="Rectangle 12">
            <a:extLst>
              <a:ext uri="{FF2B5EF4-FFF2-40B4-BE49-F238E27FC236}">
                <a16:creationId xmlns:a16="http://schemas.microsoft.com/office/drawing/2014/main" id="{48220BE9-0EEF-C883-B9A6-78371C62FF3C}"/>
              </a:ext>
            </a:extLst>
          </p:cNvPr>
          <p:cNvSpPr/>
          <p:nvPr/>
        </p:nvSpPr>
        <p:spPr>
          <a:xfrm>
            <a:off x="3068053" y="2839453"/>
            <a:ext cx="9200523" cy="1737360"/>
          </a:xfrm>
          <a:prstGeom prst="rect">
            <a:avLst/>
          </a:prstGeom>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68275" algn="just">
              <a:tabLst>
                <a:tab pos="6111875" algn="l"/>
                <a:tab pos="6172200" algn="l"/>
                <a:tab pos="6232525" algn="l"/>
              </a:tabLst>
            </a:pPr>
            <a:endParaRPr lang="en-US" dirty="0"/>
          </a:p>
        </p:txBody>
      </p:sp>
      <p:sp>
        <p:nvSpPr>
          <p:cNvPr id="16" name="TextBox 15">
            <a:extLst>
              <a:ext uri="{FF2B5EF4-FFF2-40B4-BE49-F238E27FC236}">
                <a16:creationId xmlns:a16="http://schemas.microsoft.com/office/drawing/2014/main" id="{85CCCDBF-7088-2E95-9B91-EFAEB355ED7A}"/>
              </a:ext>
            </a:extLst>
          </p:cNvPr>
          <p:cNvSpPr txBox="1"/>
          <p:nvPr/>
        </p:nvSpPr>
        <p:spPr>
          <a:xfrm>
            <a:off x="730668" y="1467284"/>
            <a:ext cx="5727242" cy="1050800"/>
          </a:xfrm>
          <a:prstGeom prst="rect">
            <a:avLst/>
          </a:prstGeom>
          <a:noFill/>
        </p:spPr>
        <p:txBody>
          <a:bodyPr wrap="square">
            <a:spAutoFit/>
          </a:bodyPr>
          <a:lstStyle/>
          <a:p>
            <a:pPr marL="0" marR="0" lvl="0" indent="0" algn="just" defTabSz="1018824" rtl="0" eaLnBrk="1" fontAlgn="auto" latinLnBrk="0" hangingPunct="1">
              <a:lnSpc>
                <a:spcPct val="150000"/>
              </a:lnSpc>
              <a:spcBef>
                <a:spcPts val="0"/>
              </a:spcBef>
              <a:spcAft>
                <a:spcPts val="400"/>
              </a:spcAft>
              <a:buClrTx/>
              <a:buSzTx/>
              <a:buFontTx/>
              <a:buNone/>
              <a:tabLst/>
              <a:defRPr/>
            </a:pPr>
            <a:r>
              <a:rPr kumimoji="0" lang="en-US" sz="2200" b="0"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Arial" panose="020B0604020202020204" pitchFamily="34" charset="0"/>
              </a:rPr>
              <a:t>Hands On is a global boutique </a:t>
            </a:r>
            <a:r>
              <a:rPr kumimoji="0" lang="en-US" sz="2200" b="1"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Arial" panose="020B0604020202020204" pitchFamily="34" charset="0"/>
              </a:rPr>
              <a:t>learning and organizational development </a:t>
            </a:r>
            <a:r>
              <a:rPr kumimoji="0" lang="en-US" sz="2200" b="0"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Arial" panose="020B0604020202020204" pitchFamily="34" charset="0"/>
              </a:rPr>
              <a:t>firm. </a:t>
            </a:r>
          </a:p>
        </p:txBody>
      </p:sp>
      <p:sp>
        <p:nvSpPr>
          <p:cNvPr id="19" name="TextBox 18">
            <a:extLst>
              <a:ext uri="{FF2B5EF4-FFF2-40B4-BE49-F238E27FC236}">
                <a16:creationId xmlns:a16="http://schemas.microsoft.com/office/drawing/2014/main" id="{FB04DA7C-D188-09DF-2954-1544B9D664F3}"/>
              </a:ext>
            </a:extLst>
          </p:cNvPr>
          <p:cNvSpPr txBox="1"/>
          <p:nvPr/>
        </p:nvSpPr>
        <p:spPr>
          <a:xfrm>
            <a:off x="3284252" y="2898180"/>
            <a:ext cx="8281925" cy="1558632"/>
          </a:xfrm>
          <a:prstGeom prst="rect">
            <a:avLst/>
          </a:prstGeom>
          <a:noFill/>
        </p:spPr>
        <p:txBody>
          <a:bodyPr wrap="square">
            <a:spAutoFit/>
          </a:bodyPr>
          <a:lstStyle/>
          <a:p>
            <a:pPr marL="168275" algn="just">
              <a:lnSpc>
                <a:spcPct val="150000"/>
              </a:lnSpc>
              <a:tabLst>
                <a:tab pos="6111875" algn="l"/>
                <a:tab pos="6172200" algn="l"/>
                <a:tab pos="6232525" algn="l"/>
              </a:tabLst>
            </a:pPr>
            <a:r>
              <a:rPr lang="en-US" sz="2200" dirty="0">
                <a:solidFill>
                  <a:schemeClr val="bg1"/>
                </a:solidFill>
                <a:latin typeface="Avenir Next LT Pro" panose="020B0504020202020204" pitchFamily="34" charset="0"/>
                <a:cs typeface="Arial" panose="020B0604020202020204" pitchFamily="34" charset="0"/>
              </a:rPr>
              <a:t>With over </a:t>
            </a:r>
            <a:r>
              <a:rPr lang="en-US" sz="2200" b="1" dirty="0">
                <a:solidFill>
                  <a:schemeClr val="bg1"/>
                </a:solidFill>
                <a:latin typeface="Avenir Next LT Pro" panose="020B0504020202020204" pitchFamily="34" charset="0"/>
                <a:cs typeface="Arial" panose="020B0604020202020204" pitchFamily="34" charset="0"/>
              </a:rPr>
              <a:t>25 consecutive years </a:t>
            </a:r>
            <a:r>
              <a:rPr lang="en-US" sz="2200" dirty="0">
                <a:solidFill>
                  <a:schemeClr val="bg1"/>
                </a:solidFill>
                <a:latin typeface="Avenir Next LT Pro" panose="020B0504020202020204" pitchFamily="34" charset="0"/>
                <a:cs typeface="Arial" panose="020B0604020202020204" pitchFamily="34" charset="0"/>
              </a:rPr>
              <a:t>in business, we work with our clients to design and deliver </a:t>
            </a:r>
            <a:r>
              <a:rPr lang="en-US" sz="2200" b="1" dirty="0">
                <a:solidFill>
                  <a:schemeClr val="bg1"/>
                </a:solidFill>
                <a:latin typeface="Avenir Next LT Pro" panose="020B0504020202020204" pitchFamily="34" charset="0"/>
                <a:cs typeface="Arial" panose="020B0604020202020204" pitchFamily="34" charset="0"/>
              </a:rPr>
              <a:t>custom, fit-for-purpose and just-in-time solutions </a:t>
            </a:r>
            <a:r>
              <a:rPr lang="en-US" sz="2200" dirty="0">
                <a:solidFill>
                  <a:schemeClr val="bg1"/>
                </a:solidFill>
                <a:latin typeface="Avenir Next LT Pro" panose="020B0504020202020204" pitchFamily="34" charset="0"/>
                <a:cs typeface="Arial" panose="020B0604020202020204" pitchFamily="34" charset="0"/>
              </a:rPr>
              <a:t>for your </a:t>
            </a:r>
            <a:r>
              <a:rPr lang="en-US" sz="2200" b="1" dirty="0">
                <a:solidFill>
                  <a:schemeClr val="bg1"/>
                </a:solidFill>
                <a:latin typeface="Avenir Next LT Pro" panose="020B0504020202020204" pitchFamily="34" charset="0"/>
                <a:cs typeface="Arial" panose="020B0604020202020204" pitchFamily="34" charset="0"/>
              </a:rPr>
              <a:t>people and culture </a:t>
            </a:r>
            <a:r>
              <a:rPr lang="en-US" sz="2200" dirty="0">
                <a:solidFill>
                  <a:schemeClr val="bg1"/>
                </a:solidFill>
                <a:latin typeface="Avenir Next LT Pro" panose="020B0504020202020204" pitchFamily="34" charset="0"/>
                <a:cs typeface="Arial" panose="020B0604020202020204" pitchFamily="34" charset="0"/>
              </a:rPr>
              <a:t>needs.</a:t>
            </a:r>
            <a:endParaRPr lang="en-US" sz="2200" dirty="0"/>
          </a:p>
        </p:txBody>
      </p:sp>
      <p:grpSp>
        <p:nvGrpSpPr>
          <p:cNvPr id="20" name="Group 19">
            <a:extLst>
              <a:ext uri="{FF2B5EF4-FFF2-40B4-BE49-F238E27FC236}">
                <a16:creationId xmlns:a16="http://schemas.microsoft.com/office/drawing/2014/main" id="{DDF2788B-A298-B647-BBBF-EA902B7082AB}"/>
              </a:ext>
            </a:extLst>
          </p:cNvPr>
          <p:cNvGrpSpPr/>
          <p:nvPr/>
        </p:nvGrpSpPr>
        <p:grpSpPr>
          <a:xfrm>
            <a:off x="917427" y="2887581"/>
            <a:ext cx="1645920" cy="1645920"/>
            <a:chOff x="6015789" y="1874756"/>
            <a:chExt cx="731520" cy="731520"/>
          </a:xfrm>
        </p:grpSpPr>
        <p:sp>
          <p:nvSpPr>
            <p:cNvPr id="21" name="Oval 20">
              <a:extLst>
                <a:ext uri="{FF2B5EF4-FFF2-40B4-BE49-F238E27FC236}">
                  <a16:creationId xmlns:a16="http://schemas.microsoft.com/office/drawing/2014/main" id="{AA0B1A2A-B27E-2664-BCC3-1F44D3256667}"/>
                </a:ext>
              </a:extLst>
            </p:cNvPr>
            <p:cNvSpPr/>
            <p:nvPr/>
          </p:nvSpPr>
          <p:spPr>
            <a:xfrm>
              <a:off x="6085207" y="1948981"/>
              <a:ext cx="594360" cy="594360"/>
            </a:xfrm>
            <a:prstGeom prst="ellipse">
              <a:avLst/>
            </a:prstGeom>
            <a:gradFill>
              <a:gsLst>
                <a:gs pos="0">
                  <a:srgbClr val="3C747D"/>
                </a:gs>
                <a:gs pos="100000">
                  <a:schemeClr val="tx1"/>
                </a:gs>
              </a:gsLst>
              <a:lin ang="13500000" scaled="1"/>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22" name="Oval 21">
              <a:extLst>
                <a:ext uri="{FF2B5EF4-FFF2-40B4-BE49-F238E27FC236}">
                  <a16:creationId xmlns:a16="http://schemas.microsoft.com/office/drawing/2014/main" id="{5C32EA1E-00C9-F1BB-869E-1B90078B7C8A}"/>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sp>
        <p:nvSpPr>
          <p:cNvPr id="26" name="TextBox 25">
            <a:extLst>
              <a:ext uri="{FF2B5EF4-FFF2-40B4-BE49-F238E27FC236}">
                <a16:creationId xmlns:a16="http://schemas.microsoft.com/office/drawing/2014/main" id="{F4C030FB-542C-D6AE-F986-C3AD9AB5859E}"/>
              </a:ext>
            </a:extLst>
          </p:cNvPr>
          <p:cNvSpPr txBox="1"/>
          <p:nvPr/>
        </p:nvSpPr>
        <p:spPr>
          <a:xfrm>
            <a:off x="1172351" y="3359649"/>
            <a:ext cx="1154353" cy="707886"/>
          </a:xfrm>
          <a:prstGeom prst="rect">
            <a:avLst/>
          </a:prstGeom>
          <a:noFill/>
        </p:spPr>
        <p:txBody>
          <a:bodyPr wrap="square" rtlCol="0">
            <a:spAutoFit/>
          </a:bodyPr>
          <a:lstStyle/>
          <a:p>
            <a:pPr algn="ctr"/>
            <a:r>
              <a:rPr lang="en-US" sz="4000" dirty="0">
                <a:solidFill>
                  <a:schemeClr val="bg1"/>
                </a:solidFill>
              </a:rPr>
              <a:t>25+</a:t>
            </a:r>
          </a:p>
        </p:txBody>
      </p:sp>
      <p:grpSp>
        <p:nvGrpSpPr>
          <p:cNvPr id="28" name="Group 27">
            <a:extLst>
              <a:ext uri="{FF2B5EF4-FFF2-40B4-BE49-F238E27FC236}">
                <a16:creationId xmlns:a16="http://schemas.microsoft.com/office/drawing/2014/main" id="{E7FFB55E-3DBA-EECD-A9E8-C880B22C8FDD}"/>
              </a:ext>
            </a:extLst>
          </p:cNvPr>
          <p:cNvGrpSpPr/>
          <p:nvPr/>
        </p:nvGrpSpPr>
        <p:grpSpPr>
          <a:xfrm>
            <a:off x="10743217" y="5009200"/>
            <a:ext cx="1645920" cy="1645920"/>
            <a:chOff x="6015789" y="1874756"/>
            <a:chExt cx="731520" cy="731520"/>
          </a:xfrm>
        </p:grpSpPr>
        <p:sp>
          <p:nvSpPr>
            <p:cNvPr id="29" name="Oval 28">
              <a:extLst>
                <a:ext uri="{FF2B5EF4-FFF2-40B4-BE49-F238E27FC236}">
                  <a16:creationId xmlns:a16="http://schemas.microsoft.com/office/drawing/2014/main" id="{AD73DA7C-7262-3D93-8E4E-C69BB092A9A6}"/>
                </a:ext>
              </a:extLst>
            </p:cNvPr>
            <p:cNvSpPr/>
            <p:nvPr/>
          </p:nvSpPr>
          <p:spPr>
            <a:xfrm>
              <a:off x="6085207" y="1948981"/>
              <a:ext cx="594360" cy="594360"/>
            </a:xfrm>
            <a:prstGeom prst="ellipse">
              <a:avLst/>
            </a:prstGeom>
            <a:gradFill>
              <a:gsLst>
                <a:gs pos="0">
                  <a:srgbClr val="3C747D"/>
                </a:gs>
                <a:gs pos="100000">
                  <a:schemeClr val="tx1"/>
                </a:gs>
              </a:gsLst>
              <a:lin ang="13500000" scaled="1"/>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30" name="Oval 29">
              <a:extLst>
                <a:ext uri="{FF2B5EF4-FFF2-40B4-BE49-F238E27FC236}">
                  <a16:creationId xmlns:a16="http://schemas.microsoft.com/office/drawing/2014/main" id="{406BD519-723B-854E-481A-DA22FC7848E3}"/>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cxnSp>
        <p:nvCxnSpPr>
          <p:cNvPr id="33" name="Straight Connector 32">
            <a:extLst>
              <a:ext uri="{FF2B5EF4-FFF2-40B4-BE49-F238E27FC236}">
                <a16:creationId xmlns:a16="http://schemas.microsoft.com/office/drawing/2014/main" id="{8B41985C-0557-3FB7-7BDC-B1760AA3804F}"/>
              </a:ext>
            </a:extLst>
          </p:cNvPr>
          <p:cNvCxnSpPr>
            <a:cxnSpLocks/>
            <a:endCxn id="30" idx="2"/>
          </p:cNvCxnSpPr>
          <p:nvPr/>
        </p:nvCxnSpPr>
        <p:spPr>
          <a:xfrm flipV="1">
            <a:off x="9931189" y="5832160"/>
            <a:ext cx="812028" cy="2408"/>
          </a:xfrm>
          <a:prstGeom prst="line">
            <a:avLst/>
          </a:prstGeom>
          <a:ln w="38100">
            <a:gradFill>
              <a:gsLst>
                <a:gs pos="0">
                  <a:schemeClr val="accent4"/>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36" name="Graphic 35" descr="Ui Ux outline">
            <a:extLst>
              <a:ext uri="{FF2B5EF4-FFF2-40B4-BE49-F238E27FC236}">
                <a16:creationId xmlns:a16="http://schemas.microsoft.com/office/drawing/2014/main" id="{A658E7AC-81AB-305C-C961-2BE1D98D888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29843" y="5390418"/>
            <a:ext cx="914400" cy="914400"/>
          </a:xfrm>
          <a:prstGeom prst="rect">
            <a:avLst/>
          </a:prstGeom>
        </p:spPr>
      </p:pic>
    </p:spTree>
    <p:custDataLst>
      <p:tags r:id="rId1"/>
    </p:custDataLst>
    <p:extLst>
      <p:ext uri="{BB962C8B-B14F-4D97-AF65-F5344CB8AC3E}">
        <p14:creationId xmlns:p14="http://schemas.microsoft.com/office/powerpoint/2010/main" val="4175247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Arrow: Chevron 1058">
            <a:extLst>
              <a:ext uri="{FF2B5EF4-FFF2-40B4-BE49-F238E27FC236}">
                <a16:creationId xmlns:a16="http://schemas.microsoft.com/office/drawing/2014/main" id="{03280D55-0DCC-9F00-14E5-A1C9B38F96DF}"/>
              </a:ext>
            </a:extLst>
          </p:cNvPr>
          <p:cNvSpPr/>
          <p:nvPr/>
        </p:nvSpPr>
        <p:spPr>
          <a:xfrm>
            <a:off x="9148270" y="847781"/>
            <a:ext cx="1087631" cy="6062920"/>
          </a:xfrm>
          <a:prstGeom prst="chevron">
            <a:avLst>
              <a:gd name="adj" fmla="val 76108"/>
            </a:avLst>
          </a:prstGeom>
          <a:gradFill>
            <a:gsLst>
              <a:gs pos="0">
                <a:schemeClr val="tx2">
                  <a:lumMod val="75000"/>
                </a:schemeClr>
              </a:gs>
              <a:gs pos="100000">
                <a:schemeClr val="accent1">
                  <a:lumMod val="40000"/>
                  <a:lumOff val="6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1060" name="Group 1059">
            <a:extLst>
              <a:ext uri="{FF2B5EF4-FFF2-40B4-BE49-F238E27FC236}">
                <a16:creationId xmlns:a16="http://schemas.microsoft.com/office/drawing/2014/main" id="{ADDBB0B9-3880-5812-19CE-8BE275EE5302}"/>
              </a:ext>
            </a:extLst>
          </p:cNvPr>
          <p:cNvGrpSpPr/>
          <p:nvPr/>
        </p:nvGrpSpPr>
        <p:grpSpPr>
          <a:xfrm>
            <a:off x="8703432" y="5606364"/>
            <a:ext cx="4468914" cy="1645920"/>
            <a:chOff x="4001986" y="332202"/>
            <a:chExt cx="4468914" cy="1645920"/>
          </a:xfrm>
        </p:grpSpPr>
        <p:sp>
          <p:nvSpPr>
            <p:cNvPr id="1061" name="Rectangle 1060">
              <a:extLst>
                <a:ext uri="{FF2B5EF4-FFF2-40B4-BE49-F238E27FC236}">
                  <a16:creationId xmlns:a16="http://schemas.microsoft.com/office/drawing/2014/main" id="{EACC8AE9-DC52-C3AC-5ABB-B4847FDF1191}"/>
                </a:ext>
              </a:extLst>
            </p:cNvPr>
            <p:cNvSpPr/>
            <p:nvPr/>
          </p:nvSpPr>
          <p:spPr>
            <a:xfrm>
              <a:off x="4847806" y="541487"/>
              <a:ext cx="3623094" cy="1236510"/>
            </a:xfrm>
            <a:prstGeom prst="rect">
              <a:avLst/>
            </a:prstGeom>
            <a:gradFill>
              <a:gsLst>
                <a:gs pos="0">
                  <a:srgbClr val="3C747D"/>
                </a:gs>
                <a:gs pos="100000">
                  <a:schemeClr val="tx1"/>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62" name="Group 1061">
              <a:extLst>
                <a:ext uri="{FF2B5EF4-FFF2-40B4-BE49-F238E27FC236}">
                  <a16:creationId xmlns:a16="http://schemas.microsoft.com/office/drawing/2014/main" id="{7D74B659-7E24-E706-69F9-231319680369}"/>
                </a:ext>
              </a:extLst>
            </p:cNvPr>
            <p:cNvGrpSpPr/>
            <p:nvPr/>
          </p:nvGrpSpPr>
          <p:grpSpPr>
            <a:xfrm>
              <a:off x="4001986" y="332202"/>
              <a:ext cx="1645920" cy="1645920"/>
              <a:chOff x="6015789" y="1874756"/>
              <a:chExt cx="731520" cy="731520"/>
            </a:xfrm>
          </p:grpSpPr>
          <p:sp>
            <p:nvSpPr>
              <p:cNvPr id="1063" name="Oval 1062">
                <a:extLst>
                  <a:ext uri="{FF2B5EF4-FFF2-40B4-BE49-F238E27FC236}">
                    <a16:creationId xmlns:a16="http://schemas.microsoft.com/office/drawing/2014/main" id="{8A3D4E9D-50A9-DA29-B55D-521F63069319}"/>
                  </a:ext>
                </a:extLst>
              </p:cNvPr>
              <p:cNvSpPr/>
              <p:nvPr/>
            </p:nvSpPr>
            <p:spPr>
              <a:xfrm>
                <a:off x="6066157" y="1917231"/>
                <a:ext cx="640080" cy="640080"/>
              </a:xfrm>
              <a:prstGeom prst="ellipse">
                <a:avLst/>
              </a:prstGeom>
              <a:blipFill dpi="0" rotWithShape="0">
                <a:blip r:embed="rId3" cstate="screen">
                  <a:extLst>
                    <a:ext uri="{28A0092B-C50C-407E-A947-70E740481C1C}">
                      <a14:useLocalDpi xmlns:a14="http://schemas.microsoft.com/office/drawing/2010/main"/>
                    </a:ext>
                  </a:extLst>
                </a:blip>
                <a:srcRect/>
                <a:stretch>
                  <a:fillRect/>
                </a:stretch>
              </a:blip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1064" name="Oval 1063">
                <a:extLst>
                  <a:ext uri="{FF2B5EF4-FFF2-40B4-BE49-F238E27FC236}">
                    <a16:creationId xmlns:a16="http://schemas.microsoft.com/office/drawing/2014/main" id="{7820677C-0D14-8603-E57D-AF76A6AF85E3}"/>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grpSp>
      <p:grpSp>
        <p:nvGrpSpPr>
          <p:cNvPr id="1065" name="Group 1064">
            <a:extLst>
              <a:ext uri="{FF2B5EF4-FFF2-40B4-BE49-F238E27FC236}">
                <a16:creationId xmlns:a16="http://schemas.microsoft.com/office/drawing/2014/main" id="{B9C03CDF-A753-AC62-46CA-138FF089E523}"/>
              </a:ext>
            </a:extLst>
          </p:cNvPr>
          <p:cNvGrpSpPr/>
          <p:nvPr/>
        </p:nvGrpSpPr>
        <p:grpSpPr>
          <a:xfrm>
            <a:off x="8897742" y="3805177"/>
            <a:ext cx="4274604" cy="1645920"/>
            <a:chOff x="4001986" y="332202"/>
            <a:chExt cx="4274604" cy="1645920"/>
          </a:xfrm>
        </p:grpSpPr>
        <p:sp>
          <p:nvSpPr>
            <p:cNvPr id="1066" name="Rectangle 1065">
              <a:extLst>
                <a:ext uri="{FF2B5EF4-FFF2-40B4-BE49-F238E27FC236}">
                  <a16:creationId xmlns:a16="http://schemas.microsoft.com/office/drawing/2014/main" id="{2B810BB8-EF4A-91BE-F2C2-04C56C2C4065}"/>
                </a:ext>
              </a:extLst>
            </p:cNvPr>
            <p:cNvSpPr/>
            <p:nvPr/>
          </p:nvSpPr>
          <p:spPr>
            <a:xfrm>
              <a:off x="4847806" y="541487"/>
              <a:ext cx="3428784" cy="1236510"/>
            </a:xfrm>
            <a:prstGeom prst="rect">
              <a:avLst/>
            </a:prstGeom>
            <a:gradFill>
              <a:gsLst>
                <a:gs pos="0">
                  <a:srgbClr val="3C747D"/>
                </a:gs>
                <a:gs pos="100000">
                  <a:schemeClr val="tx1"/>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67" name="Group 1066">
              <a:extLst>
                <a:ext uri="{FF2B5EF4-FFF2-40B4-BE49-F238E27FC236}">
                  <a16:creationId xmlns:a16="http://schemas.microsoft.com/office/drawing/2014/main" id="{EBFF01E2-BA97-FF56-654A-67C61045491C}"/>
                </a:ext>
              </a:extLst>
            </p:cNvPr>
            <p:cNvGrpSpPr/>
            <p:nvPr/>
          </p:nvGrpSpPr>
          <p:grpSpPr>
            <a:xfrm>
              <a:off x="4001986" y="332202"/>
              <a:ext cx="1645920" cy="1645920"/>
              <a:chOff x="6015789" y="1874756"/>
              <a:chExt cx="731520" cy="731520"/>
            </a:xfrm>
          </p:grpSpPr>
          <p:sp>
            <p:nvSpPr>
              <p:cNvPr id="1068" name="Oval 1067">
                <a:extLst>
                  <a:ext uri="{FF2B5EF4-FFF2-40B4-BE49-F238E27FC236}">
                    <a16:creationId xmlns:a16="http://schemas.microsoft.com/office/drawing/2014/main" id="{1A960E4D-9556-BAD2-7950-6DF7943C9403}"/>
                  </a:ext>
                </a:extLst>
              </p:cNvPr>
              <p:cNvSpPr/>
              <p:nvPr/>
            </p:nvSpPr>
            <p:spPr>
              <a:xfrm>
                <a:off x="6066157" y="1917231"/>
                <a:ext cx="640080" cy="640080"/>
              </a:xfrm>
              <a:prstGeom prst="ellipse">
                <a:avLst/>
              </a:prstGeom>
              <a:blipFill dpi="0" rotWithShape="0">
                <a:blip r:embed="rId4" cstate="screen">
                  <a:extLst>
                    <a:ext uri="{28A0092B-C50C-407E-A947-70E740481C1C}">
                      <a14:useLocalDpi xmlns:a14="http://schemas.microsoft.com/office/drawing/2010/main"/>
                    </a:ext>
                  </a:extLst>
                </a:blip>
                <a:srcRect/>
                <a:stretch>
                  <a:fillRect/>
                </a:stretch>
              </a:blip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1069" name="Oval 1068">
                <a:extLst>
                  <a:ext uri="{FF2B5EF4-FFF2-40B4-BE49-F238E27FC236}">
                    <a16:creationId xmlns:a16="http://schemas.microsoft.com/office/drawing/2014/main" id="{4F387058-84EE-E8D2-970B-FB5C88AC497A}"/>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grpSp>
      <p:grpSp>
        <p:nvGrpSpPr>
          <p:cNvPr id="1070" name="Group 1069">
            <a:extLst>
              <a:ext uri="{FF2B5EF4-FFF2-40B4-BE49-F238E27FC236}">
                <a16:creationId xmlns:a16="http://schemas.microsoft.com/office/drawing/2014/main" id="{56028B5C-1B08-DBB5-576E-1A0C9A2D8AA1}"/>
              </a:ext>
            </a:extLst>
          </p:cNvPr>
          <p:cNvGrpSpPr/>
          <p:nvPr/>
        </p:nvGrpSpPr>
        <p:grpSpPr>
          <a:xfrm>
            <a:off x="8893068" y="2016515"/>
            <a:ext cx="4279278" cy="1645920"/>
            <a:chOff x="4001986" y="332202"/>
            <a:chExt cx="4279278" cy="1645920"/>
          </a:xfrm>
        </p:grpSpPr>
        <p:sp>
          <p:nvSpPr>
            <p:cNvPr id="1071" name="Rectangle 1070">
              <a:extLst>
                <a:ext uri="{FF2B5EF4-FFF2-40B4-BE49-F238E27FC236}">
                  <a16:creationId xmlns:a16="http://schemas.microsoft.com/office/drawing/2014/main" id="{7799757C-8297-3DFC-1F25-69019CB59867}"/>
                </a:ext>
              </a:extLst>
            </p:cNvPr>
            <p:cNvSpPr/>
            <p:nvPr/>
          </p:nvSpPr>
          <p:spPr>
            <a:xfrm>
              <a:off x="4847806" y="541487"/>
              <a:ext cx="3433458" cy="1236510"/>
            </a:xfrm>
            <a:prstGeom prst="rect">
              <a:avLst/>
            </a:prstGeom>
            <a:gradFill>
              <a:gsLst>
                <a:gs pos="0">
                  <a:srgbClr val="3C747D"/>
                </a:gs>
                <a:gs pos="100000">
                  <a:schemeClr val="tx1"/>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72" name="Group 1071">
              <a:extLst>
                <a:ext uri="{FF2B5EF4-FFF2-40B4-BE49-F238E27FC236}">
                  <a16:creationId xmlns:a16="http://schemas.microsoft.com/office/drawing/2014/main" id="{FA4722B3-2E8B-F253-CA8D-6F775DDC7390}"/>
                </a:ext>
              </a:extLst>
            </p:cNvPr>
            <p:cNvGrpSpPr/>
            <p:nvPr/>
          </p:nvGrpSpPr>
          <p:grpSpPr>
            <a:xfrm>
              <a:off x="4001986" y="332202"/>
              <a:ext cx="1645920" cy="1645920"/>
              <a:chOff x="6015789" y="1874756"/>
              <a:chExt cx="731520" cy="731520"/>
            </a:xfrm>
          </p:grpSpPr>
          <p:sp>
            <p:nvSpPr>
              <p:cNvPr id="1073" name="Oval 1072">
                <a:extLst>
                  <a:ext uri="{FF2B5EF4-FFF2-40B4-BE49-F238E27FC236}">
                    <a16:creationId xmlns:a16="http://schemas.microsoft.com/office/drawing/2014/main" id="{8B71AB06-AAF6-DA18-7CB9-9C5973D208E9}"/>
                  </a:ext>
                </a:extLst>
              </p:cNvPr>
              <p:cNvSpPr/>
              <p:nvPr/>
            </p:nvSpPr>
            <p:spPr>
              <a:xfrm>
                <a:off x="6066157" y="1917231"/>
                <a:ext cx="640080" cy="640080"/>
              </a:xfrm>
              <a:prstGeom prst="ellipse">
                <a:avLst/>
              </a:prstGeom>
              <a:blipFill dpi="0" rotWithShape="0">
                <a:blip r:embed="rId5" cstate="screen">
                  <a:extLst>
                    <a:ext uri="{28A0092B-C50C-407E-A947-70E740481C1C}">
                      <a14:useLocalDpi xmlns:a14="http://schemas.microsoft.com/office/drawing/2010/main"/>
                    </a:ext>
                  </a:extLst>
                </a:blip>
                <a:srcRect/>
                <a:stretch>
                  <a:fillRect/>
                </a:stretch>
              </a:blip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1074" name="Oval 1073">
                <a:extLst>
                  <a:ext uri="{FF2B5EF4-FFF2-40B4-BE49-F238E27FC236}">
                    <a16:creationId xmlns:a16="http://schemas.microsoft.com/office/drawing/2014/main" id="{75B8B511-E7CA-6E91-32CD-04A04A370229}"/>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grpSp>
      <p:grpSp>
        <p:nvGrpSpPr>
          <p:cNvPr id="1075" name="Group 1074">
            <a:extLst>
              <a:ext uri="{FF2B5EF4-FFF2-40B4-BE49-F238E27FC236}">
                <a16:creationId xmlns:a16="http://schemas.microsoft.com/office/drawing/2014/main" id="{AAAFAE92-FE78-0A86-8811-B16575833CA5}"/>
              </a:ext>
            </a:extLst>
          </p:cNvPr>
          <p:cNvGrpSpPr/>
          <p:nvPr/>
        </p:nvGrpSpPr>
        <p:grpSpPr>
          <a:xfrm>
            <a:off x="8639932" y="257582"/>
            <a:ext cx="4532414" cy="1645920"/>
            <a:chOff x="4001986" y="332202"/>
            <a:chExt cx="4532414" cy="1645920"/>
          </a:xfrm>
        </p:grpSpPr>
        <p:sp>
          <p:nvSpPr>
            <p:cNvPr id="1076" name="Rectangle 1075">
              <a:extLst>
                <a:ext uri="{FF2B5EF4-FFF2-40B4-BE49-F238E27FC236}">
                  <a16:creationId xmlns:a16="http://schemas.microsoft.com/office/drawing/2014/main" id="{180A75D6-B69A-3726-4F1A-4EA7BE06C50A}"/>
                </a:ext>
              </a:extLst>
            </p:cNvPr>
            <p:cNvSpPr/>
            <p:nvPr/>
          </p:nvSpPr>
          <p:spPr>
            <a:xfrm>
              <a:off x="4847806" y="541487"/>
              <a:ext cx="3686594" cy="1236510"/>
            </a:xfrm>
            <a:prstGeom prst="rect">
              <a:avLst/>
            </a:prstGeom>
            <a:gradFill>
              <a:gsLst>
                <a:gs pos="0">
                  <a:srgbClr val="3C747D"/>
                </a:gs>
                <a:gs pos="100000">
                  <a:schemeClr val="tx1"/>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77" name="Group 1076">
              <a:extLst>
                <a:ext uri="{FF2B5EF4-FFF2-40B4-BE49-F238E27FC236}">
                  <a16:creationId xmlns:a16="http://schemas.microsoft.com/office/drawing/2014/main" id="{59DA22C1-62F6-90B3-1112-4B118BEF54E7}"/>
                </a:ext>
              </a:extLst>
            </p:cNvPr>
            <p:cNvGrpSpPr/>
            <p:nvPr/>
          </p:nvGrpSpPr>
          <p:grpSpPr>
            <a:xfrm>
              <a:off x="4001986" y="332202"/>
              <a:ext cx="1645920" cy="1645920"/>
              <a:chOff x="6015789" y="1874756"/>
              <a:chExt cx="731520" cy="731520"/>
            </a:xfrm>
          </p:grpSpPr>
          <p:sp>
            <p:nvSpPr>
              <p:cNvPr id="1078" name="Oval 1077">
                <a:extLst>
                  <a:ext uri="{FF2B5EF4-FFF2-40B4-BE49-F238E27FC236}">
                    <a16:creationId xmlns:a16="http://schemas.microsoft.com/office/drawing/2014/main" id="{FE6E3C23-367A-67A1-3175-1683960CDFD0}"/>
                  </a:ext>
                </a:extLst>
              </p:cNvPr>
              <p:cNvSpPr/>
              <p:nvPr/>
            </p:nvSpPr>
            <p:spPr>
              <a:xfrm>
                <a:off x="6066157" y="1917231"/>
                <a:ext cx="640080" cy="640080"/>
              </a:xfrm>
              <a:prstGeom prst="ellipse">
                <a:avLst/>
              </a:prstGeom>
              <a:blipFill dpi="0" rotWithShape="0">
                <a:blip r:embed="rId6" cstate="screen">
                  <a:extLst>
                    <a:ext uri="{28A0092B-C50C-407E-A947-70E740481C1C}">
                      <a14:useLocalDpi xmlns:a14="http://schemas.microsoft.com/office/drawing/2010/main"/>
                    </a:ext>
                  </a:extLst>
                </a:blip>
                <a:srcRect/>
                <a:stretch>
                  <a:fillRect/>
                </a:stretch>
              </a:blip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1079" name="Oval 1078">
                <a:extLst>
                  <a:ext uri="{FF2B5EF4-FFF2-40B4-BE49-F238E27FC236}">
                    <a16:creationId xmlns:a16="http://schemas.microsoft.com/office/drawing/2014/main" id="{BF8E184F-C48A-A9DC-8949-34808E97B15A}"/>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grpSp>
      <p:sp>
        <p:nvSpPr>
          <p:cNvPr id="1080" name="Content Placeholder 2">
            <a:extLst>
              <a:ext uri="{FF2B5EF4-FFF2-40B4-BE49-F238E27FC236}">
                <a16:creationId xmlns:a16="http://schemas.microsoft.com/office/drawing/2014/main" id="{FF18DF29-4902-6146-6198-12A960CADD2A}"/>
              </a:ext>
            </a:extLst>
          </p:cNvPr>
          <p:cNvSpPr txBox="1">
            <a:spLocks/>
          </p:cNvSpPr>
          <p:nvPr/>
        </p:nvSpPr>
        <p:spPr>
          <a:xfrm>
            <a:off x="10604554" y="720241"/>
            <a:ext cx="2295120" cy="791059"/>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Leadership Development </a:t>
            </a:r>
          </a:p>
        </p:txBody>
      </p:sp>
      <p:sp>
        <p:nvSpPr>
          <p:cNvPr id="1081" name="Content Placeholder 2">
            <a:extLst>
              <a:ext uri="{FF2B5EF4-FFF2-40B4-BE49-F238E27FC236}">
                <a16:creationId xmlns:a16="http://schemas.microsoft.com/office/drawing/2014/main" id="{45002610-6213-40D2-E75A-5578C015AB12}"/>
              </a:ext>
            </a:extLst>
          </p:cNvPr>
          <p:cNvSpPr txBox="1">
            <a:spLocks/>
          </p:cNvSpPr>
          <p:nvPr/>
        </p:nvSpPr>
        <p:spPr>
          <a:xfrm>
            <a:off x="10708020" y="2300421"/>
            <a:ext cx="2464326" cy="1007524"/>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Learning &amp; Capability Development </a:t>
            </a:r>
          </a:p>
        </p:txBody>
      </p:sp>
      <p:sp>
        <p:nvSpPr>
          <p:cNvPr id="1082" name="Content Placeholder 2">
            <a:extLst>
              <a:ext uri="{FF2B5EF4-FFF2-40B4-BE49-F238E27FC236}">
                <a16:creationId xmlns:a16="http://schemas.microsoft.com/office/drawing/2014/main" id="{D7845041-F214-87BD-107C-4AA4E887E748}"/>
              </a:ext>
            </a:extLst>
          </p:cNvPr>
          <p:cNvSpPr txBox="1">
            <a:spLocks/>
          </p:cNvSpPr>
          <p:nvPr/>
        </p:nvSpPr>
        <p:spPr>
          <a:xfrm>
            <a:off x="10701778" y="4145509"/>
            <a:ext cx="2327529" cy="1219179"/>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Team Development </a:t>
            </a:r>
          </a:p>
        </p:txBody>
      </p:sp>
      <p:sp>
        <p:nvSpPr>
          <p:cNvPr id="1083" name="Content Placeholder 2">
            <a:extLst>
              <a:ext uri="{FF2B5EF4-FFF2-40B4-BE49-F238E27FC236}">
                <a16:creationId xmlns:a16="http://schemas.microsoft.com/office/drawing/2014/main" id="{ED40DB0C-A750-3C9E-58EA-6606B56297D8}"/>
              </a:ext>
            </a:extLst>
          </p:cNvPr>
          <p:cNvSpPr txBox="1">
            <a:spLocks/>
          </p:cNvSpPr>
          <p:nvPr/>
        </p:nvSpPr>
        <p:spPr>
          <a:xfrm>
            <a:off x="10701778" y="6144759"/>
            <a:ext cx="2470568" cy="604418"/>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Values &amp; Culture </a:t>
            </a:r>
          </a:p>
        </p:txBody>
      </p:sp>
      <p:sp>
        <p:nvSpPr>
          <p:cNvPr id="34" name="Arrow: Chevron 33">
            <a:extLst>
              <a:ext uri="{FF2B5EF4-FFF2-40B4-BE49-F238E27FC236}">
                <a16:creationId xmlns:a16="http://schemas.microsoft.com/office/drawing/2014/main" id="{BD82ECFB-DF49-C342-571E-6275B82A7BFA}"/>
              </a:ext>
            </a:extLst>
          </p:cNvPr>
          <p:cNvSpPr/>
          <p:nvPr/>
        </p:nvSpPr>
        <p:spPr>
          <a:xfrm>
            <a:off x="4408724" y="922401"/>
            <a:ext cx="1087631" cy="6062920"/>
          </a:xfrm>
          <a:prstGeom prst="chevron">
            <a:avLst>
              <a:gd name="adj" fmla="val 76108"/>
            </a:avLst>
          </a:prstGeom>
          <a:gradFill>
            <a:gsLst>
              <a:gs pos="0">
                <a:schemeClr val="tx2">
                  <a:lumMod val="75000"/>
                </a:schemeClr>
              </a:gs>
              <a:gs pos="100000">
                <a:schemeClr val="accent1">
                  <a:lumMod val="40000"/>
                  <a:lumOff val="6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1054" name="Group 1053">
            <a:extLst>
              <a:ext uri="{FF2B5EF4-FFF2-40B4-BE49-F238E27FC236}">
                <a16:creationId xmlns:a16="http://schemas.microsoft.com/office/drawing/2014/main" id="{36FE8018-DAC3-1232-5E92-F2B37D1DE46A}"/>
              </a:ext>
            </a:extLst>
          </p:cNvPr>
          <p:cNvGrpSpPr/>
          <p:nvPr/>
        </p:nvGrpSpPr>
        <p:grpSpPr>
          <a:xfrm>
            <a:off x="3963886" y="5680984"/>
            <a:ext cx="4532414" cy="1645920"/>
            <a:chOff x="4001986" y="332202"/>
            <a:chExt cx="4532414" cy="1645920"/>
          </a:xfrm>
        </p:grpSpPr>
        <p:sp>
          <p:nvSpPr>
            <p:cNvPr id="1055" name="Rectangle 1054">
              <a:extLst>
                <a:ext uri="{FF2B5EF4-FFF2-40B4-BE49-F238E27FC236}">
                  <a16:creationId xmlns:a16="http://schemas.microsoft.com/office/drawing/2014/main" id="{DDED535E-F53C-7AD0-39A1-4F40DF9B64C7}"/>
                </a:ext>
              </a:extLst>
            </p:cNvPr>
            <p:cNvSpPr/>
            <p:nvPr/>
          </p:nvSpPr>
          <p:spPr>
            <a:xfrm>
              <a:off x="4847806" y="541487"/>
              <a:ext cx="3686594" cy="1236510"/>
            </a:xfrm>
            <a:prstGeom prst="rect">
              <a:avLst/>
            </a:prstGeom>
            <a:gradFill>
              <a:gsLst>
                <a:gs pos="0">
                  <a:srgbClr val="3C747D"/>
                </a:gs>
                <a:gs pos="100000">
                  <a:schemeClr val="tx1"/>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56" name="Group 1055">
              <a:extLst>
                <a:ext uri="{FF2B5EF4-FFF2-40B4-BE49-F238E27FC236}">
                  <a16:creationId xmlns:a16="http://schemas.microsoft.com/office/drawing/2014/main" id="{3B950AA0-E0D5-4AFA-28C5-76B345E3FF54}"/>
                </a:ext>
              </a:extLst>
            </p:cNvPr>
            <p:cNvGrpSpPr/>
            <p:nvPr/>
          </p:nvGrpSpPr>
          <p:grpSpPr>
            <a:xfrm>
              <a:off x="4001986" y="332202"/>
              <a:ext cx="1645920" cy="1645920"/>
              <a:chOff x="6015789" y="1874756"/>
              <a:chExt cx="731520" cy="731520"/>
            </a:xfrm>
          </p:grpSpPr>
          <p:sp>
            <p:nvSpPr>
              <p:cNvPr id="1057" name="Oval 1056">
                <a:extLst>
                  <a:ext uri="{FF2B5EF4-FFF2-40B4-BE49-F238E27FC236}">
                    <a16:creationId xmlns:a16="http://schemas.microsoft.com/office/drawing/2014/main" id="{E5FBCA24-3669-BE61-7CC4-858853E249B8}"/>
                  </a:ext>
                </a:extLst>
              </p:cNvPr>
              <p:cNvSpPr/>
              <p:nvPr/>
            </p:nvSpPr>
            <p:spPr>
              <a:xfrm>
                <a:off x="6066157" y="1917231"/>
                <a:ext cx="640080" cy="640080"/>
              </a:xfrm>
              <a:prstGeom prst="ellipse">
                <a:avLst/>
              </a:prstGeom>
              <a:blipFill dpi="0" rotWithShape="0">
                <a:blip r:embed="rId7" cstate="screen">
                  <a:extLst>
                    <a:ext uri="{28A0092B-C50C-407E-A947-70E740481C1C}">
                      <a14:useLocalDpi xmlns:a14="http://schemas.microsoft.com/office/drawing/2010/main"/>
                    </a:ext>
                  </a:extLst>
                </a:blip>
                <a:srcRect/>
                <a:stretch>
                  <a:fillRect/>
                </a:stretch>
              </a:blip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1058" name="Oval 1057">
                <a:extLst>
                  <a:ext uri="{FF2B5EF4-FFF2-40B4-BE49-F238E27FC236}">
                    <a16:creationId xmlns:a16="http://schemas.microsoft.com/office/drawing/2014/main" id="{FB24B1AA-B219-4907-3828-A3B83DFB5B9A}"/>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grpSp>
      <p:grpSp>
        <p:nvGrpSpPr>
          <p:cNvPr id="1049" name="Group 1048">
            <a:extLst>
              <a:ext uri="{FF2B5EF4-FFF2-40B4-BE49-F238E27FC236}">
                <a16:creationId xmlns:a16="http://schemas.microsoft.com/office/drawing/2014/main" id="{BE63ACDE-42B4-49FE-6BA1-56D66311A642}"/>
              </a:ext>
            </a:extLst>
          </p:cNvPr>
          <p:cNvGrpSpPr/>
          <p:nvPr/>
        </p:nvGrpSpPr>
        <p:grpSpPr>
          <a:xfrm>
            <a:off x="4158196" y="3879797"/>
            <a:ext cx="4274604" cy="1645920"/>
            <a:chOff x="4001986" y="332202"/>
            <a:chExt cx="4274604" cy="1645920"/>
          </a:xfrm>
        </p:grpSpPr>
        <p:sp>
          <p:nvSpPr>
            <p:cNvPr id="1050" name="Rectangle 1049">
              <a:extLst>
                <a:ext uri="{FF2B5EF4-FFF2-40B4-BE49-F238E27FC236}">
                  <a16:creationId xmlns:a16="http://schemas.microsoft.com/office/drawing/2014/main" id="{DB1B56FB-BD26-0AEB-82D9-02958C46F475}"/>
                </a:ext>
              </a:extLst>
            </p:cNvPr>
            <p:cNvSpPr/>
            <p:nvPr/>
          </p:nvSpPr>
          <p:spPr>
            <a:xfrm>
              <a:off x="4847806" y="541487"/>
              <a:ext cx="3428784" cy="1236510"/>
            </a:xfrm>
            <a:prstGeom prst="rect">
              <a:avLst/>
            </a:prstGeom>
            <a:gradFill>
              <a:gsLst>
                <a:gs pos="0">
                  <a:srgbClr val="3C747D"/>
                </a:gs>
                <a:gs pos="100000">
                  <a:schemeClr val="tx1"/>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51" name="Group 1050">
              <a:extLst>
                <a:ext uri="{FF2B5EF4-FFF2-40B4-BE49-F238E27FC236}">
                  <a16:creationId xmlns:a16="http://schemas.microsoft.com/office/drawing/2014/main" id="{B5F88FD1-B5E5-DA7E-4058-261A18D8E933}"/>
                </a:ext>
              </a:extLst>
            </p:cNvPr>
            <p:cNvGrpSpPr/>
            <p:nvPr/>
          </p:nvGrpSpPr>
          <p:grpSpPr>
            <a:xfrm>
              <a:off x="4001986" y="332202"/>
              <a:ext cx="1645920" cy="1645920"/>
              <a:chOff x="6015789" y="1874756"/>
              <a:chExt cx="731520" cy="731520"/>
            </a:xfrm>
          </p:grpSpPr>
          <p:sp>
            <p:nvSpPr>
              <p:cNvPr id="1052" name="Oval 1051">
                <a:extLst>
                  <a:ext uri="{FF2B5EF4-FFF2-40B4-BE49-F238E27FC236}">
                    <a16:creationId xmlns:a16="http://schemas.microsoft.com/office/drawing/2014/main" id="{0383A889-0D46-3044-078B-A9E735426EE8}"/>
                  </a:ext>
                </a:extLst>
              </p:cNvPr>
              <p:cNvSpPr/>
              <p:nvPr/>
            </p:nvSpPr>
            <p:spPr>
              <a:xfrm>
                <a:off x="6066157" y="1917231"/>
                <a:ext cx="640080" cy="640080"/>
              </a:xfrm>
              <a:prstGeom prst="ellipse">
                <a:avLst/>
              </a:prstGeom>
              <a:blipFill dpi="0" rotWithShape="0">
                <a:blip r:embed="rId8" cstate="screen">
                  <a:extLst>
                    <a:ext uri="{28A0092B-C50C-407E-A947-70E740481C1C}">
                      <a14:useLocalDpi xmlns:a14="http://schemas.microsoft.com/office/drawing/2010/main"/>
                    </a:ext>
                  </a:extLst>
                </a:blip>
                <a:srcRect/>
                <a:stretch>
                  <a:fillRect/>
                </a:stretch>
              </a:blip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1053" name="Oval 1052">
                <a:extLst>
                  <a:ext uri="{FF2B5EF4-FFF2-40B4-BE49-F238E27FC236}">
                    <a16:creationId xmlns:a16="http://schemas.microsoft.com/office/drawing/2014/main" id="{74BC4C15-8DE5-C1E5-2827-AFE3BD200D3B}"/>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grpSp>
      <p:grpSp>
        <p:nvGrpSpPr>
          <p:cNvPr id="1044" name="Group 1043">
            <a:extLst>
              <a:ext uri="{FF2B5EF4-FFF2-40B4-BE49-F238E27FC236}">
                <a16:creationId xmlns:a16="http://schemas.microsoft.com/office/drawing/2014/main" id="{4B283476-206D-D9DC-6A62-A4B53C642489}"/>
              </a:ext>
            </a:extLst>
          </p:cNvPr>
          <p:cNvGrpSpPr/>
          <p:nvPr/>
        </p:nvGrpSpPr>
        <p:grpSpPr>
          <a:xfrm>
            <a:off x="4153522" y="2091135"/>
            <a:ext cx="4279278" cy="1645920"/>
            <a:chOff x="4001986" y="332202"/>
            <a:chExt cx="4279278" cy="1645920"/>
          </a:xfrm>
        </p:grpSpPr>
        <p:sp>
          <p:nvSpPr>
            <p:cNvPr id="1045" name="Rectangle 1044">
              <a:extLst>
                <a:ext uri="{FF2B5EF4-FFF2-40B4-BE49-F238E27FC236}">
                  <a16:creationId xmlns:a16="http://schemas.microsoft.com/office/drawing/2014/main" id="{93162E56-F3BC-1E94-A698-CF10B3A39780}"/>
                </a:ext>
              </a:extLst>
            </p:cNvPr>
            <p:cNvSpPr/>
            <p:nvPr/>
          </p:nvSpPr>
          <p:spPr>
            <a:xfrm>
              <a:off x="4865302" y="556821"/>
              <a:ext cx="3415962" cy="1236510"/>
            </a:xfrm>
            <a:prstGeom prst="rect">
              <a:avLst/>
            </a:prstGeom>
            <a:gradFill>
              <a:gsLst>
                <a:gs pos="0">
                  <a:srgbClr val="3C747D"/>
                </a:gs>
                <a:gs pos="100000">
                  <a:schemeClr val="tx1"/>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46" name="Group 1045">
              <a:extLst>
                <a:ext uri="{FF2B5EF4-FFF2-40B4-BE49-F238E27FC236}">
                  <a16:creationId xmlns:a16="http://schemas.microsoft.com/office/drawing/2014/main" id="{41F6B8C6-48E0-D950-7522-4ADC14143FD4}"/>
                </a:ext>
              </a:extLst>
            </p:cNvPr>
            <p:cNvGrpSpPr/>
            <p:nvPr/>
          </p:nvGrpSpPr>
          <p:grpSpPr>
            <a:xfrm>
              <a:off x="4001986" y="332202"/>
              <a:ext cx="1645920" cy="1645920"/>
              <a:chOff x="6015789" y="1874756"/>
              <a:chExt cx="731520" cy="731520"/>
            </a:xfrm>
          </p:grpSpPr>
          <p:sp>
            <p:nvSpPr>
              <p:cNvPr id="1047" name="Oval 1046">
                <a:extLst>
                  <a:ext uri="{FF2B5EF4-FFF2-40B4-BE49-F238E27FC236}">
                    <a16:creationId xmlns:a16="http://schemas.microsoft.com/office/drawing/2014/main" id="{E15D70AF-61BD-79AA-41FB-858906D7003F}"/>
                  </a:ext>
                </a:extLst>
              </p:cNvPr>
              <p:cNvSpPr/>
              <p:nvPr/>
            </p:nvSpPr>
            <p:spPr>
              <a:xfrm>
                <a:off x="6066157" y="1917231"/>
                <a:ext cx="640080" cy="640080"/>
              </a:xfrm>
              <a:prstGeom prst="ellipse">
                <a:avLst/>
              </a:prstGeom>
              <a:blipFill dpi="0" rotWithShape="0">
                <a:blip r:embed="rId9" cstate="screen">
                  <a:extLst>
                    <a:ext uri="{28A0092B-C50C-407E-A947-70E740481C1C}">
                      <a14:useLocalDpi xmlns:a14="http://schemas.microsoft.com/office/drawing/2010/main"/>
                    </a:ext>
                  </a:extLst>
                </a:blip>
                <a:srcRect/>
                <a:stretch>
                  <a:fillRect/>
                </a:stretch>
              </a:blip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1048" name="Oval 1047">
                <a:extLst>
                  <a:ext uri="{FF2B5EF4-FFF2-40B4-BE49-F238E27FC236}">
                    <a16:creationId xmlns:a16="http://schemas.microsoft.com/office/drawing/2014/main" id="{EF1AA157-B621-4101-4F9D-DBE00DF6760B}"/>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grpSp>
      <p:grpSp>
        <p:nvGrpSpPr>
          <p:cNvPr id="1043" name="Group 1042">
            <a:extLst>
              <a:ext uri="{FF2B5EF4-FFF2-40B4-BE49-F238E27FC236}">
                <a16:creationId xmlns:a16="http://schemas.microsoft.com/office/drawing/2014/main" id="{DA7BF1E8-644E-072F-0974-7396A93D1B0E}"/>
              </a:ext>
            </a:extLst>
          </p:cNvPr>
          <p:cNvGrpSpPr/>
          <p:nvPr/>
        </p:nvGrpSpPr>
        <p:grpSpPr>
          <a:xfrm>
            <a:off x="3900386" y="332202"/>
            <a:ext cx="4532414" cy="1645920"/>
            <a:chOff x="4001986" y="332202"/>
            <a:chExt cx="4532414" cy="1645920"/>
          </a:xfrm>
        </p:grpSpPr>
        <p:sp>
          <p:nvSpPr>
            <p:cNvPr id="1042" name="Rectangle 1041">
              <a:extLst>
                <a:ext uri="{FF2B5EF4-FFF2-40B4-BE49-F238E27FC236}">
                  <a16:creationId xmlns:a16="http://schemas.microsoft.com/office/drawing/2014/main" id="{E2026298-6B70-A0AD-4C3C-68B08CEBECB4}"/>
                </a:ext>
              </a:extLst>
            </p:cNvPr>
            <p:cNvSpPr/>
            <p:nvPr/>
          </p:nvSpPr>
          <p:spPr>
            <a:xfrm>
              <a:off x="4847806" y="541487"/>
              <a:ext cx="3686594" cy="1236510"/>
            </a:xfrm>
            <a:prstGeom prst="rect">
              <a:avLst/>
            </a:prstGeom>
            <a:gradFill>
              <a:gsLst>
                <a:gs pos="0">
                  <a:srgbClr val="3C747D"/>
                </a:gs>
                <a:gs pos="100000">
                  <a:schemeClr val="tx1"/>
                </a:gs>
              </a:gsLst>
              <a:lin ang="135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10B82655-762B-5C3D-9BD1-E0B812D27422}"/>
                </a:ext>
              </a:extLst>
            </p:cNvPr>
            <p:cNvGrpSpPr/>
            <p:nvPr/>
          </p:nvGrpSpPr>
          <p:grpSpPr>
            <a:xfrm>
              <a:off x="4001986" y="332202"/>
              <a:ext cx="1645920" cy="1645920"/>
              <a:chOff x="6015789" y="1874756"/>
              <a:chExt cx="731520" cy="731520"/>
            </a:xfrm>
          </p:grpSpPr>
          <p:sp>
            <p:nvSpPr>
              <p:cNvPr id="19" name="Oval 18">
                <a:extLst>
                  <a:ext uri="{FF2B5EF4-FFF2-40B4-BE49-F238E27FC236}">
                    <a16:creationId xmlns:a16="http://schemas.microsoft.com/office/drawing/2014/main" id="{EECD8F7B-7389-CD10-F304-D1DD9782DD9B}"/>
                  </a:ext>
                </a:extLst>
              </p:cNvPr>
              <p:cNvSpPr/>
              <p:nvPr/>
            </p:nvSpPr>
            <p:spPr>
              <a:xfrm>
                <a:off x="6066157" y="1917231"/>
                <a:ext cx="640080" cy="640080"/>
              </a:xfrm>
              <a:prstGeom prst="ellipse">
                <a:avLst/>
              </a:prstGeom>
              <a:blipFill dpi="0" rotWithShape="0">
                <a:blip r:embed="rId10" cstate="screen">
                  <a:extLst>
                    <a:ext uri="{28A0092B-C50C-407E-A947-70E740481C1C}">
                      <a14:useLocalDpi xmlns:a14="http://schemas.microsoft.com/office/drawing/2010/main"/>
                    </a:ext>
                  </a:extLst>
                </a:blip>
                <a:srcRect/>
                <a:stretch>
                  <a:fillRect/>
                </a:stretch>
              </a:blip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20" name="Oval 19">
                <a:extLst>
                  <a:ext uri="{FF2B5EF4-FFF2-40B4-BE49-F238E27FC236}">
                    <a16:creationId xmlns:a16="http://schemas.microsoft.com/office/drawing/2014/main" id="{0BE9ABE8-0392-6FA6-C980-BE2B940CF87D}"/>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grpSp>
      <p:sp>
        <p:nvSpPr>
          <p:cNvPr id="5" name="TextBox 4"/>
          <p:cNvSpPr txBox="1"/>
          <p:nvPr/>
        </p:nvSpPr>
        <p:spPr>
          <a:xfrm>
            <a:off x="295588" y="3304228"/>
            <a:ext cx="2994562" cy="1323439"/>
          </a:xfrm>
          <a:prstGeom prst="rect">
            <a:avLst/>
          </a:prstGeom>
          <a:noFill/>
        </p:spPr>
        <p:txBody>
          <a:bodyPr wrap="square" rtlCol="0">
            <a:spAutoFit/>
          </a:bodyPr>
          <a:lstStyle/>
          <a:p>
            <a:r>
              <a:rPr lang="en-US" sz="4000" b="1" dirty="0">
                <a:solidFill>
                  <a:schemeClr val="bg1"/>
                </a:solidFill>
                <a:latin typeface="Avenir Next LT Pro" panose="020B0504020202020204" pitchFamily="34" charset="0"/>
                <a:cs typeface="Arial" panose="020B0604020202020204" pitchFamily="34" charset="0"/>
              </a:rPr>
              <a:t>KEY SERVICES</a:t>
            </a:r>
          </a:p>
        </p:txBody>
      </p:sp>
      <p:sp>
        <p:nvSpPr>
          <p:cNvPr id="11" name="Content Placeholder 2">
            <a:extLst>
              <a:ext uri="{FF2B5EF4-FFF2-40B4-BE49-F238E27FC236}">
                <a16:creationId xmlns:a16="http://schemas.microsoft.com/office/drawing/2014/main" id="{6C97DAE0-25F8-4AE2-8340-FCAFE1F7F8E8}"/>
              </a:ext>
            </a:extLst>
          </p:cNvPr>
          <p:cNvSpPr txBox="1">
            <a:spLocks/>
          </p:cNvSpPr>
          <p:nvPr/>
        </p:nvSpPr>
        <p:spPr>
          <a:xfrm>
            <a:off x="5865008" y="634206"/>
            <a:ext cx="2295120" cy="1233745"/>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Change &amp; Organizational Transformation </a:t>
            </a:r>
          </a:p>
        </p:txBody>
      </p:sp>
      <p:sp>
        <p:nvSpPr>
          <p:cNvPr id="12" name="Content Placeholder 2">
            <a:extLst>
              <a:ext uri="{FF2B5EF4-FFF2-40B4-BE49-F238E27FC236}">
                <a16:creationId xmlns:a16="http://schemas.microsoft.com/office/drawing/2014/main" id="{6C97DAE0-25F8-4AE2-8340-FCAFE1F7F8E8}"/>
              </a:ext>
            </a:extLst>
          </p:cNvPr>
          <p:cNvSpPr txBox="1">
            <a:spLocks/>
          </p:cNvSpPr>
          <p:nvPr/>
        </p:nvSpPr>
        <p:spPr>
          <a:xfrm>
            <a:off x="5968474" y="2669213"/>
            <a:ext cx="2464326" cy="713351"/>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Coaching </a:t>
            </a:r>
          </a:p>
        </p:txBody>
      </p:sp>
      <p:sp>
        <p:nvSpPr>
          <p:cNvPr id="13" name="Content Placeholder 2">
            <a:extLst>
              <a:ext uri="{FF2B5EF4-FFF2-40B4-BE49-F238E27FC236}">
                <a16:creationId xmlns:a16="http://schemas.microsoft.com/office/drawing/2014/main" id="{6C97DAE0-25F8-4AE2-8340-FCAFE1F7F8E8}"/>
              </a:ext>
            </a:extLst>
          </p:cNvPr>
          <p:cNvSpPr txBox="1">
            <a:spLocks/>
          </p:cNvSpPr>
          <p:nvPr/>
        </p:nvSpPr>
        <p:spPr>
          <a:xfrm>
            <a:off x="5962232" y="4220129"/>
            <a:ext cx="2327529" cy="1219179"/>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Diversity, Equity, Inclusion &amp; Belonging </a:t>
            </a:r>
          </a:p>
        </p:txBody>
      </p:sp>
      <p:sp>
        <p:nvSpPr>
          <p:cNvPr id="16" name="Content Placeholder 2">
            <a:extLst>
              <a:ext uri="{FF2B5EF4-FFF2-40B4-BE49-F238E27FC236}">
                <a16:creationId xmlns:a16="http://schemas.microsoft.com/office/drawing/2014/main" id="{6C97DAE0-25F8-4AE2-8340-FCAFE1F7F8E8}"/>
              </a:ext>
            </a:extLst>
          </p:cNvPr>
          <p:cNvSpPr txBox="1">
            <a:spLocks/>
          </p:cNvSpPr>
          <p:nvPr/>
        </p:nvSpPr>
        <p:spPr>
          <a:xfrm>
            <a:off x="5962232" y="6144759"/>
            <a:ext cx="2113080" cy="679038"/>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Internal Talent Mobility </a:t>
            </a:r>
          </a:p>
        </p:txBody>
      </p:sp>
      <p:pic>
        <p:nvPicPr>
          <p:cNvPr id="1041" name="Picture 1040" descr="A black background with a black square&#10;&#10;AI-generated content may be incorrect.">
            <a:extLst>
              <a:ext uri="{FF2B5EF4-FFF2-40B4-BE49-F238E27FC236}">
                <a16:creationId xmlns:a16="http://schemas.microsoft.com/office/drawing/2014/main" id="{F76F3802-B14D-B411-4387-6CC2DDC4B9D7}"/>
              </a:ext>
            </a:extLst>
          </p:cNvPr>
          <p:cNvPicPr>
            <a:picLocks noChangeAspect="1"/>
          </p:cNvPicPr>
          <p:nvPr/>
        </p:nvPicPr>
        <p:blipFill>
          <a:blip r:embed="rId11" cstate="screen">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a:ext>
            </a:extLst>
          </a:blip>
          <a:stretch>
            <a:fillRect/>
          </a:stretch>
        </p:blipFill>
        <p:spPr>
          <a:xfrm>
            <a:off x="494283" y="816600"/>
            <a:ext cx="2295882" cy="2295882"/>
          </a:xfrm>
          <a:prstGeom prst="rect">
            <a:avLst/>
          </a:prstGeom>
        </p:spPr>
      </p:pic>
    </p:spTree>
    <p:custDataLst>
      <p:tags r:id="rId1"/>
    </p:custDataLst>
    <p:extLst>
      <p:ext uri="{BB962C8B-B14F-4D97-AF65-F5344CB8AC3E}">
        <p14:creationId xmlns:p14="http://schemas.microsoft.com/office/powerpoint/2010/main" val="28646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4A1D84E6-AE44-57FF-3CA0-DCFE54E479FF}"/>
              </a:ext>
            </a:extLst>
          </p:cNvPr>
          <p:cNvSpPr/>
          <p:nvPr/>
        </p:nvSpPr>
        <p:spPr>
          <a:xfrm>
            <a:off x="5600699" y="2136766"/>
            <a:ext cx="7722617" cy="1449743"/>
          </a:xfrm>
          <a:prstGeom prst="rect">
            <a:avLst/>
          </a:prstGeom>
          <a:gradFill flip="none" rotWithShape="1">
            <a:gsLst>
              <a:gs pos="0">
                <a:schemeClr val="tx2">
                  <a:lumMod val="90000"/>
                </a:schemeClr>
              </a:gs>
              <a:gs pos="100000">
                <a:schemeClr val="bg1">
                  <a:alpha val="0"/>
                </a:schemeClr>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12FACF07-212E-00F0-EC6F-6CA6C29A6C1F}"/>
              </a:ext>
            </a:extLst>
          </p:cNvPr>
          <p:cNvSpPr/>
          <p:nvPr/>
        </p:nvSpPr>
        <p:spPr>
          <a:xfrm>
            <a:off x="5600698" y="3825620"/>
            <a:ext cx="7722617" cy="1407760"/>
          </a:xfrm>
          <a:prstGeom prst="rect">
            <a:avLst/>
          </a:prstGeom>
          <a:gradFill flip="none" rotWithShape="1">
            <a:gsLst>
              <a:gs pos="0">
                <a:schemeClr val="tx2">
                  <a:lumMod val="90000"/>
                </a:schemeClr>
              </a:gs>
              <a:gs pos="100000">
                <a:schemeClr val="bg1">
                  <a:alpha val="0"/>
                </a:schemeClr>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251A462E-F761-C4B0-9D9F-1C89097B419B}"/>
              </a:ext>
            </a:extLst>
          </p:cNvPr>
          <p:cNvSpPr/>
          <p:nvPr/>
        </p:nvSpPr>
        <p:spPr>
          <a:xfrm>
            <a:off x="5600698" y="5599896"/>
            <a:ext cx="7722617" cy="1595507"/>
          </a:xfrm>
          <a:prstGeom prst="rect">
            <a:avLst/>
          </a:prstGeom>
          <a:gradFill flip="none" rotWithShape="1">
            <a:gsLst>
              <a:gs pos="0">
                <a:schemeClr val="tx2">
                  <a:lumMod val="90000"/>
                </a:schemeClr>
              </a:gs>
              <a:gs pos="100000">
                <a:schemeClr val="bg1">
                  <a:alpha val="0"/>
                </a:schemeClr>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BC763CB2-0B55-157C-02F4-CF31F9CD55B1}"/>
              </a:ext>
            </a:extLst>
          </p:cNvPr>
          <p:cNvSpPr/>
          <p:nvPr/>
        </p:nvSpPr>
        <p:spPr>
          <a:xfrm>
            <a:off x="5600700" y="477036"/>
            <a:ext cx="7722617" cy="1520119"/>
          </a:xfrm>
          <a:prstGeom prst="rect">
            <a:avLst/>
          </a:prstGeom>
          <a:gradFill flip="none" rotWithShape="1">
            <a:gsLst>
              <a:gs pos="0">
                <a:schemeClr val="tx2">
                  <a:lumMod val="90000"/>
                </a:schemeClr>
              </a:gs>
              <a:gs pos="100000">
                <a:schemeClr val="bg1">
                  <a:alpha val="0"/>
                </a:schemeClr>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Rounded Corners 17">
            <a:extLst>
              <a:ext uri="{FF2B5EF4-FFF2-40B4-BE49-F238E27FC236}">
                <a16:creationId xmlns:a16="http://schemas.microsoft.com/office/drawing/2014/main" id="{32F839ED-D282-BC63-29B7-A7607B855A26}"/>
              </a:ext>
            </a:extLst>
          </p:cNvPr>
          <p:cNvSpPr/>
          <p:nvPr/>
        </p:nvSpPr>
        <p:spPr>
          <a:xfrm>
            <a:off x="4419600" y="2094946"/>
            <a:ext cx="2468520" cy="1422400"/>
          </a:xfrm>
          <a:prstGeom prst="roundRect">
            <a:avLst>
              <a:gd name="adj" fmla="val 12203"/>
            </a:avLst>
          </a:prstGeom>
          <a:gradFill flip="none" rotWithShape="1">
            <a:gsLst>
              <a:gs pos="0">
                <a:schemeClr val="tx1">
                  <a:lumMod val="90000"/>
                  <a:lumOff val="10000"/>
                </a:schemeClr>
              </a:gs>
              <a:gs pos="100000">
                <a:schemeClr val="tx2">
                  <a:lumMod val="50000"/>
                </a:schemeClr>
              </a:gs>
            </a:gsLst>
            <a:lin ang="13500000" scaled="1"/>
            <a:tileRect/>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5" name="Rectangle: Rounded Corners 24">
            <a:extLst>
              <a:ext uri="{FF2B5EF4-FFF2-40B4-BE49-F238E27FC236}">
                <a16:creationId xmlns:a16="http://schemas.microsoft.com/office/drawing/2014/main" id="{E472ECD3-1011-F8DC-6DA2-C740F30B1497}"/>
              </a:ext>
            </a:extLst>
          </p:cNvPr>
          <p:cNvSpPr/>
          <p:nvPr/>
        </p:nvSpPr>
        <p:spPr>
          <a:xfrm>
            <a:off x="4419600" y="3698744"/>
            <a:ext cx="2468520" cy="1422400"/>
          </a:xfrm>
          <a:prstGeom prst="roundRect">
            <a:avLst>
              <a:gd name="adj" fmla="val 12203"/>
            </a:avLst>
          </a:prstGeom>
          <a:gradFill flip="none" rotWithShape="1">
            <a:gsLst>
              <a:gs pos="0">
                <a:schemeClr val="tx1">
                  <a:lumMod val="90000"/>
                  <a:lumOff val="10000"/>
                </a:schemeClr>
              </a:gs>
              <a:gs pos="100000">
                <a:schemeClr val="accent5">
                  <a:lumMod val="50000"/>
                </a:schemeClr>
              </a:gs>
            </a:gsLst>
            <a:lin ang="13500000" scaled="1"/>
            <a:tileRect/>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6" name="Rectangle: Rounded Corners 25">
            <a:extLst>
              <a:ext uri="{FF2B5EF4-FFF2-40B4-BE49-F238E27FC236}">
                <a16:creationId xmlns:a16="http://schemas.microsoft.com/office/drawing/2014/main" id="{AC0FDC4C-7ABC-5344-C1E2-1A4CC8940130}"/>
              </a:ext>
            </a:extLst>
          </p:cNvPr>
          <p:cNvSpPr/>
          <p:nvPr/>
        </p:nvSpPr>
        <p:spPr>
          <a:xfrm>
            <a:off x="4419600" y="5455870"/>
            <a:ext cx="2468520" cy="1422400"/>
          </a:xfrm>
          <a:prstGeom prst="roundRect">
            <a:avLst>
              <a:gd name="adj" fmla="val 12203"/>
            </a:avLst>
          </a:prstGeom>
          <a:gradFill flip="none" rotWithShape="1">
            <a:gsLst>
              <a:gs pos="0">
                <a:schemeClr val="tx1">
                  <a:lumMod val="90000"/>
                  <a:lumOff val="10000"/>
                </a:schemeClr>
              </a:gs>
              <a:gs pos="100000">
                <a:schemeClr val="tx2">
                  <a:lumMod val="10000"/>
                </a:schemeClr>
              </a:gs>
            </a:gsLst>
            <a:lin ang="13500000" scaled="1"/>
            <a:tileRect/>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9E7EC76A-9572-ECD3-F298-3A79E9414DA1}"/>
              </a:ext>
            </a:extLst>
          </p:cNvPr>
          <p:cNvSpPr/>
          <p:nvPr/>
        </p:nvSpPr>
        <p:spPr>
          <a:xfrm>
            <a:off x="4419600" y="457200"/>
            <a:ext cx="2468520" cy="1422400"/>
          </a:xfrm>
          <a:prstGeom prst="roundRect">
            <a:avLst>
              <a:gd name="adj" fmla="val 12203"/>
            </a:avLst>
          </a:prstGeom>
          <a:gradFill flip="none" rotWithShape="1">
            <a:gsLst>
              <a:gs pos="0">
                <a:schemeClr val="tx1">
                  <a:lumMod val="90000"/>
                  <a:lumOff val="10000"/>
                </a:schemeClr>
              </a:gs>
              <a:gs pos="100000">
                <a:schemeClr val="accent1">
                  <a:lumMod val="75000"/>
                </a:schemeClr>
              </a:gs>
            </a:gsLst>
            <a:lin ang="13500000" scaled="1"/>
            <a:tileRect/>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0" name="TextBox 29">
            <a:extLst>
              <a:ext uri="{FF2B5EF4-FFF2-40B4-BE49-F238E27FC236}">
                <a16:creationId xmlns:a16="http://schemas.microsoft.com/office/drawing/2014/main" id="{B1D53536-15E8-9479-CBEA-5F343386292A}"/>
              </a:ext>
            </a:extLst>
          </p:cNvPr>
          <p:cNvSpPr txBox="1"/>
          <p:nvPr/>
        </p:nvSpPr>
        <p:spPr>
          <a:xfrm>
            <a:off x="6969220" y="640497"/>
            <a:ext cx="5440146" cy="861774"/>
          </a:xfrm>
          <a:prstGeom prst="rect">
            <a:avLst/>
          </a:prstGeom>
          <a:noFill/>
        </p:spPr>
        <p:txBody>
          <a:bodyPr wrap="square" rtlCol="0">
            <a:spAutoFit/>
          </a:bodyPr>
          <a:lstStyle/>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Organizational design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Team and process optimization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Change, communication and education </a:t>
            </a:r>
          </a:p>
        </p:txBody>
      </p:sp>
      <p:sp>
        <p:nvSpPr>
          <p:cNvPr id="35" name="TextBox 34">
            <a:extLst>
              <a:ext uri="{FF2B5EF4-FFF2-40B4-BE49-F238E27FC236}">
                <a16:creationId xmlns:a16="http://schemas.microsoft.com/office/drawing/2014/main" id="{8529B9CA-144C-C002-3B27-93AF33F260FB}"/>
              </a:ext>
            </a:extLst>
          </p:cNvPr>
          <p:cNvSpPr txBox="1"/>
          <p:nvPr/>
        </p:nvSpPr>
        <p:spPr>
          <a:xfrm>
            <a:off x="6973740" y="2216556"/>
            <a:ext cx="6641677" cy="1231106"/>
          </a:xfrm>
          <a:prstGeom prst="rect">
            <a:avLst/>
          </a:prstGeom>
          <a:noFill/>
          <a:ln>
            <a:noFill/>
          </a:ln>
        </p:spPr>
        <p:txBody>
          <a:bodyPr wrap="square" rtlCol="0">
            <a:spAutoFit/>
          </a:bodyPr>
          <a:lstStyle/>
          <a:p>
            <a:pPr marL="285750" indent="-285750">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Coaching assessments and instrumentation (incl. 360 feedback) </a:t>
            </a:r>
          </a:p>
          <a:p>
            <a:pPr marL="285750" indent="-285750">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Coaching individuals and teams </a:t>
            </a:r>
          </a:p>
          <a:p>
            <a:pPr marL="285750" indent="-285750">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Coaching for interventions, e.g., Innovation Squads, Action Learning Teams </a:t>
            </a:r>
          </a:p>
        </p:txBody>
      </p:sp>
      <p:sp>
        <p:nvSpPr>
          <p:cNvPr id="5" name="Content Placeholder 2">
            <a:extLst>
              <a:ext uri="{FF2B5EF4-FFF2-40B4-BE49-F238E27FC236}">
                <a16:creationId xmlns:a16="http://schemas.microsoft.com/office/drawing/2014/main" id="{6D25E66E-1D7D-4B63-0543-6831A6A18674}"/>
              </a:ext>
            </a:extLst>
          </p:cNvPr>
          <p:cNvSpPr txBox="1">
            <a:spLocks/>
          </p:cNvSpPr>
          <p:nvPr/>
        </p:nvSpPr>
        <p:spPr>
          <a:xfrm>
            <a:off x="4576900" y="610559"/>
            <a:ext cx="2103120" cy="996711"/>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Change &amp; Organizational Transformation </a:t>
            </a:r>
          </a:p>
        </p:txBody>
      </p:sp>
      <p:sp>
        <p:nvSpPr>
          <p:cNvPr id="6" name="Content Placeholder 2">
            <a:extLst>
              <a:ext uri="{FF2B5EF4-FFF2-40B4-BE49-F238E27FC236}">
                <a16:creationId xmlns:a16="http://schemas.microsoft.com/office/drawing/2014/main" id="{CAD64025-9BC4-DA44-6B3F-6609A359B671}"/>
              </a:ext>
            </a:extLst>
          </p:cNvPr>
          <p:cNvSpPr txBox="1">
            <a:spLocks/>
          </p:cNvSpPr>
          <p:nvPr/>
        </p:nvSpPr>
        <p:spPr>
          <a:xfrm>
            <a:off x="4589346" y="2559000"/>
            <a:ext cx="2103120" cy="64008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Coaching </a:t>
            </a:r>
          </a:p>
        </p:txBody>
      </p:sp>
      <p:sp>
        <p:nvSpPr>
          <p:cNvPr id="7" name="Content Placeholder 2">
            <a:extLst>
              <a:ext uri="{FF2B5EF4-FFF2-40B4-BE49-F238E27FC236}">
                <a16:creationId xmlns:a16="http://schemas.microsoft.com/office/drawing/2014/main" id="{336C457C-084E-C3F6-FA2B-C52BB532A420}"/>
              </a:ext>
            </a:extLst>
          </p:cNvPr>
          <p:cNvSpPr txBox="1">
            <a:spLocks/>
          </p:cNvSpPr>
          <p:nvPr/>
        </p:nvSpPr>
        <p:spPr>
          <a:xfrm>
            <a:off x="4551500" y="3869738"/>
            <a:ext cx="2285820" cy="689561"/>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Diversity, Equity,  Inclusion &amp; Belonging</a:t>
            </a:r>
          </a:p>
        </p:txBody>
      </p:sp>
      <p:sp>
        <p:nvSpPr>
          <p:cNvPr id="8" name="Content Placeholder 2">
            <a:extLst>
              <a:ext uri="{FF2B5EF4-FFF2-40B4-BE49-F238E27FC236}">
                <a16:creationId xmlns:a16="http://schemas.microsoft.com/office/drawing/2014/main" id="{73BD6A4E-D142-CF7A-4E19-D6AC4B073BDA}"/>
              </a:ext>
            </a:extLst>
          </p:cNvPr>
          <p:cNvSpPr txBox="1">
            <a:spLocks/>
          </p:cNvSpPr>
          <p:nvPr/>
        </p:nvSpPr>
        <p:spPr>
          <a:xfrm>
            <a:off x="4551500" y="5641290"/>
            <a:ext cx="2212013" cy="64008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Learning &amp; Capability Development </a:t>
            </a:r>
          </a:p>
        </p:txBody>
      </p:sp>
      <p:sp>
        <p:nvSpPr>
          <p:cNvPr id="16" name="TextBox 15">
            <a:extLst>
              <a:ext uri="{FF2B5EF4-FFF2-40B4-BE49-F238E27FC236}">
                <a16:creationId xmlns:a16="http://schemas.microsoft.com/office/drawing/2014/main" id="{C4F82FAC-F051-175E-B65D-4727270BAE7D}"/>
              </a:ext>
            </a:extLst>
          </p:cNvPr>
          <p:cNvSpPr txBox="1"/>
          <p:nvPr/>
        </p:nvSpPr>
        <p:spPr>
          <a:xfrm>
            <a:off x="6973740" y="3894782"/>
            <a:ext cx="6335860" cy="1143903"/>
          </a:xfrm>
          <a:prstGeom prst="rect">
            <a:avLst/>
          </a:prstGeom>
          <a:noFill/>
          <a:ln>
            <a:noFill/>
          </a:ln>
        </p:spPr>
        <p:txBody>
          <a:bodyPr wrap="square" rtlCol="0">
            <a:spAutoFit/>
          </a:bodyPr>
          <a:lstStyle/>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DEIB strategy and roadmap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DEIB objectives, KPIs and reporting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DEIB stakeholder mapping and engagement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DEIB learning and coaching </a:t>
            </a:r>
          </a:p>
        </p:txBody>
      </p:sp>
      <p:sp>
        <p:nvSpPr>
          <p:cNvPr id="24" name="TextBox 23">
            <a:extLst>
              <a:ext uri="{FF2B5EF4-FFF2-40B4-BE49-F238E27FC236}">
                <a16:creationId xmlns:a16="http://schemas.microsoft.com/office/drawing/2014/main" id="{BF64F20E-B6E7-8317-FD68-C826D4A05041}"/>
              </a:ext>
            </a:extLst>
          </p:cNvPr>
          <p:cNvSpPr txBox="1"/>
          <p:nvPr/>
        </p:nvSpPr>
        <p:spPr>
          <a:xfrm>
            <a:off x="6973740" y="5615890"/>
            <a:ext cx="5908087" cy="1426031"/>
          </a:xfrm>
          <a:prstGeom prst="rect">
            <a:avLst/>
          </a:prstGeom>
          <a:noFill/>
          <a:ln>
            <a:noFill/>
          </a:ln>
        </p:spPr>
        <p:txBody>
          <a:bodyPr wrap="square" rtlCol="0">
            <a:spAutoFit/>
          </a:bodyPr>
          <a:lstStyle/>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Competencies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Capability assessment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Learning needs analysis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Learning program design and facilitation (incl. T3)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Learning metrics and ROI reporting </a:t>
            </a:r>
          </a:p>
        </p:txBody>
      </p:sp>
      <p:sp>
        <p:nvSpPr>
          <p:cNvPr id="2" name="TextBox 1">
            <a:extLst>
              <a:ext uri="{FF2B5EF4-FFF2-40B4-BE49-F238E27FC236}">
                <a16:creationId xmlns:a16="http://schemas.microsoft.com/office/drawing/2014/main" id="{A86B3D30-AC5F-404F-0609-8279CD828728}"/>
              </a:ext>
            </a:extLst>
          </p:cNvPr>
          <p:cNvSpPr txBox="1"/>
          <p:nvPr/>
        </p:nvSpPr>
        <p:spPr>
          <a:xfrm>
            <a:off x="269059" y="3529280"/>
            <a:ext cx="3959534" cy="1323439"/>
          </a:xfrm>
          <a:prstGeom prst="rect">
            <a:avLst/>
          </a:prstGeom>
          <a:noFill/>
        </p:spPr>
        <p:txBody>
          <a:bodyPr wrap="square" rtlCol="0">
            <a:spAutoFit/>
          </a:bodyPr>
          <a:lstStyle/>
          <a:p>
            <a:r>
              <a:rPr lang="en-US" sz="4000" b="1" dirty="0">
                <a:solidFill>
                  <a:schemeClr val="bg1"/>
                </a:solidFill>
                <a:latin typeface="Avenir Next LT Pro" panose="020B0504020202020204" pitchFamily="34" charset="0"/>
                <a:cs typeface="Arial" panose="020B0604020202020204" pitchFamily="34" charset="0"/>
              </a:rPr>
              <a:t>KEY SERVICES</a:t>
            </a:r>
          </a:p>
          <a:p>
            <a:r>
              <a:rPr lang="en-US" sz="4000" b="1" dirty="0">
                <a:solidFill>
                  <a:schemeClr val="bg1"/>
                </a:solidFill>
                <a:latin typeface="Avenir Next LT Pro" panose="020B0504020202020204" pitchFamily="34" charset="0"/>
                <a:cs typeface="Arial" panose="020B0604020202020204" pitchFamily="34" charset="0"/>
              </a:rPr>
              <a:t>EXPANDED</a:t>
            </a:r>
          </a:p>
        </p:txBody>
      </p:sp>
      <p:pic>
        <p:nvPicPr>
          <p:cNvPr id="3" name="Picture 2" descr="A black background with a black square&#10;&#10;AI-generated content may be incorrect.">
            <a:extLst>
              <a:ext uri="{FF2B5EF4-FFF2-40B4-BE49-F238E27FC236}">
                <a16:creationId xmlns:a16="http://schemas.microsoft.com/office/drawing/2014/main" id="{5166865A-1CFC-61F0-509A-8C1A23C6E623}"/>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494283" y="1121400"/>
            <a:ext cx="2295882" cy="2295882"/>
          </a:xfrm>
          <a:prstGeom prst="rect">
            <a:avLst/>
          </a:prstGeom>
        </p:spPr>
      </p:pic>
    </p:spTree>
    <p:custDataLst>
      <p:tags r:id="rId1"/>
    </p:custDataLst>
    <p:extLst>
      <p:ext uri="{BB962C8B-B14F-4D97-AF65-F5344CB8AC3E}">
        <p14:creationId xmlns:p14="http://schemas.microsoft.com/office/powerpoint/2010/main" val="693403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333BD-EB8F-3A51-2EA0-CA9ACD916FF1}"/>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B28ADA78-D6BB-C3B1-10AC-BC609CA715CF}"/>
              </a:ext>
            </a:extLst>
          </p:cNvPr>
          <p:cNvSpPr/>
          <p:nvPr/>
        </p:nvSpPr>
        <p:spPr>
          <a:xfrm>
            <a:off x="5600699" y="2162771"/>
            <a:ext cx="7722617" cy="1684526"/>
          </a:xfrm>
          <a:prstGeom prst="rect">
            <a:avLst/>
          </a:prstGeom>
          <a:gradFill flip="none" rotWithShape="1">
            <a:gsLst>
              <a:gs pos="0">
                <a:schemeClr val="tx2">
                  <a:lumMod val="90000"/>
                </a:schemeClr>
              </a:gs>
              <a:gs pos="100000">
                <a:schemeClr val="bg1">
                  <a:alpha val="0"/>
                </a:schemeClr>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1E37E540-9FA8-E7CE-9EC4-E8719780DDF1}"/>
              </a:ext>
            </a:extLst>
          </p:cNvPr>
          <p:cNvSpPr/>
          <p:nvPr/>
        </p:nvSpPr>
        <p:spPr>
          <a:xfrm>
            <a:off x="5613398" y="4016119"/>
            <a:ext cx="7722617" cy="1520119"/>
          </a:xfrm>
          <a:prstGeom prst="rect">
            <a:avLst/>
          </a:prstGeom>
          <a:gradFill flip="none" rotWithShape="1">
            <a:gsLst>
              <a:gs pos="0">
                <a:schemeClr val="tx2">
                  <a:lumMod val="90000"/>
                </a:schemeClr>
              </a:gs>
              <a:gs pos="100000">
                <a:schemeClr val="bg1">
                  <a:alpha val="0"/>
                </a:schemeClr>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D31268DA-8431-E9BE-5A1E-4599330B95DA}"/>
              </a:ext>
            </a:extLst>
          </p:cNvPr>
          <p:cNvSpPr/>
          <p:nvPr/>
        </p:nvSpPr>
        <p:spPr>
          <a:xfrm>
            <a:off x="5613398" y="5777695"/>
            <a:ext cx="7722617" cy="1520119"/>
          </a:xfrm>
          <a:prstGeom prst="rect">
            <a:avLst/>
          </a:prstGeom>
          <a:gradFill flip="none" rotWithShape="1">
            <a:gsLst>
              <a:gs pos="0">
                <a:schemeClr val="tx2">
                  <a:lumMod val="90000"/>
                </a:schemeClr>
              </a:gs>
              <a:gs pos="100000">
                <a:schemeClr val="bg1">
                  <a:alpha val="0"/>
                </a:schemeClr>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48FFD24-20A1-7314-FA35-0D999E3CC840}"/>
              </a:ext>
            </a:extLst>
          </p:cNvPr>
          <p:cNvSpPr/>
          <p:nvPr/>
        </p:nvSpPr>
        <p:spPr>
          <a:xfrm>
            <a:off x="5600700" y="273836"/>
            <a:ext cx="7772400" cy="1737360"/>
          </a:xfrm>
          <a:prstGeom prst="rect">
            <a:avLst/>
          </a:prstGeom>
          <a:gradFill flip="none" rotWithShape="1">
            <a:gsLst>
              <a:gs pos="0">
                <a:schemeClr val="tx2">
                  <a:lumMod val="90000"/>
                </a:schemeClr>
              </a:gs>
              <a:gs pos="100000">
                <a:schemeClr val="bg1">
                  <a:alpha val="0"/>
                </a:schemeClr>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Rounded Corners 17">
            <a:extLst>
              <a:ext uri="{FF2B5EF4-FFF2-40B4-BE49-F238E27FC236}">
                <a16:creationId xmlns:a16="http://schemas.microsoft.com/office/drawing/2014/main" id="{7DDEEE53-5CA9-FA97-A078-318014D7C488}"/>
              </a:ext>
            </a:extLst>
          </p:cNvPr>
          <p:cNvSpPr/>
          <p:nvPr/>
        </p:nvSpPr>
        <p:spPr>
          <a:xfrm>
            <a:off x="4419600" y="2107646"/>
            <a:ext cx="2468520" cy="1422400"/>
          </a:xfrm>
          <a:prstGeom prst="roundRect">
            <a:avLst>
              <a:gd name="adj" fmla="val 12203"/>
            </a:avLst>
          </a:prstGeom>
          <a:gradFill flip="none" rotWithShape="1">
            <a:gsLst>
              <a:gs pos="0">
                <a:schemeClr val="tx1">
                  <a:lumMod val="90000"/>
                  <a:lumOff val="10000"/>
                </a:schemeClr>
              </a:gs>
              <a:gs pos="100000">
                <a:schemeClr val="tx2">
                  <a:lumMod val="50000"/>
                </a:schemeClr>
              </a:gs>
            </a:gsLst>
            <a:lin ang="13500000" scaled="1"/>
            <a:tileRect/>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5" name="Rectangle: Rounded Corners 24">
            <a:extLst>
              <a:ext uri="{FF2B5EF4-FFF2-40B4-BE49-F238E27FC236}">
                <a16:creationId xmlns:a16="http://schemas.microsoft.com/office/drawing/2014/main" id="{EC17904A-E66E-336D-F57B-37966CB020DF}"/>
              </a:ext>
            </a:extLst>
          </p:cNvPr>
          <p:cNvSpPr/>
          <p:nvPr/>
        </p:nvSpPr>
        <p:spPr>
          <a:xfrm>
            <a:off x="4432300" y="3940044"/>
            <a:ext cx="2468520" cy="1422400"/>
          </a:xfrm>
          <a:prstGeom prst="roundRect">
            <a:avLst>
              <a:gd name="adj" fmla="val 12203"/>
            </a:avLst>
          </a:prstGeom>
          <a:gradFill flip="none" rotWithShape="1">
            <a:gsLst>
              <a:gs pos="0">
                <a:schemeClr val="tx1">
                  <a:lumMod val="90000"/>
                  <a:lumOff val="10000"/>
                </a:schemeClr>
              </a:gs>
              <a:gs pos="100000">
                <a:schemeClr val="accent5">
                  <a:lumMod val="50000"/>
                </a:schemeClr>
              </a:gs>
            </a:gsLst>
            <a:lin ang="13500000" scaled="1"/>
            <a:tileRect/>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6" name="Rectangle: Rounded Corners 25">
            <a:extLst>
              <a:ext uri="{FF2B5EF4-FFF2-40B4-BE49-F238E27FC236}">
                <a16:creationId xmlns:a16="http://schemas.microsoft.com/office/drawing/2014/main" id="{B87D4F15-1492-A1EC-8F7A-BB6AD484F728}"/>
              </a:ext>
            </a:extLst>
          </p:cNvPr>
          <p:cNvSpPr/>
          <p:nvPr/>
        </p:nvSpPr>
        <p:spPr>
          <a:xfrm>
            <a:off x="4432300" y="5671770"/>
            <a:ext cx="2468520" cy="1422400"/>
          </a:xfrm>
          <a:prstGeom prst="roundRect">
            <a:avLst>
              <a:gd name="adj" fmla="val 12203"/>
            </a:avLst>
          </a:prstGeom>
          <a:gradFill flip="none" rotWithShape="1">
            <a:gsLst>
              <a:gs pos="0">
                <a:schemeClr val="tx1">
                  <a:lumMod val="90000"/>
                  <a:lumOff val="10000"/>
                </a:schemeClr>
              </a:gs>
              <a:gs pos="100000">
                <a:schemeClr val="tx2">
                  <a:lumMod val="10000"/>
                </a:schemeClr>
              </a:gs>
            </a:gsLst>
            <a:lin ang="13500000" scaled="1"/>
            <a:tileRect/>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71915930-7619-635A-E210-5126E7DB68AF}"/>
              </a:ext>
            </a:extLst>
          </p:cNvPr>
          <p:cNvSpPr/>
          <p:nvPr/>
        </p:nvSpPr>
        <p:spPr>
          <a:xfrm>
            <a:off x="4419600" y="317500"/>
            <a:ext cx="2468520" cy="1422400"/>
          </a:xfrm>
          <a:prstGeom prst="roundRect">
            <a:avLst>
              <a:gd name="adj" fmla="val 12203"/>
            </a:avLst>
          </a:prstGeom>
          <a:gradFill flip="none" rotWithShape="1">
            <a:gsLst>
              <a:gs pos="0">
                <a:schemeClr val="tx1">
                  <a:lumMod val="90000"/>
                  <a:lumOff val="10000"/>
                </a:schemeClr>
              </a:gs>
              <a:gs pos="100000">
                <a:schemeClr val="accent1">
                  <a:lumMod val="75000"/>
                </a:schemeClr>
              </a:gs>
            </a:gsLst>
            <a:lin ang="13500000" scaled="1"/>
            <a:tileRect/>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0" name="TextBox 29">
            <a:extLst>
              <a:ext uri="{FF2B5EF4-FFF2-40B4-BE49-F238E27FC236}">
                <a16:creationId xmlns:a16="http://schemas.microsoft.com/office/drawing/2014/main" id="{21E921F5-3529-9BF8-ACC2-7F264CABB759}"/>
              </a:ext>
            </a:extLst>
          </p:cNvPr>
          <p:cNvSpPr txBox="1"/>
          <p:nvPr/>
        </p:nvSpPr>
        <p:spPr>
          <a:xfrm>
            <a:off x="6969220" y="322997"/>
            <a:ext cx="5440146" cy="1631216"/>
          </a:xfrm>
          <a:prstGeom prst="rect">
            <a:avLst/>
          </a:prstGeom>
          <a:noFill/>
        </p:spPr>
        <p:txBody>
          <a:bodyPr wrap="square" rtlCol="0">
            <a:spAutoFit/>
          </a:bodyPr>
          <a:lstStyle/>
          <a:p>
            <a:pPr marL="285750" indent="-285750">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LD needs analysis </a:t>
            </a:r>
          </a:p>
          <a:p>
            <a:pPr marL="285750" indent="-285750">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Leadership competencies </a:t>
            </a:r>
          </a:p>
          <a:p>
            <a:pPr marL="285750" indent="-285750">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LD program architecture </a:t>
            </a:r>
          </a:p>
          <a:p>
            <a:pPr marL="285750" indent="-285750">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LD program design and facilitation </a:t>
            </a:r>
          </a:p>
          <a:p>
            <a:pPr marL="285750" indent="-285750">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Coaching and action learning</a:t>
            </a:r>
          </a:p>
        </p:txBody>
      </p:sp>
      <p:sp>
        <p:nvSpPr>
          <p:cNvPr id="35" name="TextBox 34">
            <a:extLst>
              <a:ext uri="{FF2B5EF4-FFF2-40B4-BE49-F238E27FC236}">
                <a16:creationId xmlns:a16="http://schemas.microsoft.com/office/drawing/2014/main" id="{C4ED2E92-C8D0-FE11-7F6C-30AC8B0BCEE3}"/>
              </a:ext>
            </a:extLst>
          </p:cNvPr>
          <p:cNvSpPr txBox="1"/>
          <p:nvPr/>
        </p:nvSpPr>
        <p:spPr>
          <a:xfrm>
            <a:off x="6973741" y="2216556"/>
            <a:ext cx="5908086" cy="1631216"/>
          </a:xfrm>
          <a:prstGeom prst="rect">
            <a:avLst/>
          </a:prstGeom>
          <a:noFill/>
        </p:spPr>
        <p:txBody>
          <a:bodyPr wrap="square" rtlCol="0">
            <a:spAutoFit/>
          </a:bodyPr>
          <a:lstStyle/>
          <a:p>
            <a:pPr marL="285750" indent="-285750">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Workforce planning </a:t>
            </a:r>
          </a:p>
          <a:p>
            <a:pPr marL="285750" indent="-285750">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Talent assessment </a:t>
            </a:r>
          </a:p>
          <a:p>
            <a:pPr marL="285750" indent="-285750">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Systemic alignment w/ TA, DE&amp;I and total rewards </a:t>
            </a:r>
          </a:p>
          <a:p>
            <a:pPr marL="285750" indent="-285750">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Succession and talent management </a:t>
            </a:r>
          </a:p>
          <a:p>
            <a:pPr marL="285750" indent="-285750">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Career development </a:t>
            </a:r>
          </a:p>
        </p:txBody>
      </p:sp>
      <p:sp>
        <p:nvSpPr>
          <p:cNvPr id="5" name="Content Placeholder 2">
            <a:extLst>
              <a:ext uri="{FF2B5EF4-FFF2-40B4-BE49-F238E27FC236}">
                <a16:creationId xmlns:a16="http://schemas.microsoft.com/office/drawing/2014/main" id="{B6C4D565-6B51-24C1-391B-6672AE60A4BF}"/>
              </a:ext>
            </a:extLst>
          </p:cNvPr>
          <p:cNvSpPr txBox="1">
            <a:spLocks/>
          </p:cNvSpPr>
          <p:nvPr/>
        </p:nvSpPr>
        <p:spPr>
          <a:xfrm>
            <a:off x="4576900" y="627430"/>
            <a:ext cx="2103120" cy="78934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Leadership Development </a:t>
            </a:r>
          </a:p>
        </p:txBody>
      </p:sp>
      <p:sp>
        <p:nvSpPr>
          <p:cNvPr id="6" name="Content Placeholder 2">
            <a:extLst>
              <a:ext uri="{FF2B5EF4-FFF2-40B4-BE49-F238E27FC236}">
                <a16:creationId xmlns:a16="http://schemas.microsoft.com/office/drawing/2014/main" id="{F398CA46-D3FB-A5AD-FAD5-533AF70EA080}"/>
              </a:ext>
            </a:extLst>
          </p:cNvPr>
          <p:cNvSpPr txBox="1">
            <a:spLocks/>
          </p:cNvSpPr>
          <p:nvPr/>
        </p:nvSpPr>
        <p:spPr>
          <a:xfrm>
            <a:off x="4576900" y="2466412"/>
            <a:ext cx="2103120" cy="64008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Internal Talent Mobility</a:t>
            </a:r>
          </a:p>
        </p:txBody>
      </p:sp>
      <p:sp>
        <p:nvSpPr>
          <p:cNvPr id="7" name="Content Placeholder 2">
            <a:extLst>
              <a:ext uri="{FF2B5EF4-FFF2-40B4-BE49-F238E27FC236}">
                <a16:creationId xmlns:a16="http://schemas.microsoft.com/office/drawing/2014/main" id="{B11A6F3E-B357-DA7A-9BFA-065FFCE08774}"/>
              </a:ext>
            </a:extLst>
          </p:cNvPr>
          <p:cNvSpPr txBox="1">
            <a:spLocks/>
          </p:cNvSpPr>
          <p:nvPr/>
        </p:nvSpPr>
        <p:spPr>
          <a:xfrm>
            <a:off x="4564200" y="4199938"/>
            <a:ext cx="2285820" cy="689561"/>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Team Development </a:t>
            </a:r>
          </a:p>
        </p:txBody>
      </p:sp>
      <p:sp>
        <p:nvSpPr>
          <p:cNvPr id="8" name="Content Placeholder 2">
            <a:extLst>
              <a:ext uri="{FF2B5EF4-FFF2-40B4-BE49-F238E27FC236}">
                <a16:creationId xmlns:a16="http://schemas.microsoft.com/office/drawing/2014/main" id="{8724457A-1585-D925-62D9-69D618B25908}"/>
              </a:ext>
            </a:extLst>
          </p:cNvPr>
          <p:cNvSpPr txBox="1">
            <a:spLocks/>
          </p:cNvSpPr>
          <p:nvPr/>
        </p:nvSpPr>
        <p:spPr>
          <a:xfrm>
            <a:off x="4564200" y="6136590"/>
            <a:ext cx="2468520" cy="64008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buNone/>
            </a:pPr>
            <a:r>
              <a:rPr lang="en-US" sz="2000" b="1" dirty="0">
                <a:solidFill>
                  <a:schemeClr val="bg1"/>
                </a:solidFill>
                <a:latin typeface="Avenir Next LT Pro" panose="020B0504020202020204" pitchFamily="34" charset="0"/>
                <a:cs typeface="Arial" panose="020B0604020202020204" pitchFamily="34" charset="0"/>
              </a:rPr>
              <a:t>Values &amp; Culture </a:t>
            </a:r>
          </a:p>
        </p:txBody>
      </p:sp>
      <p:sp>
        <p:nvSpPr>
          <p:cNvPr id="16" name="TextBox 15">
            <a:extLst>
              <a:ext uri="{FF2B5EF4-FFF2-40B4-BE49-F238E27FC236}">
                <a16:creationId xmlns:a16="http://schemas.microsoft.com/office/drawing/2014/main" id="{D1CD4362-1A9F-1571-23D0-4A44E1B27601}"/>
              </a:ext>
            </a:extLst>
          </p:cNvPr>
          <p:cNvSpPr txBox="1"/>
          <p:nvPr/>
        </p:nvSpPr>
        <p:spPr>
          <a:xfrm>
            <a:off x="6986440" y="4123382"/>
            <a:ext cx="6335860" cy="1426031"/>
          </a:xfrm>
          <a:prstGeom prst="rect">
            <a:avLst/>
          </a:prstGeom>
          <a:noFill/>
        </p:spPr>
        <p:txBody>
          <a:bodyPr wrap="square" rtlCol="0">
            <a:spAutoFit/>
          </a:bodyPr>
          <a:lstStyle/>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Team diagnostics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Team performance optimization</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Team governance, metrics and reporting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Team facilitation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Team coaching </a:t>
            </a:r>
          </a:p>
        </p:txBody>
      </p:sp>
      <p:sp>
        <p:nvSpPr>
          <p:cNvPr id="24" name="TextBox 23">
            <a:extLst>
              <a:ext uri="{FF2B5EF4-FFF2-40B4-BE49-F238E27FC236}">
                <a16:creationId xmlns:a16="http://schemas.microsoft.com/office/drawing/2014/main" id="{8DECE607-E6B9-0C6B-DDF4-EA9770B0468D}"/>
              </a:ext>
            </a:extLst>
          </p:cNvPr>
          <p:cNvSpPr txBox="1"/>
          <p:nvPr/>
        </p:nvSpPr>
        <p:spPr>
          <a:xfrm>
            <a:off x="6986440" y="5831790"/>
            <a:ext cx="5908087" cy="1349087"/>
          </a:xfrm>
          <a:prstGeom prst="rect">
            <a:avLst/>
          </a:prstGeom>
          <a:noFill/>
        </p:spPr>
        <p:txBody>
          <a:bodyPr wrap="square" rtlCol="0">
            <a:spAutoFit/>
          </a:bodyPr>
          <a:lstStyle/>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Culture diagnostics and assessment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Values definition and alignment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Values and culture pull-through (key practices and processes) </a:t>
            </a:r>
          </a:p>
          <a:p>
            <a:pPr marL="285750" indent="-285750">
              <a:lnSpc>
                <a:spcPts val="1600"/>
              </a:lnSpc>
              <a:spcAft>
                <a:spcPts val="600"/>
              </a:spcAft>
              <a:buClr>
                <a:schemeClr val="accent1"/>
              </a:buClr>
              <a:buFont typeface="Arial" panose="020B0604020202020204" pitchFamily="34" charset="0"/>
              <a:buChar char="•"/>
            </a:pPr>
            <a:r>
              <a:rPr lang="en-US" sz="1600" dirty="0">
                <a:solidFill>
                  <a:srgbClr val="604D44"/>
                </a:solidFill>
                <a:latin typeface="Avenir Next LT Pro" panose="020B0504020202020204" pitchFamily="34" charset="0"/>
                <a:cs typeface="Arial" panose="020B0604020202020204" pitchFamily="34" charset="0"/>
              </a:rPr>
              <a:t>Values and culture change, communication and education </a:t>
            </a:r>
          </a:p>
        </p:txBody>
      </p:sp>
      <p:sp>
        <p:nvSpPr>
          <p:cNvPr id="4" name="TextBox 3">
            <a:extLst>
              <a:ext uri="{FF2B5EF4-FFF2-40B4-BE49-F238E27FC236}">
                <a16:creationId xmlns:a16="http://schemas.microsoft.com/office/drawing/2014/main" id="{0AB127FA-3380-B02F-50C3-189E801BB7AA}"/>
              </a:ext>
            </a:extLst>
          </p:cNvPr>
          <p:cNvSpPr txBox="1"/>
          <p:nvPr/>
        </p:nvSpPr>
        <p:spPr>
          <a:xfrm>
            <a:off x="269059" y="3529280"/>
            <a:ext cx="3959534" cy="1323439"/>
          </a:xfrm>
          <a:prstGeom prst="rect">
            <a:avLst/>
          </a:prstGeom>
          <a:noFill/>
        </p:spPr>
        <p:txBody>
          <a:bodyPr wrap="square" rtlCol="0">
            <a:spAutoFit/>
          </a:bodyPr>
          <a:lstStyle/>
          <a:p>
            <a:r>
              <a:rPr lang="en-US" sz="4000" b="1" dirty="0">
                <a:solidFill>
                  <a:schemeClr val="bg1"/>
                </a:solidFill>
                <a:latin typeface="Avenir Next LT Pro" panose="020B0504020202020204" pitchFamily="34" charset="0"/>
                <a:cs typeface="Arial" panose="020B0604020202020204" pitchFamily="34" charset="0"/>
              </a:rPr>
              <a:t>KEY SERVICES</a:t>
            </a:r>
          </a:p>
          <a:p>
            <a:r>
              <a:rPr lang="en-US" sz="4000" b="1" dirty="0">
                <a:solidFill>
                  <a:schemeClr val="bg1"/>
                </a:solidFill>
                <a:latin typeface="Avenir Next LT Pro" panose="020B0504020202020204" pitchFamily="34" charset="0"/>
                <a:cs typeface="Arial" panose="020B0604020202020204" pitchFamily="34" charset="0"/>
              </a:rPr>
              <a:t>EXPANDED</a:t>
            </a:r>
          </a:p>
        </p:txBody>
      </p:sp>
      <p:pic>
        <p:nvPicPr>
          <p:cNvPr id="9" name="Picture 8" descr="A black background with a black square&#10;&#10;AI-generated content may be incorrect.">
            <a:extLst>
              <a:ext uri="{FF2B5EF4-FFF2-40B4-BE49-F238E27FC236}">
                <a16:creationId xmlns:a16="http://schemas.microsoft.com/office/drawing/2014/main" id="{FD336A27-C796-216F-3E7B-9379F17F4A0A}"/>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494283" y="1121400"/>
            <a:ext cx="2295882" cy="2295882"/>
          </a:xfrm>
          <a:prstGeom prst="rect">
            <a:avLst/>
          </a:prstGeom>
        </p:spPr>
      </p:pic>
    </p:spTree>
    <p:custDataLst>
      <p:tags r:id="rId1"/>
    </p:custDataLst>
    <p:extLst>
      <p:ext uri="{BB962C8B-B14F-4D97-AF65-F5344CB8AC3E}">
        <p14:creationId xmlns:p14="http://schemas.microsoft.com/office/powerpoint/2010/main" val="3680422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A166A5-2E07-9716-E1B5-42F1E09938E8}"/>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65F9C24C-D8AF-61D9-E08C-4354CC25B121}"/>
              </a:ext>
            </a:extLst>
          </p:cNvPr>
          <p:cNvSpPr txBox="1"/>
          <p:nvPr/>
        </p:nvSpPr>
        <p:spPr>
          <a:xfrm>
            <a:off x="536263" y="293927"/>
            <a:ext cx="4236655" cy="707886"/>
          </a:xfrm>
          <a:prstGeom prst="rect">
            <a:avLst/>
          </a:prstGeom>
          <a:noFill/>
        </p:spPr>
        <p:txBody>
          <a:bodyPr wrap="square" rtlCol="0">
            <a:spAutoFit/>
          </a:bodyPr>
          <a:lstStyle/>
          <a:p>
            <a:pPr marL="0" marR="0" lvl="0" indent="0" algn="l" defTabSz="1018824" rtl="0" eaLnBrk="1" fontAlgn="auto" latinLnBrk="0" hangingPunct="1">
              <a:lnSpc>
                <a:spcPct val="100000"/>
              </a:lnSpc>
              <a:spcBef>
                <a:spcPts val="0"/>
              </a:spcBef>
              <a:spcAft>
                <a:spcPts val="0"/>
              </a:spcAft>
              <a:buClrTx/>
              <a:buSzTx/>
              <a:buFontTx/>
              <a:buNone/>
              <a:tabLst/>
              <a:defRPr/>
            </a:pPr>
            <a:r>
              <a:rPr lang="en-US" sz="4000" b="1" dirty="0">
                <a:solidFill>
                  <a:schemeClr val="bg1"/>
                </a:solidFill>
                <a:latin typeface="Avenir Next LT Pro" panose="020B0504020202020204" pitchFamily="34" charset="0"/>
              </a:rPr>
              <a:t>WHO WE ARE</a:t>
            </a:r>
            <a:endParaRPr kumimoji="0" lang="en-US" sz="4000" b="1"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mn-cs"/>
            </a:endParaRPr>
          </a:p>
        </p:txBody>
      </p:sp>
      <p:sp>
        <p:nvSpPr>
          <p:cNvPr id="13" name="Rectangle 12">
            <a:extLst>
              <a:ext uri="{FF2B5EF4-FFF2-40B4-BE49-F238E27FC236}">
                <a16:creationId xmlns:a16="http://schemas.microsoft.com/office/drawing/2014/main" id="{DE6B1B76-7DB6-EDAD-71CD-E482D977288B}"/>
              </a:ext>
            </a:extLst>
          </p:cNvPr>
          <p:cNvSpPr/>
          <p:nvPr/>
        </p:nvSpPr>
        <p:spPr>
          <a:xfrm>
            <a:off x="536263" y="3447100"/>
            <a:ext cx="5727242" cy="3068000"/>
          </a:xfrm>
          <a:prstGeom prst="rect">
            <a:avLst/>
          </a:prstGeom>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68275" algn="just">
              <a:tabLst>
                <a:tab pos="6111875" algn="l"/>
                <a:tab pos="6172200" algn="l"/>
                <a:tab pos="6232525" algn="l"/>
              </a:tabLst>
            </a:pPr>
            <a:endParaRPr lang="en-US" dirty="0"/>
          </a:p>
        </p:txBody>
      </p:sp>
      <p:sp>
        <p:nvSpPr>
          <p:cNvPr id="16" name="TextBox 15">
            <a:extLst>
              <a:ext uri="{FF2B5EF4-FFF2-40B4-BE49-F238E27FC236}">
                <a16:creationId xmlns:a16="http://schemas.microsoft.com/office/drawing/2014/main" id="{90BF8E50-D93D-CEB8-51A6-B231C904438C}"/>
              </a:ext>
            </a:extLst>
          </p:cNvPr>
          <p:cNvSpPr txBox="1"/>
          <p:nvPr/>
        </p:nvSpPr>
        <p:spPr>
          <a:xfrm>
            <a:off x="536263" y="1467284"/>
            <a:ext cx="5921647" cy="1707583"/>
          </a:xfrm>
          <a:prstGeom prst="rect">
            <a:avLst/>
          </a:prstGeom>
          <a:noFill/>
        </p:spPr>
        <p:txBody>
          <a:bodyPr wrap="square">
            <a:spAutoFit/>
          </a:bodyPr>
          <a:lstStyle/>
          <a:p>
            <a:pPr marL="0" marR="0" lvl="0" indent="0" algn="just" defTabSz="1018824" rtl="0" eaLnBrk="1" fontAlgn="auto" latinLnBrk="0" hangingPunct="1">
              <a:lnSpc>
                <a:spcPct val="150000"/>
              </a:lnSpc>
              <a:spcBef>
                <a:spcPts val="0"/>
              </a:spcBef>
              <a:spcAft>
                <a:spcPts val="40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Arial" panose="020B0604020202020204" pitchFamily="34" charset="0"/>
              </a:rPr>
              <a:t>Hands On is a team of </a:t>
            </a:r>
            <a:r>
              <a:rPr kumimoji="0" lang="en-US" sz="1800" b="1"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Arial" panose="020B0604020202020204" pitchFamily="34" charset="0"/>
              </a:rPr>
              <a:t>specialist consultants</a:t>
            </a:r>
            <a:r>
              <a:rPr kumimoji="0" lang="en-US" sz="1800" b="0"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Arial" panose="020B0604020202020204" pitchFamily="34" charset="0"/>
              </a:rPr>
              <a:t>, each dedicated to focused service streams, who are committed to and passionate about </a:t>
            </a:r>
            <a:r>
              <a:rPr kumimoji="0" lang="en-US" sz="1800" b="1"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Arial" panose="020B0604020202020204" pitchFamily="34" charset="0"/>
              </a:rPr>
              <a:t>helping your organization develop, retain and optimize talent</a:t>
            </a:r>
            <a:r>
              <a:rPr kumimoji="0" lang="en-US" sz="1800" b="0" i="0" u="none" strike="noStrike" kern="1200" cap="none" spc="0" normalizeH="0" baseline="0" noProof="0" dirty="0">
                <a:ln>
                  <a:noFill/>
                </a:ln>
                <a:solidFill>
                  <a:schemeClr val="bg1"/>
                </a:solidFill>
                <a:effectLst/>
                <a:uLnTx/>
                <a:uFillTx/>
                <a:latin typeface="Avenir Next LT Pro" panose="020B0504020202020204" pitchFamily="34" charset="0"/>
                <a:ea typeface="+mn-ea"/>
                <a:cs typeface="Arial" panose="020B0604020202020204" pitchFamily="34" charset="0"/>
              </a:rPr>
              <a:t>.</a:t>
            </a:r>
          </a:p>
        </p:txBody>
      </p:sp>
      <p:sp>
        <p:nvSpPr>
          <p:cNvPr id="19" name="TextBox 18">
            <a:extLst>
              <a:ext uri="{FF2B5EF4-FFF2-40B4-BE49-F238E27FC236}">
                <a16:creationId xmlns:a16="http://schemas.microsoft.com/office/drawing/2014/main" id="{D2039D56-E419-CBAC-8609-28F56C341EEE}"/>
              </a:ext>
            </a:extLst>
          </p:cNvPr>
          <p:cNvSpPr txBox="1"/>
          <p:nvPr/>
        </p:nvSpPr>
        <p:spPr>
          <a:xfrm>
            <a:off x="7213601" y="1614689"/>
            <a:ext cx="6210300" cy="5349670"/>
          </a:xfrm>
          <a:prstGeom prst="rect">
            <a:avLst/>
          </a:prstGeom>
          <a:noFill/>
        </p:spPr>
        <p:txBody>
          <a:bodyPr wrap="square">
            <a:spAutoFit/>
          </a:bodyPr>
          <a:lstStyle/>
          <a:p>
            <a:pPr algn="just">
              <a:lnSpc>
                <a:spcPct val="150000"/>
              </a:lnSpc>
              <a:spcAft>
                <a:spcPts val="1000"/>
              </a:spcAft>
            </a:pPr>
            <a:r>
              <a:rPr lang="en-US" sz="1600" dirty="0">
                <a:solidFill>
                  <a:srgbClr val="604D44"/>
                </a:solidFill>
                <a:latin typeface="Avenir Next LT Pro" panose="020B0504020202020204" pitchFamily="34" charset="0"/>
                <a:cs typeface="Arial" panose="020B0604020202020204" pitchFamily="34" charset="0"/>
              </a:rPr>
              <a:t>The team at Hands On is diverse, with consultants based in a number of countries around the globe. While we bring </a:t>
            </a:r>
            <a:r>
              <a:rPr lang="en-US" sz="1600" b="1" dirty="0">
                <a:solidFill>
                  <a:srgbClr val="604D44"/>
                </a:solidFill>
                <a:latin typeface="Avenir Next LT Pro" panose="020B0504020202020204" pitchFamily="34" charset="0"/>
                <a:cs typeface="Arial" panose="020B0604020202020204" pitchFamily="34" charset="0"/>
              </a:rPr>
              <a:t>local market expertise and understanding</a:t>
            </a:r>
            <a:r>
              <a:rPr lang="en-US" sz="1600" dirty="0">
                <a:solidFill>
                  <a:srgbClr val="604D44"/>
                </a:solidFill>
                <a:latin typeface="Avenir Next LT Pro" panose="020B0504020202020204" pitchFamily="34" charset="0"/>
                <a:cs typeface="Arial" panose="020B0604020202020204" pitchFamily="34" charset="0"/>
              </a:rPr>
              <a:t>, we are truly </a:t>
            </a:r>
            <a:r>
              <a:rPr lang="en-US" sz="1600" b="1" dirty="0">
                <a:solidFill>
                  <a:srgbClr val="604D44"/>
                </a:solidFill>
                <a:latin typeface="Avenir Next LT Pro" panose="020B0504020202020204" pitchFamily="34" charset="0"/>
                <a:cs typeface="Arial" panose="020B0604020202020204" pitchFamily="34" charset="0"/>
              </a:rPr>
              <a:t>global in our approach and mindset</a:t>
            </a:r>
            <a:r>
              <a:rPr lang="en-US" sz="1600" dirty="0">
                <a:solidFill>
                  <a:srgbClr val="604D44"/>
                </a:solidFill>
                <a:latin typeface="Avenir Next LT Pro" panose="020B0504020202020204" pitchFamily="34" charset="0"/>
                <a:cs typeface="Arial" panose="020B0604020202020204" pitchFamily="34" charset="0"/>
              </a:rPr>
              <a:t>: mixing the talent within our team in collaborative ways to help your organization achieve its goals and objectives.</a:t>
            </a:r>
          </a:p>
          <a:p>
            <a:pPr algn="just">
              <a:lnSpc>
                <a:spcPct val="150000"/>
              </a:lnSpc>
              <a:spcAft>
                <a:spcPts val="1000"/>
              </a:spcAft>
            </a:pPr>
            <a:r>
              <a:rPr lang="en-US" sz="1600" dirty="0">
                <a:solidFill>
                  <a:srgbClr val="604D44"/>
                </a:solidFill>
                <a:latin typeface="Avenir Next LT Pro" panose="020B0504020202020204" pitchFamily="34" charset="0"/>
                <a:cs typeface="Arial" panose="020B0604020202020204" pitchFamily="34" charset="0"/>
              </a:rPr>
              <a:t>With a team of </a:t>
            </a:r>
            <a:r>
              <a:rPr lang="en-US" sz="1600" b="1" dirty="0">
                <a:solidFill>
                  <a:srgbClr val="604D44"/>
                </a:solidFill>
                <a:latin typeface="Avenir Next LT Pro" panose="020B0504020202020204" pitchFamily="34" charset="0"/>
                <a:cs typeface="Arial" panose="020B0604020202020204" pitchFamily="34" charset="0"/>
              </a:rPr>
              <a:t>400+ consultants based in 15+ countries from the U.S. to Europe to Asia</a:t>
            </a:r>
            <a:r>
              <a:rPr lang="en-US" sz="1600" dirty="0">
                <a:solidFill>
                  <a:srgbClr val="604D44"/>
                </a:solidFill>
                <a:latin typeface="Avenir Next LT Pro" panose="020B0504020202020204" pitchFamily="34" charset="0"/>
                <a:cs typeface="Arial" panose="020B0604020202020204" pitchFamily="34" charset="0"/>
              </a:rPr>
              <a:t>, we can help your organization with people and culture needs that span </a:t>
            </a:r>
            <a:r>
              <a:rPr lang="en-US" sz="1600" b="1" dirty="0">
                <a:solidFill>
                  <a:srgbClr val="604D44"/>
                </a:solidFill>
                <a:latin typeface="Avenir Next LT Pro" panose="020B0504020202020204" pitchFamily="34" charset="0"/>
                <a:cs typeface="Arial" panose="020B0604020202020204" pitchFamily="34" charset="0"/>
              </a:rPr>
              <a:t>domestic, international and global operations</a:t>
            </a:r>
            <a:r>
              <a:rPr lang="en-US" sz="1600" dirty="0">
                <a:solidFill>
                  <a:srgbClr val="604D44"/>
                </a:solidFill>
                <a:latin typeface="Avenir Next LT Pro" panose="020B0504020202020204" pitchFamily="34" charset="0"/>
                <a:cs typeface="Arial" panose="020B0604020202020204" pitchFamily="34" charset="0"/>
              </a:rPr>
              <a:t>. In addition to specialist consultants, our team also consists of technologists, who help design, build and deploy your solutions in appropriate technologies (whether our platforms or yours) for the best user experience, return on investment, scalability and sustainability. </a:t>
            </a:r>
          </a:p>
        </p:txBody>
      </p:sp>
      <p:grpSp>
        <p:nvGrpSpPr>
          <p:cNvPr id="28" name="Group 27">
            <a:extLst>
              <a:ext uri="{FF2B5EF4-FFF2-40B4-BE49-F238E27FC236}">
                <a16:creationId xmlns:a16="http://schemas.microsoft.com/office/drawing/2014/main" id="{FCCCE912-345E-2742-E9DA-F7B71B2A65EF}"/>
              </a:ext>
            </a:extLst>
          </p:cNvPr>
          <p:cNvGrpSpPr/>
          <p:nvPr/>
        </p:nvGrpSpPr>
        <p:grpSpPr>
          <a:xfrm>
            <a:off x="11706026" y="95683"/>
            <a:ext cx="1371600" cy="1371600"/>
            <a:chOff x="6015789" y="1874756"/>
            <a:chExt cx="731520" cy="731520"/>
          </a:xfrm>
        </p:grpSpPr>
        <p:sp>
          <p:nvSpPr>
            <p:cNvPr id="29" name="Oval 28">
              <a:extLst>
                <a:ext uri="{FF2B5EF4-FFF2-40B4-BE49-F238E27FC236}">
                  <a16:creationId xmlns:a16="http://schemas.microsoft.com/office/drawing/2014/main" id="{6DE45B36-5A37-85A0-60E6-2C4B632DF50B}"/>
                </a:ext>
              </a:extLst>
            </p:cNvPr>
            <p:cNvSpPr/>
            <p:nvPr/>
          </p:nvSpPr>
          <p:spPr>
            <a:xfrm>
              <a:off x="6085207" y="1948981"/>
              <a:ext cx="594360" cy="594360"/>
            </a:xfrm>
            <a:prstGeom prst="ellipse">
              <a:avLst/>
            </a:prstGeom>
            <a:blipFill>
              <a:blip r:embed="rId3" cstate="screen">
                <a:extLst>
                  <a:ext uri="{28A0092B-C50C-407E-A947-70E740481C1C}">
                    <a14:useLocalDpi xmlns:a14="http://schemas.microsoft.com/office/drawing/2010/main"/>
                  </a:ext>
                </a:extLst>
              </a:blip>
              <a:stretch>
                <a:fillRect/>
              </a:stretch>
            </a:blip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30" name="Oval 29">
              <a:extLst>
                <a:ext uri="{FF2B5EF4-FFF2-40B4-BE49-F238E27FC236}">
                  <a16:creationId xmlns:a16="http://schemas.microsoft.com/office/drawing/2014/main" id="{A4857B55-B37A-7CF1-EAFC-EB9D1B39A6E1}"/>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cxnSp>
        <p:nvCxnSpPr>
          <p:cNvPr id="33" name="Straight Connector 32">
            <a:extLst>
              <a:ext uri="{FF2B5EF4-FFF2-40B4-BE49-F238E27FC236}">
                <a16:creationId xmlns:a16="http://schemas.microsoft.com/office/drawing/2014/main" id="{9F4F53A5-54B6-1AB2-6C91-625002A0CD45}"/>
              </a:ext>
            </a:extLst>
          </p:cNvPr>
          <p:cNvCxnSpPr>
            <a:cxnSpLocks/>
            <a:endCxn id="30" idx="3"/>
          </p:cNvCxnSpPr>
          <p:nvPr/>
        </p:nvCxnSpPr>
        <p:spPr>
          <a:xfrm>
            <a:off x="7810500" y="1266417"/>
            <a:ext cx="4096392" cy="0"/>
          </a:xfrm>
          <a:prstGeom prst="line">
            <a:avLst/>
          </a:prstGeom>
          <a:ln w="38100">
            <a:gradFill>
              <a:gsLst>
                <a:gs pos="0">
                  <a:schemeClr val="accent4"/>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25948B1-B889-2E39-73E2-838DE6B1220D}"/>
              </a:ext>
            </a:extLst>
          </p:cNvPr>
          <p:cNvSpPr txBox="1"/>
          <p:nvPr/>
        </p:nvSpPr>
        <p:spPr>
          <a:xfrm>
            <a:off x="8490137" y="632801"/>
            <a:ext cx="4096392" cy="583942"/>
          </a:xfrm>
          <a:prstGeom prst="rect">
            <a:avLst/>
          </a:prstGeom>
          <a:noFill/>
        </p:spPr>
        <p:txBody>
          <a:bodyPr wrap="square">
            <a:spAutoFit/>
          </a:bodyPr>
          <a:lstStyle/>
          <a:p>
            <a:pPr algn="just">
              <a:lnSpc>
                <a:spcPct val="150000"/>
              </a:lnSpc>
              <a:spcAft>
                <a:spcPts val="1000"/>
              </a:spcAft>
            </a:pPr>
            <a:r>
              <a:rPr lang="en-US" sz="2400" b="1" dirty="0">
                <a:solidFill>
                  <a:srgbClr val="604D44"/>
                </a:solidFill>
                <a:latin typeface="Avenir Next LT Pro" panose="020B0504020202020204" pitchFamily="34" charset="0"/>
                <a:cs typeface="Arial" panose="020B0604020202020204" pitchFamily="34" charset="0"/>
              </a:rPr>
              <a:t>TEAM OVERVIEW</a:t>
            </a:r>
          </a:p>
        </p:txBody>
      </p:sp>
      <p:sp>
        <p:nvSpPr>
          <p:cNvPr id="8" name="Rectangle 7">
            <a:extLst>
              <a:ext uri="{FF2B5EF4-FFF2-40B4-BE49-F238E27FC236}">
                <a16:creationId xmlns:a16="http://schemas.microsoft.com/office/drawing/2014/main" id="{D88990A5-FF4C-D129-6CC6-D34F38C9CA19}"/>
              </a:ext>
            </a:extLst>
          </p:cNvPr>
          <p:cNvSpPr/>
          <p:nvPr/>
        </p:nvSpPr>
        <p:spPr>
          <a:xfrm>
            <a:off x="730668" y="3719333"/>
            <a:ext cx="5727242" cy="3068000"/>
          </a:xfrm>
          <a:prstGeom prst="rect">
            <a:avLst/>
          </a:prstGeom>
          <a:blipFill>
            <a:blip r:embed="rId4" cstate="screen">
              <a:extLst>
                <a:ext uri="{28A0092B-C50C-407E-A947-70E740481C1C}">
                  <a14:useLocalDpi xmlns:a14="http://schemas.microsoft.com/office/drawing/2010/main"/>
                </a:ext>
              </a:extLst>
            </a:blip>
            <a:srcRect/>
            <a:stretch>
              <a:fillRect/>
            </a:stretch>
          </a:blip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68275" algn="just">
              <a:tabLst>
                <a:tab pos="6111875" algn="l"/>
                <a:tab pos="6172200" algn="l"/>
                <a:tab pos="6232525" algn="l"/>
              </a:tabLst>
            </a:pPr>
            <a:endParaRPr lang="en-US" dirty="0"/>
          </a:p>
        </p:txBody>
      </p:sp>
    </p:spTree>
    <p:custDataLst>
      <p:tags r:id="rId1"/>
    </p:custDataLst>
    <p:extLst>
      <p:ext uri="{BB962C8B-B14F-4D97-AF65-F5344CB8AC3E}">
        <p14:creationId xmlns:p14="http://schemas.microsoft.com/office/powerpoint/2010/main" val="3765138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8CD24-D3B6-75C6-1981-3A27E33E0E49}"/>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B016F615-73C5-9D94-7037-8256FDC222B7}"/>
              </a:ext>
            </a:extLst>
          </p:cNvPr>
          <p:cNvGrpSpPr/>
          <p:nvPr/>
        </p:nvGrpSpPr>
        <p:grpSpPr>
          <a:xfrm>
            <a:off x="6063829" y="3923331"/>
            <a:ext cx="2790122" cy="3162299"/>
            <a:chOff x="4867978" y="723900"/>
            <a:chExt cx="2790122" cy="3779279"/>
          </a:xfrm>
        </p:grpSpPr>
        <p:sp>
          <p:nvSpPr>
            <p:cNvPr id="40" name="Rectangle: Top Corners Rounded 39">
              <a:extLst>
                <a:ext uri="{FF2B5EF4-FFF2-40B4-BE49-F238E27FC236}">
                  <a16:creationId xmlns:a16="http://schemas.microsoft.com/office/drawing/2014/main" id="{BFB05A39-EE95-9B78-7E84-7C380C08C0DE}"/>
                </a:ext>
              </a:extLst>
            </p:cNvPr>
            <p:cNvSpPr/>
            <p:nvPr/>
          </p:nvSpPr>
          <p:spPr>
            <a:xfrm>
              <a:off x="4867978" y="723900"/>
              <a:ext cx="2790122" cy="3779279"/>
            </a:xfrm>
            <a:prstGeom prst="round2SameRect">
              <a:avLst/>
            </a:prstGeom>
            <a:solidFill>
              <a:schemeClr val="bg1"/>
            </a:solidFill>
            <a:ln w="22225">
              <a:gradFill>
                <a:gsLst>
                  <a:gs pos="0">
                    <a:schemeClr val="bg2"/>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Top Corners Rounded 40">
              <a:extLst>
                <a:ext uri="{FF2B5EF4-FFF2-40B4-BE49-F238E27FC236}">
                  <a16:creationId xmlns:a16="http://schemas.microsoft.com/office/drawing/2014/main" id="{CDB79123-5766-812A-50AD-3615D8CF55AA}"/>
                </a:ext>
              </a:extLst>
            </p:cNvPr>
            <p:cNvSpPr/>
            <p:nvPr/>
          </p:nvSpPr>
          <p:spPr>
            <a:xfrm>
              <a:off x="4979420" y="828344"/>
              <a:ext cx="2567238" cy="3578556"/>
            </a:xfrm>
            <a:prstGeom prst="round2SameRect">
              <a:avLst>
                <a:gd name="adj1" fmla="val 11440"/>
                <a:gd name="adj2" fmla="val 0"/>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Top Corners Rounded 41">
              <a:extLst>
                <a:ext uri="{FF2B5EF4-FFF2-40B4-BE49-F238E27FC236}">
                  <a16:creationId xmlns:a16="http://schemas.microsoft.com/office/drawing/2014/main" id="{B698A352-134E-F325-8977-537B5069029C}"/>
                </a:ext>
              </a:extLst>
            </p:cNvPr>
            <p:cNvSpPr/>
            <p:nvPr/>
          </p:nvSpPr>
          <p:spPr>
            <a:xfrm>
              <a:off x="4989263" y="843710"/>
              <a:ext cx="2567238" cy="1712867"/>
            </a:xfrm>
            <a:prstGeom prst="round2SameRect">
              <a:avLst>
                <a:gd name="adj1" fmla="val 27270"/>
                <a:gd name="adj2" fmla="val 0"/>
              </a:avLst>
            </a:prstGeom>
            <a:blipFill>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5" name="Group 34">
            <a:extLst>
              <a:ext uri="{FF2B5EF4-FFF2-40B4-BE49-F238E27FC236}">
                <a16:creationId xmlns:a16="http://schemas.microsoft.com/office/drawing/2014/main" id="{E87FDFC4-4F7F-5FB1-52B1-E1F6B3C4387A}"/>
              </a:ext>
            </a:extLst>
          </p:cNvPr>
          <p:cNvGrpSpPr/>
          <p:nvPr/>
        </p:nvGrpSpPr>
        <p:grpSpPr>
          <a:xfrm>
            <a:off x="9345106" y="3923331"/>
            <a:ext cx="2790122" cy="3162299"/>
            <a:chOff x="4867978" y="723900"/>
            <a:chExt cx="2790122" cy="3779279"/>
          </a:xfrm>
        </p:grpSpPr>
        <p:sp>
          <p:nvSpPr>
            <p:cNvPr id="36" name="Rectangle: Top Corners Rounded 35">
              <a:extLst>
                <a:ext uri="{FF2B5EF4-FFF2-40B4-BE49-F238E27FC236}">
                  <a16:creationId xmlns:a16="http://schemas.microsoft.com/office/drawing/2014/main" id="{FF3C18F6-BF05-8225-99E8-56B5AF8149D3}"/>
                </a:ext>
              </a:extLst>
            </p:cNvPr>
            <p:cNvSpPr/>
            <p:nvPr/>
          </p:nvSpPr>
          <p:spPr>
            <a:xfrm>
              <a:off x="4867978" y="723900"/>
              <a:ext cx="2790122" cy="3779279"/>
            </a:xfrm>
            <a:prstGeom prst="round2SameRect">
              <a:avLst/>
            </a:prstGeom>
            <a:solidFill>
              <a:schemeClr val="bg1"/>
            </a:solidFill>
            <a:ln w="22225">
              <a:gradFill>
                <a:gsLst>
                  <a:gs pos="0">
                    <a:schemeClr val="bg2"/>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Top Corners Rounded 36">
              <a:extLst>
                <a:ext uri="{FF2B5EF4-FFF2-40B4-BE49-F238E27FC236}">
                  <a16:creationId xmlns:a16="http://schemas.microsoft.com/office/drawing/2014/main" id="{587E4B7B-948D-50D5-1EFC-6698E71A5FE8}"/>
                </a:ext>
              </a:extLst>
            </p:cNvPr>
            <p:cNvSpPr/>
            <p:nvPr/>
          </p:nvSpPr>
          <p:spPr>
            <a:xfrm>
              <a:off x="4979420" y="828344"/>
              <a:ext cx="2567238" cy="3578556"/>
            </a:xfrm>
            <a:prstGeom prst="round2SameRect">
              <a:avLst>
                <a:gd name="adj1" fmla="val 11440"/>
                <a:gd name="adj2" fmla="val 0"/>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Top Corners Rounded 37">
              <a:extLst>
                <a:ext uri="{FF2B5EF4-FFF2-40B4-BE49-F238E27FC236}">
                  <a16:creationId xmlns:a16="http://schemas.microsoft.com/office/drawing/2014/main" id="{2B1F3321-453E-CD89-31FE-B3CA45158D39}"/>
                </a:ext>
              </a:extLst>
            </p:cNvPr>
            <p:cNvSpPr/>
            <p:nvPr/>
          </p:nvSpPr>
          <p:spPr>
            <a:xfrm>
              <a:off x="4989263" y="843710"/>
              <a:ext cx="2567238" cy="1712867"/>
            </a:xfrm>
            <a:prstGeom prst="round2SameRect">
              <a:avLst>
                <a:gd name="adj1" fmla="val 27270"/>
                <a:gd name="adj2" fmla="val 0"/>
              </a:avLst>
            </a:prstGeom>
            <a:blipFill>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CA940728-6C83-DD7A-5678-0F8A7CF3AFCB}"/>
              </a:ext>
            </a:extLst>
          </p:cNvPr>
          <p:cNvGrpSpPr/>
          <p:nvPr/>
        </p:nvGrpSpPr>
        <p:grpSpPr>
          <a:xfrm>
            <a:off x="10595603" y="558801"/>
            <a:ext cx="2790122" cy="3162299"/>
            <a:chOff x="4867978" y="723900"/>
            <a:chExt cx="2790122" cy="3779279"/>
          </a:xfrm>
        </p:grpSpPr>
        <p:sp>
          <p:nvSpPr>
            <p:cNvPr id="23" name="Rectangle: Top Corners Rounded 22">
              <a:extLst>
                <a:ext uri="{FF2B5EF4-FFF2-40B4-BE49-F238E27FC236}">
                  <a16:creationId xmlns:a16="http://schemas.microsoft.com/office/drawing/2014/main" id="{B0F3979F-C030-FBAA-2AB8-B62BD46B0E28}"/>
                </a:ext>
              </a:extLst>
            </p:cNvPr>
            <p:cNvSpPr/>
            <p:nvPr/>
          </p:nvSpPr>
          <p:spPr>
            <a:xfrm>
              <a:off x="4867978" y="723900"/>
              <a:ext cx="2790122" cy="3779279"/>
            </a:xfrm>
            <a:prstGeom prst="round2SameRect">
              <a:avLst/>
            </a:prstGeom>
            <a:solidFill>
              <a:schemeClr val="bg1"/>
            </a:solidFill>
            <a:ln w="22225">
              <a:gradFill>
                <a:gsLst>
                  <a:gs pos="0">
                    <a:schemeClr val="bg2"/>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Top Corners Rounded 23">
              <a:extLst>
                <a:ext uri="{FF2B5EF4-FFF2-40B4-BE49-F238E27FC236}">
                  <a16:creationId xmlns:a16="http://schemas.microsoft.com/office/drawing/2014/main" id="{E890D827-807B-5218-CE95-C1F1F1EA65CB}"/>
                </a:ext>
              </a:extLst>
            </p:cNvPr>
            <p:cNvSpPr/>
            <p:nvPr/>
          </p:nvSpPr>
          <p:spPr>
            <a:xfrm>
              <a:off x="4979420" y="828344"/>
              <a:ext cx="2567238" cy="3578556"/>
            </a:xfrm>
            <a:prstGeom prst="round2SameRect">
              <a:avLst>
                <a:gd name="adj1" fmla="val 11440"/>
                <a:gd name="adj2" fmla="val 0"/>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Top Corners Rounded 24">
              <a:extLst>
                <a:ext uri="{FF2B5EF4-FFF2-40B4-BE49-F238E27FC236}">
                  <a16:creationId xmlns:a16="http://schemas.microsoft.com/office/drawing/2014/main" id="{60C7D65E-36BE-789C-90F0-A122C6B5B4F1}"/>
                </a:ext>
              </a:extLst>
            </p:cNvPr>
            <p:cNvSpPr/>
            <p:nvPr/>
          </p:nvSpPr>
          <p:spPr>
            <a:xfrm>
              <a:off x="4989263" y="843710"/>
              <a:ext cx="2567238" cy="1712867"/>
            </a:xfrm>
            <a:prstGeom prst="round2SameRect">
              <a:avLst>
                <a:gd name="adj1" fmla="val 27270"/>
                <a:gd name="adj2" fmla="val 0"/>
              </a:avLst>
            </a:prstGeom>
            <a:blipFill>
              <a:blip r:embed="rId5"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17CC486C-D64E-FC4C-C20C-4C94A264B68C}"/>
              </a:ext>
            </a:extLst>
          </p:cNvPr>
          <p:cNvGrpSpPr/>
          <p:nvPr/>
        </p:nvGrpSpPr>
        <p:grpSpPr>
          <a:xfrm>
            <a:off x="7609463" y="558801"/>
            <a:ext cx="2790122" cy="3162299"/>
            <a:chOff x="4867978" y="723900"/>
            <a:chExt cx="2790122" cy="3779279"/>
          </a:xfrm>
        </p:grpSpPr>
        <p:sp>
          <p:nvSpPr>
            <p:cNvPr id="15" name="Rectangle: Top Corners Rounded 14">
              <a:extLst>
                <a:ext uri="{FF2B5EF4-FFF2-40B4-BE49-F238E27FC236}">
                  <a16:creationId xmlns:a16="http://schemas.microsoft.com/office/drawing/2014/main" id="{486403F1-B23D-7ECB-EF64-FE18D68DB9D4}"/>
                </a:ext>
              </a:extLst>
            </p:cNvPr>
            <p:cNvSpPr/>
            <p:nvPr/>
          </p:nvSpPr>
          <p:spPr>
            <a:xfrm>
              <a:off x="4867978" y="723900"/>
              <a:ext cx="2790122" cy="3779279"/>
            </a:xfrm>
            <a:prstGeom prst="round2SameRect">
              <a:avLst/>
            </a:prstGeom>
            <a:solidFill>
              <a:schemeClr val="bg1"/>
            </a:solidFill>
            <a:ln w="22225">
              <a:gradFill>
                <a:gsLst>
                  <a:gs pos="0">
                    <a:schemeClr val="bg2"/>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Top Corners Rounded 15">
              <a:extLst>
                <a:ext uri="{FF2B5EF4-FFF2-40B4-BE49-F238E27FC236}">
                  <a16:creationId xmlns:a16="http://schemas.microsoft.com/office/drawing/2014/main" id="{61C3C102-381E-559A-1EBB-A958C8DF5509}"/>
                </a:ext>
              </a:extLst>
            </p:cNvPr>
            <p:cNvSpPr/>
            <p:nvPr/>
          </p:nvSpPr>
          <p:spPr>
            <a:xfrm>
              <a:off x="4979420" y="828344"/>
              <a:ext cx="2567238" cy="3578556"/>
            </a:xfrm>
            <a:prstGeom prst="round2SameRect">
              <a:avLst>
                <a:gd name="adj1" fmla="val 11440"/>
                <a:gd name="adj2" fmla="val 0"/>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Top Corners Rounded 16">
              <a:extLst>
                <a:ext uri="{FF2B5EF4-FFF2-40B4-BE49-F238E27FC236}">
                  <a16:creationId xmlns:a16="http://schemas.microsoft.com/office/drawing/2014/main" id="{9C7C9BFF-A631-34B5-AD59-01F7FD9F996C}"/>
                </a:ext>
              </a:extLst>
            </p:cNvPr>
            <p:cNvSpPr/>
            <p:nvPr/>
          </p:nvSpPr>
          <p:spPr>
            <a:xfrm>
              <a:off x="4989263" y="843710"/>
              <a:ext cx="2567238" cy="1712867"/>
            </a:xfrm>
            <a:prstGeom prst="round2SameRect">
              <a:avLst>
                <a:gd name="adj1" fmla="val 27270"/>
                <a:gd name="adj2" fmla="val 0"/>
              </a:avLst>
            </a:prstGeom>
            <a:blipFill>
              <a:blip r:embed="rId6"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4B85E119-01AF-962C-1D77-5DEC54BAB79F}"/>
              </a:ext>
            </a:extLst>
          </p:cNvPr>
          <p:cNvGrpSpPr/>
          <p:nvPr/>
        </p:nvGrpSpPr>
        <p:grpSpPr>
          <a:xfrm>
            <a:off x="4626678" y="558801"/>
            <a:ext cx="2790122" cy="3162299"/>
            <a:chOff x="4867978" y="723900"/>
            <a:chExt cx="2790122" cy="3779279"/>
          </a:xfrm>
        </p:grpSpPr>
        <p:sp>
          <p:nvSpPr>
            <p:cNvPr id="8" name="Rectangle: Top Corners Rounded 7">
              <a:extLst>
                <a:ext uri="{FF2B5EF4-FFF2-40B4-BE49-F238E27FC236}">
                  <a16:creationId xmlns:a16="http://schemas.microsoft.com/office/drawing/2014/main" id="{EC316138-22E3-335B-4D37-0FC88E0C4FD8}"/>
                </a:ext>
              </a:extLst>
            </p:cNvPr>
            <p:cNvSpPr/>
            <p:nvPr/>
          </p:nvSpPr>
          <p:spPr>
            <a:xfrm>
              <a:off x="4867978" y="723900"/>
              <a:ext cx="2790122" cy="3779279"/>
            </a:xfrm>
            <a:prstGeom prst="round2SameRect">
              <a:avLst/>
            </a:prstGeom>
            <a:solidFill>
              <a:schemeClr val="bg1"/>
            </a:solidFill>
            <a:ln w="22225">
              <a:gradFill>
                <a:gsLst>
                  <a:gs pos="0">
                    <a:schemeClr val="bg2"/>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Top Corners Rounded 11">
              <a:extLst>
                <a:ext uri="{FF2B5EF4-FFF2-40B4-BE49-F238E27FC236}">
                  <a16:creationId xmlns:a16="http://schemas.microsoft.com/office/drawing/2014/main" id="{60A79104-6E2B-C3EC-7ED8-C065065FE411}"/>
                </a:ext>
              </a:extLst>
            </p:cNvPr>
            <p:cNvSpPr/>
            <p:nvPr/>
          </p:nvSpPr>
          <p:spPr>
            <a:xfrm>
              <a:off x="4979420" y="828344"/>
              <a:ext cx="2567238" cy="3578556"/>
            </a:xfrm>
            <a:prstGeom prst="round2SameRect">
              <a:avLst>
                <a:gd name="adj1" fmla="val 11440"/>
                <a:gd name="adj2" fmla="val 0"/>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Top Corners Rounded 1">
              <a:extLst>
                <a:ext uri="{FF2B5EF4-FFF2-40B4-BE49-F238E27FC236}">
                  <a16:creationId xmlns:a16="http://schemas.microsoft.com/office/drawing/2014/main" id="{9D561111-201F-A9E9-8624-E5245D8BD0BA}"/>
                </a:ext>
              </a:extLst>
            </p:cNvPr>
            <p:cNvSpPr/>
            <p:nvPr/>
          </p:nvSpPr>
          <p:spPr>
            <a:xfrm>
              <a:off x="4989263" y="843710"/>
              <a:ext cx="2567238" cy="1712867"/>
            </a:xfrm>
            <a:prstGeom prst="round2SameRect">
              <a:avLst>
                <a:gd name="adj1" fmla="val 27270"/>
                <a:gd name="adj2" fmla="val 0"/>
              </a:avLst>
            </a:prstGeom>
            <a:blipFill>
              <a:blip r:embed="rId7" cstate="screen">
                <a:extLst>
                  <a:ext uri="{28A0092B-C50C-407E-A947-70E740481C1C}">
                    <a14:useLocalDpi xmlns:a14="http://schemas.microsoft.com/office/drawing/2010/main"/>
                  </a:ext>
                </a:extLst>
              </a:blip>
              <a:srcRect/>
              <a:stretch>
                <a:fillRect r="142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extBox 4">
            <a:extLst>
              <a:ext uri="{FF2B5EF4-FFF2-40B4-BE49-F238E27FC236}">
                <a16:creationId xmlns:a16="http://schemas.microsoft.com/office/drawing/2014/main" id="{522FFBC6-ADBB-7E59-B84C-BEEB2D115EB2}"/>
              </a:ext>
            </a:extLst>
          </p:cNvPr>
          <p:cNvSpPr txBox="1"/>
          <p:nvPr/>
        </p:nvSpPr>
        <p:spPr>
          <a:xfrm>
            <a:off x="270856" y="2491291"/>
            <a:ext cx="3865535" cy="1323439"/>
          </a:xfrm>
          <a:prstGeom prst="rect">
            <a:avLst/>
          </a:prstGeom>
          <a:noFill/>
        </p:spPr>
        <p:txBody>
          <a:bodyPr wrap="square" rtlCol="0">
            <a:spAutoFit/>
          </a:bodyPr>
          <a:lstStyle/>
          <a:p>
            <a:r>
              <a:rPr lang="en-US" sz="4000" b="1" dirty="0">
                <a:solidFill>
                  <a:schemeClr val="bg1"/>
                </a:solidFill>
                <a:latin typeface="Avenir Next LT Pro" panose="020B0504020202020204" pitchFamily="34" charset="0"/>
                <a:cs typeface="Arial" panose="020B0604020202020204" pitchFamily="34" charset="0"/>
              </a:rPr>
              <a:t>OUR GUIDING PRINCIPLES</a:t>
            </a:r>
          </a:p>
        </p:txBody>
      </p:sp>
      <p:sp>
        <p:nvSpPr>
          <p:cNvPr id="4" name="Content Placeholder 2">
            <a:extLst>
              <a:ext uri="{FF2B5EF4-FFF2-40B4-BE49-F238E27FC236}">
                <a16:creationId xmlns:a16="http://schemas.microsoft.com/office/drawing/2014/main" id="{ED45C6CA-86F1-5F28-10AF-53E8EDEA847A}"/>
              </a:ext>
            </a:extLst>
          </p:cNvPr>
          <p:cNvSpPr txBox="1">
            <a:spLocks/>
          </p:cNvSpPr>
          <p:nvPr/>
        </p:nvSpPr>
        <p:spPr>
          <a:xfrm>
            <a:off x="10836292" y="2254768"/>
            <a:ext cx="2374988" cy="45720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lgn="ctr">
              <a:buNone/>
            </a:pPr>
            <a:r>
              <a:rPr lang="en-US" sz="2000" b="1" dirty="0">
                <a:solidFill>
                  <a:schemeClr val="bg2"/>
                </a:solidFill>
                <a:latin typeface="Avenir Next LT Pro" panose="020B0504020202020204" pitchFamily="34" charset="0"/>
                <a:cs typeface="Arial" panose="020B0604020202020204" pitchFamily="34" charset="0"/>
              </a:rPr>
              <a:t>Highest Quality </a:t>
            </a:r>
          </a:p>
        </p:txBody>
      </p:sp>
      <p:pic>
        <p:nvPicPr>
          <p:cNvPr id="22" name="Picture 2" descr="N:\_documents\_work\HO stuff\docs\marketing stuff\icon client centric.png">
            <a:extLst>
              <a:ext uri="{FF2B5EF4-FFF2-40B4-BE49-F238E27FC236}">
                <a16:creationId xmlns:a16="http://schemas.microsoft.com/office/drawing/2014/main" id="{5EFB266E-FE5F-B421-7288-9912DDF66475}"/>
              </a:ext>
            </a:extLst>
          </p:cNvPr>
          <p:cNvPicPr>
            <a:picLocks noChangeAspect="1" noChangeArrowheads="1"/>
          </p:cNvPicPr>
          <p:nvPr/>
        </p:nvPicPr>
        <p:blipFill>
          <a:blip r:embed="rId8" cstate="screen">
            <a:duotone>
              <a:prstClr val="black"/>
              <a:schemeClr val="accent4">
                <a:tint val="45000"/>
                <a:satMod val="400000"/>
              </a:schemeClr>
            </a:duotone>
            <a:extLst>
              <a:ext uri="{28A0092B-C50C-407E-A947-70E740481C1C}">
                <a14:useLocalDpi xmlns:a14="http://schemas.microsoft.com/office/drawing/2010/main"/>
              </a:ext>
            </a:extLst>
          </a:blip>
          <a:srcRect/>
          <a:stretch>
            <a:fillRect/>
          </a:stretch>
        </p:blipFill>
        <p:spPr bwMode="auto">
          <a:xfrm>
            <a:off x="5720080" y="2950640"/>
            <a:ext cx="549845" cy="54984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3" descr="N:\_documents\_work\HO stuff\docs\marketing stuff\icon customized.png">
            <a:extLst>
              <a:ext uri="{FF2B5EF4-FFF2-40B4-BE49-F238E27FC236}">
                <a16:creationId xmlns:a16="http://schemas.microsoft.com/office/drawing/2014/main" id="{02E37FEA-1604-AD29-AE28-A30CD84665BD}"/>
              </a:ext>
            </a:extLst>
          </p:cNvPr>
          <p:cNvPicPr>
            <a:picLocks noChangeAspect="1" noChangeArrowheads="1"/>
          </p:cNvPicPr>
          <p:nvPr/>
        </p:nvPicPr>
        <p:blipFill>
          <a:blip r:embed="rId9" cstate="screen">
            <a:duotone>
              <a:prstClr val="black"/>
              <a:schemeClr val="accent4">
                <a:tint val="45000"/>
                <a:satMod val="400000"/>
              </a:schemeClr>
            </a:duotone>
            <a:extLst>
              <a:ext uri="{28A0092B-C50C-407E-A947-70E740481C1C}">
                <a14:useLocalDpi xmlns:a14="http://schemas.microsoft.com/office/drawing/2010/main"/>
              </a:ext>
            </a:extLst>
          </a:blip>
          <a:srcRect/>
          <a:stretch>
            <a:fillRect/>
          </a:stretch>
        </p:blipFill>
        <p:spPr bwMode="auto">
          <a:xfrm>
            <a:off x="8748736" y="2950640"/>
            <a:ext cx="562415" cy="56241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5" descr="N:\_documents\_work\HO stuff\docs\marketing stuff\icon quality.png">
            <a:extLst>
              <a:ext uri="{FF2B5EF4-FFF2-40B4-BE49-F238E27FC236}">
                <a16:creationId xmlns:a16="http://schemas.microsoft.com/office/drawing/2014/main" id="{72F8BF9C-9B75-623F-E284-7C60D797F160}"/>
              </a:ext>
            </a:extLst>
          </p:cNvPr>
          <p:cNvPicPr>
            <a:picLocks noChangeAspect="1" noChangeArrowheads="1"/>
          </p:cNvPicPr>
          <p:nvPr/>
        </p:nvPicPr>
        <p:blipFill>
          <a:blip r:embed="rId10" cstate="screen">
            <a:duotone>
              <a:prstClr val="black"/>
              <a:schemeClr val="accent4">
                <a:tint val="45000"/>
                <a:satMod val="400000"/>
              </a:schemeClr>
            </a:duotone>
            <a:extLst>
              <a:ext uri="{28A0092B-C50C-407E-A947-70E740481C1C}">
                <a14:useLocalDpi xmlns:a14="http://schemas.microsoft.com/office/drawing/2010/main"/>
              </a:ext>
            </a:extLst>
          </a:blip>
          <a:srcRect/>
          <a:stretch>
            <a:fillRect/>
          </a:stretch>
        </p:blipFill>
        <p:spPr bwMode="auto">
          <a:xfrm>
            <a:off x="11734800" y="2879574"/>
            <a:ext cx="514440" cy="63348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N:\_documents\_work\HO stuff\docs\marketing stuff\icon agile.png">
            <a:extLst>
              <a:ext uri="{FF2B5EF4-FFF2-40B4-BE49-F238E27FC236}">
                <a16:creationId xmlns:a16="http://schemas.microsoft.com/office/drawing/2014/main" id="{FBE3EBD5-2A16-89DD-05CC-09A01D67EDFF}"/>
              </a:ext>
            </a:extLst>
          </p:cNvPr>
          <p:cNvPicPr>
            <a:picLocks noChangeAspect="1" noChangeArrowheads="1"/>
          </p:cNvPicPr>
          <p:nvPr/>
        </p:nvPicPr>
        <p:blipFill>
          <a:blip r:embed="rId11" cstate="screen">
            <a:duotone>
              <a:prstClr val="black"/>
              <a:schemeClr val="accent4">
                <a:tint val="45000"/>
                <a:satMod val="400000"/>
              </a:schemeClr>
            </a:duotone>
            <a:extLst>
              <a:ext uri="{28A0092B-C50C-407E-A947-70E740481C1C}">
                <a14:useLocalDpi xmlns:a14="http://schemas.microsoft.com/office/drawing/2010/main"/>
              </a:ext>
            </a:extLst>
          </a:blip>
          <a:srcRect/>
          <a:stretch>
            <a:fillRect/>
          </a:stretch>
        </p:blipFill>
        <p:spPr bwMode="auto">
          <a:xfrm>
            <a:off x="10484367" y="6285726"/>
            <a:ext cx="586046" cy="586046"/>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a:extLst>
              <a:ext uri="{FF2B5EF4-FFF2-40B4-BE49-F238E27FC236}">
                <a16:creationId xmlns:a16="http://schemas.microsoft.com/office/drawing/2014/main" id="{C195BDA0-A045-3A16-9CF9-ABF53F63DAD7}"/>
              </a:ext>
            </a:extLst>
          </p:cNvPr>
          <p:cNvSpPr txBox="1"/>
          <p:nvPr/>
        </p:nvSpPr>
        <p:spPr>
          <a:xfrm>
            <a:off x="321053" y="3948730"/>
            <a:ext cx="3554906" cy="1323439"/>
          </a:xfrm>
          <a:prstGeom prst="rect">
            <a:avLst/>
          </a:prstGeom>
          <a:noFill/>
        </p:spPr>
        <p:txBody>
          <a:bodyPr wrap="square">
            <a:spAutoFit/>
          </a:bodyPr>
          <a:lstStyle/>
          <a:p>
            <a:pPr>
              <a:spcAft>
                <a:spcPts val="1200"/>
              </a:spcAft>
            </a:pPr>
            <a:r>
              <a:rPr lang="en-US" dirty="0">
                <a:solidFill>
                  <a:schemeClr val="bg1"/>
                </a:solidFill>
                <a:latin typeface="Avenir Next LT Pro" panose="020B0504020202020204" pitchFamily="34" charset="0"/>
                <a:cs typeface="Arial" panose="020B0604020202020204" pitchFamily="34" charset="0"/>
              </a:rPr>
              <a:t>At Hands On we see our guiding principles and values as tenets upon which we live every day.</a:t>
            </a:r>
          </a:p>
        </p:txBody>
      </p:sp>
      <p:sp>
        <p:nvSpPr>
          <p:cNvPr id="28" name="Content Placeholder 2">
            <a:extLst>
              <a:ext uri="{FF2B5EF4-FFF2-40B4-BE49-F238E27FC236}">
                <a16:creationId xmlns:a16="http://schemas.microsoft.com/office/drawing/2014/main" id="{9E53A91B-A0F3-875F-0B2E-68F47F2393BE}"/>
              </a:ext>
            </a:extLst>
          </p:cNvPr>
          <p:cNvSpPr txBox="1">
            <a:spLocks/>
          </p:cNvSpPr>
          <p:nvPr/>
        </p:nvSpPr>
        <p:spPr>
          <a:xfrm>
            <a:off x="4800473" y="2393189"/>
            <a:ext cx="2374988" cy="45720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lgn="ctr">
              <a:buNone/>
            </a:pPr>
            <a:r>
              <a:rPr lang="en-US" sz="2000" b="1" dirty="0">
                <a:solidFill>
                  <a:schemeClr val="bg2"/>
                </a:solidFill>
                <a:latin typeface="Avenir Next LT Pro" panose="020B0504020202020204" pitchFamily="34" charset="0"/>
                <a:cs typeface="Arial" panose="020B0604020202020204" pitchFamily="34" charset="0"/>
              </a:rPr>
              <a:t>Customer First</a:t>
            </a:r>
          </a:p>
        </p:txBody>
      </p:sp>
      <p:sp>
        <p:nvSpPr>
          <p:cNvPr id="34" name="Content Placeholder 2">
            <a:extLst>
              <a:ext uri="{FF2B5EF4-FFF2-40B4-BE49-F238E27FC236}">
                <a16:creationId xmlns:a16="http://schemas.microsoft.com/office/drawing/2014/main" id="{06E2400F-DE2C-3328-70AA-B31ACEDC80B5}"/>
              </a:ext>
            </a:extLst>
          </p:cNvPr>
          <p:cNvSpPr txBox="1">
            <a:spLocks/>
          </p:cNvSpPr>
          <p:nvPr/>
        </p:nvSpPr>
        <p:spPr>
          <a:xfrm>
            <a:off x="7817030" y="2180613"/>
            <a:ext cx="2374988" cy="45720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lgn="ctr">
              <a:buNone/>
            </a:pPr>
            <a:r>
              <a:rPr lang="en-US" sz="2000" b="1" dirty="0">
                <a:solidFill>
                  <a:schemeClr val="bg2"/>
                </a:solidFill>
                <a:latin typeface="Avenir Next LT Pro" panose="020B0504020202020204" pitchFamily="34" charset="0"/>
                <a:cs typeface="Arial" panose="020B0604020202020204" pitchFamily="34" charset="0"/>
              </a:rPr>
              <a:t>Customized Solutions</a:t>
            </a:r>
          </a:p>
        </p:txBody>
      </p:sp>
      <p:sp>
        <p:nvSpPr>
          <p:cNvPr id="44" name="Content Placeholder 2">
            <a:extLst>
              <a:ext uri="{FF2B5EF4-FFF2-40B4-BE49-F238E27FC236}">
                <a16:creationId xmlns:a16="http://schemas.microsoft.com/office/drawing/2014/main" id="{72138538-B047-DF7C-6947-094222948CA6}"/>
              </a:ext>
            </a:extLst>
          </p:cNvPr>
          <p:cNvSpPr txBox="1">
            <a:spLocks/>
          </p:cNvSpPr>
          <p:nvPr/>
        </p:nvSpPr>
        <p:spPr>
          <a:xfrm>
            <a:off x="6271396" y="5583586"/>
            <a:ext cx="2374988" cy="45720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lgn="ctr">
              <a:buNone/>
            </a:pPr>
            <a:r>
              <a:rPr lang="en-US" sz="2000" b="1" dirty="0">
                <a:solidFill>
                  <a:schemeClr val="bg2"/>
                </a:solidFill>
                <a:latin typeface="Avenir Next LT Pro" panose="020B0504020202020204" pitchFamily="34" charset="0"/>
                <a:cs typeface="Arial" panose="020B0604020202020204" pitchFamily="34" charset="0"/>
              </a:rPr>
              <a:t>Solutions that Stick </a:t>
            </a:r>
          </a:p>
        </p:txBody>
      </p:sp>
      <p:sp>
        <p:nvSpPr>
          <p:cNvPr id="55" name="Content Placeholder 2">
            <a:extLst>
              <a:ext uri="{FF2B5EF4-FFF2-40B4-BE49-F238E27FC236}">
                <a16:creationId xmlns:a16="http://schemas.microsoft.com/office/drawing/2014/main" id="{C100FB88-4C7C-2560-62FA-6D32EA578E05}"/>
              </a:ext>
            </a:extLst>
          </p:cNvPr>
          <p:cNvSpPr txBox="1">
            <a:spLocks/>
          </p:cNvSpPr>
          <p:nvPr/>
        </p:nvSpPr>
        <p:spPr>
          <a:xfrm>
            <a:off x="9546006" y="5642672"/>
            <a:ext cx="2374988" cy="45720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lgn="ctr">
              <a:buNone/>
            </a:pPr>
            <a:r>
              <a:rPr lang="en-US" sz="2000" b="1" dirty="0">
                <a:solidFill>
                  <a:schemeClr val="bg2"/>
                </a:solidFill>
                <a:latin typeface="Avenir Next LT Pro" panose="020B0504020202020204" pitchFamily="34" charset="0"/>
                <a:cs typeface="Arial" panose="020B0604020202020204" pitchFamily="34" charset="0"/>
              </a:rPr>
              <a:t>Agile and Nimble </a:t>
            </a:r>
          </a:p>
        </p:txBody>
      </p:sp>
      <p:pic>
        <p:nvPicPr>
          <p:cNvPr id="58" name="Graphic 57" descr="Lightbulb and gear with solid fill">
            <a:extLst>
              <a:ext uri="{FF2B5EF4-FFF2-40B4-BE49-F238E27FC236}">
                <a16:creationId xmlns:a16="http://schemas.microsoft.com/office/drawing/2014/main" id="{192B29B4-597E-61DF-72E7-9E551B82047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64925" y="6331462"/>
            <a:ext cx="591224" cy="591224"/>
          </a:xfrm>
          <a:prstGeom prst="rect">
            <a:avLst/>
          </a:prstGeom>
        </p:spPr>
      </p:pic>
    </p:spTree>
    <p:custDataLst>
      <p:tags r:id="rId1"/>
    </p:custDataLst>
    <p:extLst>
      <p:ext uri="{BB962C8B-B14F-4D97-AF65-F5344CB8AC3E}">
        <p14:creationId xmlns:p14="http://schemas.microsoft.com/office/powerpoint/2010/main" val="2601878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13E83-932F-6ABD-9A62-89740EC3EE76}"/>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2ABABA47-5D5F-88CD-AFB6-2CECD64A5FB6}"/>
              </a:ext>
            </a:extLst>
          </p:cNvPr>
          <p:cNvGrpSpPr/>
          <p:nvPr/>
        </p:nvGrpSpPr>
        <p:grpSpPr>
          <a:xfrm>
            <a:off x="6063829" y="3923331"/>
            <a:ext cx="2790122" cy="3162299"/>
            <a:chOff x="4867978" y="723900"/>
            <a:chExt cx="2790122" cy="3779279"/>
          </a:xfrm>
        </p:grpSpPr>
        <p:sp>
          <p:nvSpPr>
            <p:cNvPr id="40" name="Rectangle: Top Corners Rounded 39">
              <a:extLst>
                <a:ext uri="{FF2B5EF4-FFF2-40B4-BE49-F238E27FC236}">
                  <a16:creationId xmlns:a16="http://schemas.microsoft.com/office/drawing/2014/main" id="{93C158F7-7772-675E-7F07-BAABA84D0C22}"/>
                </a:ext>
              </a:extLst>
            </p:cNvPr>
            <p:cNvSpPr/>
            <p:nvPr/>
          </p:nvSpPr>
          <p:spPr>
            <a:xfrm>
              <a:off x="4867978" y="723900"/>
              <a:ext cx="2790122" cy="3779279"/>
            </a:xfrm>
            <a:prstGeom prst="round2SameRect">
              <a:avLst/>
            </a:prstGeom>
            <a:solidFill>
              <a:schemeClr val="bg1"/>
            </a:solidFill>
            <a:ln w="22225">
              <a:gradFill>
                <a:gsLst>
                  <a:gs pos="0">
                    <a:schemeClr val="bg2"/>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Top Corners Rounded 40">
              <a:extLst>
                <a:ext uri="{FF2B5EF4-FFF2-40B4-BE49-F238E27FC236}">
                  <a16:creationId xmlns:a16="http://schemas.microsoft.com/office/drawing/2014/main" id="{AAF7DFDE-A217-7F44-ECF1-3A7985C2EB66}"/>
                </a:ext>
              </a:extLst>
            </p:cNvPr>
            <p:cNvSpPr/>
            <p:nvPr/>
          </p:nvSpPr>
          <p:spPr>
            <a:xfrm>
              <a:off x="4979420" y="828344"/>
              <a:ext cx="2567238" cy="3578556"/>
            </a:xfrm>
            <a:prstGeom prst="round2SameRect">
              <a:avLst>
                <a:gd name="adj1" fmla="val 11440"/>
                <a:gd name="adj2" fmla="val 0"/>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Top Corners Rounded 41">
              <a:extLst>
                <a:ext uri="{FF2B5EF4-FFF2-40B4-BE49-F238E27FC236}">
                  <a16:creationId xmlns:a16="http://schemas.microsoft.com/office/drawing/2014/main" id="{82F81E74-1030-8964-4F7A-85148BA6A31D}"/>
                </a:ext>
              </a:extLst>
            </p:cNvPr>
            <p:cNvSpPr/>
            <p:nvPr/>
          </p:nvSpPr>
          <p:spPr>
            <a:xfrm>
              <a:off x="4989263" y="843710"/>
              <a:ext cx="2567238" cy="1712867"/>
            </a:xfrm>
            <a:prstGeom prst="round2SameRect">
              <a:avLst>
                <a:gd name="adj1" fmla="val 27270"/>
                <a:gd name="adj2" fmla="val 0"/>
              </a:avLst>
            </a:prstGeom>
            <a:blipFill>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5" name="Group 34">
            <a:extLst>
              <a:ext uri="{FF2B5EF4-FFF2-40B4-BE49-F238E27FC236}">
                <a16:creationId xmlns:a16="http://schemas.microsoft.com/office/drawing/2014/main" id="{EC446880-0E6B-AFA9-183F-1EA85DC75D6C}"/>
              </a:ext>
            </a:extLst>
          </p:cNvPr>
          <p:cNvGrpSpPr/>
          <p:nvPr/>
        </p:nvGrpSpPr>
        <p:grpSpPr>
          <a:xfrm>
            <a:off x="9345106" y="3923331"/>
            <a:ext cx="2790122" cy="3162299"/>
            <a:chOff x="4867978" y="723900"/>
            <a:chExt cx="2790122" cy="3779279"/>
          </a:xfrm>
        </p:grpSpPr>
        <p:sp>
          <p:nvSpPr>
            <p:cNvPr id="36" name="Rectangle: Top Corners Rounded 35">
              <a:extLst>
                <a:ext uri="{FF2B5EF4-FFF2-40B4-BE49-F238E27FC236}">
                  <a16:creationId xmlns:a16="http://schemas.microsoft.com/office/drawing/2014/main" id="{AAAC8883-D6F6-99FE-18D2-FEEAA792B9C6}"/>
                </a:ext>
              </a:extLst>
            </p:cNvPr>
            <p:cNvSpPr/>
            <p:nvPr/>
          </p:nvSpPr>
          <p:spPr>
            <a:xfrm>
              <a:off x="4867978" y="723900"/>
              <a:ext cx="2790122" cy="3779279"/>
            </a:xfrm>
            <a:prstGeom prst="round2SameRect">
              <a:avLst/>
            </a:prstGeom>
            <a:solidFill>
              <a:schemeClr val="bg1"/>
            </a:solidFill>
            <a:ln w="22225">
              <a:gradFill>
                <a:gsLst>
                  <a:gs pos="0">
                    <a:schemeClr val="bg2"/>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Top Corners Rounded 36">
              <a:extLst>
                <a:ext uri="{FF2B5EF4-FFF2-40B4-BE49-F238E27FC236}">
                  <a16:creationId xmlns:a16="http://schemas.microsoft.com/office/drawing/2014/main" id="{9EB6FE39-32B2-D0BA-2CD1-42DC8F604411}"/>
                </a:ext>
              </a:extLst>
            </p:cNvPr>
            <p:cNvSpPr/>
            <p:nvPr/>
          </p:nvSpPr>
          <p:spPr>
            <a:xfrm>
              <a:off x="4979420" y="828344"/>
              <a:ext cx="2567238" cy="3578556"/>
            </a:xfrm>
            <a:prstGeom prst="round2SameRect">
              <a:avLst>
                <a:gd name="adj1" fmla="val 11440"/>
                <a:gd name="adj2" fmla="val 0"/>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Top Corners Rounded 37">
              <a:extLst>
                <a:ext uri="{FF2B5EF4-FFF2-40B4-BE49-F238E27FC236}">
                  <a16:creationId xmlns:a16="http://schemas.microsoft.com/office/drawing/2014/main" id="{9D798A44-368C-D3AC-594B-B41A3BA393E7}"/>
                </a:ext>
              </a:extLst>
            </p:cNvPr>
            <p:cNvSpPr/>
            <p:nvPr/>
          </p:nvSpPr>
          <p:spPr>
            <a:xfrm>
              <a:off x="4989263" y="843710"/>
              <a:ext cx="2567238" cy="1712867"/>
            </a:xfrm>
            <a:prstGeom prst="round2SameRect">
              <a:avLst>
                <a:gd name="adj1" fmla="val 27270"/>
                <a:gd name="adj2" fmla="val 0"/>
              </a:avLst>
            </a:prstGeom>
            <a:blipFill>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75FAE0C9-7049-6D27-A980-DD3FFB2D46A0}"/>
              </a:ext>
            </a:extLst>
          </p:cNvPr>
          <p:cNvGrpSpPr/>
          <p:nvPr/>
        </p:nvGrpSpPr>
        <p:grpSpPr>
          <a:xfrm>
            <a:off x="10595603" y="558801"/>
            <a:ext cx="2790122" cy="3162299"/>
            <a:chOff x="4867978" y="723900"/>
            <a:chExt cx="2790122" cy="3779279"/>
          </a:xfrm>
        </p:grpSpPr>
        <p:sp>
          <p:nvSpPr>
            <p:cNvPr id="23" name="Rectangle: Top Corners Rounded 22">
              <a:extLst>
                <a:ext uri="{FF2B5EF4-FFF2-40B4-BE49-F238E27FC236}">
                  <a16:creationId xmlns:a16="http://schemas.microsoft.com/office/drawing/2014/main" id="{AA4312AA-203F-9972-DA8C-73AC9DE69297}"/>
                </a:ext>
              </a:extLst>
            </p:cNvPr>
            <p:cNvSpPr/>
            <p:nvPr/>
          </p:nvSpPr>
          <p:spPr>
            <a:xfrm>
              <a:off x="4867978" y="723900"/>
              <a:ext cx="2790122" cy="3779279"/>
            </a:xfrm>
            <a:prstGeom prst="round2SameRect">
              <a:avLst/>
            </a:prstGeom>
            <a:solidFill>
              <a:schemeClr val="bg1"/>
            </a:solidFill>
            <a:ln w="22225">
              <a:gradFill>
                <a:gsLst>
                  <a:gs pos="0">
                    <a:schemeClr val="bg2"/>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Top Corners Rounded 23">
              <a:extLst>
                <a:ext uri="{FF2B5EF4-FFF2-40B4-BE49-F238E27FC236}">
                  <a16:creationId xmlns:a16="http://schemas.microsoft.com/office/drawing/2014/main" id="{09EE349B-341E-EF77-3462-87A51861C4A9}"/>
                </a:ext>
              </a:extLst>
            </p:cNvPr>
            <p:cNvSpPr/>
            <p:nvPr/>
          </p:nvSpPr>
          <p:spPr>
            <a:xfrm>
              <a:off x="4979420" y="828344"/>
              <a:ext cx="2567238" cy="3578556"/>
            </a:xfrm>
            <a:prstGeom prst="round2SameRect">
              <a:avLst>
                <a:gd name="adj1" fmla="val 11440"/>
                <a:gd name="adj2" fmla="val 0"/>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Top Corners Rounded 24">
              <a:extLst>
                <a:ext uri="{FF2B5EF4-FFF2-40B4-BE49-F238E27FC236}">
                  <a16:creationId xmlns:a16="http://schemas.microsoft.com/office/drawing/2014/main" id="{BBF3908C-9E44-A958-1BC5-15674233CF9A}"/>
                </a:ext>
              </a:extLst>
            </p:cNvPr>
            <p:cNvSpPr/>
            <p:nvPr/>
          </p:nvSpPr>
          <p:spPr>
            <a:xfrm>
              <a:off x="4989263" y="843710"/>
              <a:ext cx="2567238" cy="1712867"/>
            </a:xfrm>
            <a:prstGeom prst="round2SameRect">
              <a:avLst>
                <a:gd name="adj1" fmla="val 27270"/>
                <a:gd name="adj2" fmla="val 0"/>
              </a:avLst>
            </a:prstGeom>
            <a:blipFill>
              <a:blip r:embed="rId5"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62C5DFA0-7710-9DEE-5911-66882FCC52D4}"/>
              </a:ext>
            </a:extLst>
          </p:cNvPr>
          <p:cNvGrpSpPr/>
          <p:nvPr/>
        </p:nvGrpSpPr>
        <p:grpSpPr>
          <a:xfrm>
            <a:off x="7609463" y="558801"/>
            <a:ext cx="2790122" cy="3162299"/>
            <a:chOff x="4867978" y="723900"/>
            <a:chExt cx="2790122" cy="3779279"/>
          </a:xfrm>
        </p:grpSpPr>
        <p:sp>
          <p:nvSpPr>
            <p:cNvPr id="15" name="Rectangle: Top Corners Rounded 14">
              <a:extLst>
                <a:ext uri="{FF2B5EF4-FFF2-40B4-BE49-F238E27FC236}">
                  <a16:creationId xmlns:a16="http://schemas.microsoft.com/office/drawing/2014/main" id="{454E0411-A014-5988-48C7-E2AB54DC453A}"/>
                </a:ext>
              </a:extLst>
            </p:cNvPr>
            <p:cNvSpPr/>
            <p:nvPr/>
          </p:nvSpPr>
          <p:spPr>
            <a:xfrm>
              <a:off x="4867978" y="723900"/>
              <a:ext cx="2790122" cy="3779279"/>
            </a:xfrm>
            <a:prstGeom prst="round2SameRect">
              <a:avLst/>
            </a:prstGeom>
            <a:solidFill>
              <a:schemeClr val="bg1"/>
            </a:solidFill>
            <a:ln w="22225">
              <a:gradFill>
                <a:gsLst>
                  <a:gs pos="0">
                    <a:schemeClr val="bg2"/>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Top Corners Rounded 15">
              <a:extLst>
                <a:ext uri="{FF2B5EF4-FFF2-40B4-BE49-F238E27FC236}">
                  <a16:creationId xmlns:a16="http://schemas.microsoft.com/office/drawing/2014/main" id="{BD9DBBF0-C43C-1C94-3B89-0FCE384B4346}"/>
                </a:ext>
              </a:extLst>
            </p:cNvPr>
            <p:cNvSpPr/>
            <p:nvPr/>
          </p:nvSpPr>
          <p:spPr>
            <a:xfrm>
              <a:off x="4979420" y="828344"/>
              <a:ext cx="2567238" cy="3578556"/>
            </a:xfrm>
            <a:prstGeom prst="round2SameRect">
              <a:avLst>
                <a:gd name="adj1" fmla="val 11440"/>
                <a:gd name="adj2" fmla="val 0"/>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Top Corners Rounded 16">
              <a:extLst>
                <a:ext uri="{FF2B5EF4-FFF2-40B4-BE49-F238E27FC236}">
                  <a16:creationId xmlns:a16="http://schemas.microsoft.com/office/drawing/2014/main" id="{2244F012-BE5F-3272-794B-0BD50CE29577}"/>
                </a:ext>
              </a:extLst>
            </p:cNvPr>
            <p:cNvSpPr/>
            <p:nvPr/>
          </p:nvSpPr>
          <p:spPr>
            <a:xfrm>
              <a:off x="4989263" y="843710"/>
              <a:ext cx="2567238" cy="1712867"/>
            </a:xfrm>
            <a:prstGeom prst="round2SameRect">
              <a:avLst>
                <a:gd name="adj1" fmla="val 27270"/>
                <a:gd name="adj2" fmla="val 0"/>
              </a:avLst>
            </a:prstGeom>
            <a:blipFill>
              <a:blip r:embed="rId6"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B41F7149-D0D0-BC6B-399F-72517D4A14FC}"/>
              </a:ext>
            </a:extLst>
          </p:cNvPr>
          <p:cNvGrpSpPr/>
          <p:nvPr/>
        </p:nvGrpSpPr>
        <p:grpSpPr>
          <a:xfrm>
            <a:off x="4626678" y="558801"/>
            <a:ext cx="2790122" cy="3162299"/>
            <a:chOff x="4867978" y="723900"/>
            <a:chExt cx="2790122" cy="3779279"/>
          </a:xfrm>
        </p:grpSpPr>
        <p:sp>
          <p:nvSpPr>
            <p:cNvPr id="8" name="Rectangle: Top Corners Rounded 7">
              <a:extLst>
                <a:ext uri="{FF2B5EF4-FFF2-40B4-BE49-F238E27FC236}">
                  <a16:creationId xmlns:a16="http://schemas.microsoft.com/office/drawing/2014/main" id="{626CD0DA-9EE1-C5A4-F59F-BAD6FACBDBD9}"/>
                </a:ext>
              </a:extLst>
            </p:cNvPr>
            <p:cNvSpPr/>
            <p:nvPr/>
          </p:nvSpPr>
          <p:spPr>
            <a:xfrm>
              <a:off x="4867978" y="723900"/>
              <a:ext cx="2790122" cy="3779279"/>
            </a:xfrm>
            <a:prstGeom prst="round2SameRect">
              <a:avLst/>
            </a:prstGeom>
            <a:solidFill>
              <a:schemeClr val="bg1"/>
            </a:solidFill>
            <a:ln w="22225">
              <a:gradFill>
                <a:gsLst>
                  <a:gs pos="0">
                    <a:schemeClr val="bg2"/>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Top Corners Rounded 11">
              <a:extLst>
                <a:ext uri="{FF2B5EF4-FFF2-40B4-BE49-F238E27FC236}">
                  <a16:creationId xmlns:a16="http://schemas.microsoft.com/office/drawing/2014/main" id="{E906EF85-5BF0-E41B-30C8-6AC70AFDC656}"/>
                </a:ext>
              </a:extLst>
            </p:cNvPr>
            <p:cNvSpPr/>
            <p:nvPr/>
          </p:nvSpPr>
          <p:spPr>
            <a:xfrm>
              <a:off x="4979420" y="828344"/>
              <a:ext cx="2567238" cy="3578556"/>
            </a:xfrm>
            <a:prstGeom prst="round2SameRect">
              <a:avLst>
                <a:gd name="adj1" fmla="val 11440"/>
                <a:gd name="adj2" fmla="val 0"/>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Top Corners Rounded 1">
              <a:extLst>
                <a:ext uri="{FF2B5EF4-FFF2-40B4-BE49-F238E27FC236}">
                  <a16:creationId xmlns:a16="http://schemas.microsoft.com/office/drawing/2014/main" id="{62BB5673-785A-EB32-C13D-3BD258C4A1A4}"/>
                </a:ext>
              </a:extLst>
            </p:cNvPr>
            <p:cNvSpPr/>
            <p:nvPr/>
          </p:nvSpPr>
          <p:spPr>
            <a:xfrm>
              <a:off x="4989263" y="843710"/>
              <a:ext cx="2567238" cy="1712867"/>
            </a:xfrm>
            <a:prstGeom prst="round2SameRect">
              <a:avLst>
                <a:gd name="adj1" fmla="val 27270"/>
                <a:gd name="adj2" fmla="val 0"/>
              </a:avLst>
            </a:prstGeom>
            <a:blipFill>
              <a:blip r:embed="rId7" cstate="screen">
                <a:extLst>
                  <a:ext uri="{28A0092B-C50C-407E-A947-70E740481C1C}">
                    <a14:useLocalDpi xmlns:a14="http://schemas.microsoft.com/office/drawing/2010/main"/>
                  </a:ext>
                </a:extLst>
              </a:blip>
              <a:srcRect/>
              <a:stretch>
                <a:fillRect r="142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extBox 4">
            <a:extLst>
              <a:ext uri="{FF2B5EF4-FFF2-40B4-BE49-F238E27FC236}">
                <a16:creationId xmlns:a16="http://schemas.microsoft.com/office/drawing/2014/main" id="{4E12AC5A-FA0D-3DD0-D715-09D5D2428FCD}"/>
              </a:ext>
            </a:extLst>
          </p:cNvPr>
          <p:cNvSpPr txBox="1"/>
          <p:nvPr/>
        </p:nvSpPr>
        <p:spPr>
          <a:xfrm>
            <a:off x="243214" y="2661711"/>
            <a:ext cx="3865535" cy="707886"/>
          </a:xfrm>
          <a:prstGeom prst="rect">
            <a:avLst/>
          </a:prstGeom>
          <a:noFill/>
        </p:spPr>
        <p:txBody>
          <a:bodyPr wrap="square" rtlCol="0">
            <a:spAutoFit/>
          </a:bodyPr>
          <a:lstStyle/>
          <a:p>
            <a:r>
              <a:rPr lang="en-US" sz="4000" b="1" dirty="0">
                <a:solidFill>
                  <a:schemeClr val="bg1"/>
                </a:solidFill>
                <a:latin typeface="Avenir Next LT Pro" panose="020B0504020202020204" pitchFamily="34" charset="0"/>
                <a:cs typeface="Arial" panose="020B0604020202020204" pitchFamily="34" charset="0"/>
              </a:rPr>
              <a:t>OUR VALUES</a:t>
            </a:r>
          </a:p>
        </p:txBody>
      </p:sp>
      <p:sp>
        <p:nvSpPr>
          <p:cNvPr id="4" name="Content Placeholder 2">
            <a:extLst>
              <a:ext uri="{FF2B5EF4-FFF2-40B4-BE49-F238E27FC236}">
                <a16:creationId xmlns:a16="http://schemas.microsoft.com/office/drawing/2014/main" id="{2DAE44D9-65DD-04CB-8FD7-F03BDDE1B929}"/>
              </a:ext>
            </a:extLst>
          </p:cNvPr>
          <p:cNvSpPr txBox="1">
            <a:spLocks/>
          </p:cNvSpPr>
          <p:nvPr/>
        </p:nvSpPr>
        <p:spPr>
          <a:xfrm>
            <a:off x="10836292" y="2254768"/>
            <a:ext cx="2374988" cy="45720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lgn="ctr">
              <a:buNone/>
            </a:pPr>
            <a:r>
              <a:rPr lang="en-US" sz="2000" b="1" dirty="0">
                <a:solidFill>
                  <a:schemeClr val="bg2"/>
                </a:solidFill>
                <a:latin typeface="Avenir Next LT Pro" panose="020B0504020202020204" pitchFamily="34" charset="0"/>
                <a:cs typeface="Arial" panose="020B0604020202020204" pitchFamily="34" charset="0"/>
              </a:rPr>
              <a:t>Diversity, Equity and Inclusion </a:t>
            </a:r>
          </a:p>
        </p:txBody>
      </p:sp>
      <p:sp>
        <p:nvSpPr>
          <p:cNvPr id="57" name="TextBox 56">
            <a:extLst>
              <a:ext uri="{FF2B5EF4-FFF2-40B4-BE49-F238E27FC236}">
                <a16:creationId xmlns:a16="http://schemas.microsoft.com/office/drawing/2014/main" id="{223A6C45-0E2C-C245-E015-73572A5671A7}"/>
              </a:ext>
            </a:extLst>
          </p:cNvPr>
          <p:cNvSpPr txBox="1"/>
          <p:nvPr/>
        </p:nvSpPr>
        <p:spPr>
          <a:xfrm>
            <a:off x="274456" y="3568584"/>
            <a:ext cx="3554906" cy="1323439"/>
          </a:xfrm>
          <a:prstGeom prst="rect">
            <a:avLst/>
          </a:prstGeom>
          <a:noFill/>
        </p:spPr>
        <p:txBody>
          <a:bodyPr wrap="square">
            <a:spAutoFit/>
          </a:bodyPr>
          <a:lstStyle/>
          <a:p>
            <a:pPr>
              <a:spcAft>
                <a:spcPts val="1200"/>
              </a:spcAft>
            </a:pPr>
            <a:r>
              <a:rPr lang="en-US" dirty="0">
                <a:solidFill>
                  <a:schemeClr val="bg1"/>
                </a:solidFill>
                <a:latin typeface="Avenir Next LT Pro" panose="020B0504020202020204" pitchFamily="34" charset="0"/>
                <a:cs typeface="Arial" panose="020B0604020202020204" pitchFamily="34" charset="0"/>
              </a:rPr>
              <a:t>At Hands On we see our guiding principles and values as tenets upon which we live every day.</a:t>
            </a:r>
          </a:p>
        </p:txBody>
      </p:sp>
      <p:sp>
        <p:nvSpPr>
          <p:cNvPr id="28" name="Content Placeholder 2">
            <a:extLst>
              <a:ext uri="{FF2B5EF4-FFF2-40B4-BE49-F238E27FC236}">
                <a16:creationId xmlns:a16="http://schemas.microsoft.com/office/drawing/2014/main" id="{97836ED9-62FE-C2AC-672F-757B440433CC}"/>
              </a:ext>
            </a:extLst>
          </p:cNvPr>
          <p:cNvSpPr txBox="1">
            <a:spLocks/>
          </p:cNvSpPr>
          <p:nvPr/>
        </p:nvSpPr>
        <p:spPr>
          <a:xfrm>
            <a:off x="4800473" y="2101089"/>
            <a:ext cx="2374988" cy="45720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lgn="ctr">
              <a:buNone/>
            </a:pPr>
            <a:r>
              <a:rPr lang="en-US" sz="2000" b="1" dirty="0">
                <a:solidFill>
                  <a:schemeClr val="bg2"/>
                </a:solidFill>
                <a:latin typeface="Avenir Next LT Pro" panose="020B0504020202020204" pitchFamily="34" charset="0"/>
                <a:cs typeface="Arial" panose="020B0604020202020204" pitchFamily="34" charset="0"/>
              </a:rPr>
              <a:t>Thought Leadership and Innovation </a:t>
            </a:r>
          </a:p>
        </p:txBody>
      </p:sp>
      <p:sp>
        <p:nvSpPr>
          <p:cNvPr id="34" name="Content Placeholder 2">
            <a:extLst>
              <a:ext uri="{FF2B5EF4-FFF2-40B4-BE49-F238E27FC236}">
                <a16:creationId xmlns:a16="http://schemas.microsoft.com/office/drawing/2014/main" id="{726E5680-17D4-77D4-6C9B-62659E2822FD}"/>
              </a:ext>
            </a:extLst>
          </p:cNvPr>
          <p:cNvSpPr txBox="1">
            <a:spLocks/>
          </p:cNvSpPr>
          <p:nvPr/>
        </p:nvSpPr>
        <p:spPr>
          <a:xfrm>
            <a:off x="7817030" y="2180613"/>
            <a:ext cx="2374988" cy="45720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lgn="ctr">
              <a:buNone/>
            </a:pPr>
            <a:r>
              <a:rPr lang="en-US" sz="2000" b="1" dirty="0">
                <a:solidFill>
                  <a:schemeClr val="bg2"/>
                </a:solidFill>
                <a:latin typeface="Avenir Next LT Pro" panose="020B0504020202020204" pitchFamily="34" charset="0"/>
                <a:cs typeface="Arial" panose="020B0604020202020204" pitchFamily="34" charset="0"/>
              </a:rPr>
              <a:t>Collaboration </a:t>
            </a:r>
          </a:p>
        </p:txBody>
      </p:sp>
      <p:sp>
        <p:nvSpPr>
          <p:cNvPr id="44" name="Content Placeholder 2">
            <a:extLst>
              <a:ext uri="{FF2B5EF4-FFF2-40B4-BE49-F238E27FC236}">
                <a16:creationId xmlns:a16="http://schemas.microsoft.com/office/drawing/2014/main" id="{D8B6F4CB-E23C-08B0-961B-7BD93854C2C0}"/>
              </a:ext>
            </a:extLst>
          </p:cNvPr>
          <p:cNvSpPr txBox="1">
            <a:spLocks/>
          </p:cNvSpPr>
          <p:nvPr/>
        </p:nvSpPr>
        <p:spPr>
          <a:xfrm>
            <a:off x="6271396" y="5583586"/>
            <a:ext cx="2374988" cy="45720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lgn="ctr">
              <a:buNone/>
            </a:pPr>
            <a:r>
              <a:rPr lang="en-US" sz="2000" b="1" dirty="0">
                <a:solidFill>
                  <a:schemeClr val="bg2"/>
                </a:solidFill>
                <a:latin typeface="Avenir Next LT Pro" panose="020B0504020202020204" pitchFamily="34" charset="0"/>
                <a:cs typeface="Arial" panose="020B0604020202020204" pitchFamily="34" charset="0"/>
              </a:rPr>
              <a:t>Integrity </a:t>
            </a:r>
          </a:p>
        </p:txBody>
      </p:sp>
      <p:sp>
        <p:nvSpPr>
          <p:cNvPr id="55" name="Content Placeholder 2">
            <a:extLst>
              <a:ext uri="{FF2B5EF4-FFF2-40B4-BE49-F238E27FC236}">
                <a16:creationId xmlns:a16="http://schemas.microsoft.com/office/drawing/2014/main" id="{F5184ABD-86FD-8866-23EB-02D02D47F4F3}"/>
              </a:ext>
            </a:extLst>
          </p:cNvPr>
          <p:cNvSpPr txBox="1">
            <a:spLocks/>
          </p:cNvSpPr>
          <p:nvPr/>
        </p:nvSpPr>
        <p:spPr>
          <a:xfrm>
            <a:off x="9546006" y="5642672"/>
            <a:ext cx="2374988" cy="457200"/>
          </a:xfrm>
          <a:prstGeom prst="rect">
            <a:avLst/>
          </a:prstGeom>
        </p:spPr>
        <p:txBody>
          <a:bodyPr vert="horz" lIns="101882" tIns="50941" rIns="101882" bIns="50941" rtlCol="0">
            <a:noAutofit/>
          </a:bodyPr>
          <a:lstStyle>
            <a:lvl1pPr marL="382059" indent="-382059" algn="l" defTabSz="101882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indent="0" algn="ctr">
              <a:buNone/>
            </a:pPr>
            <a:r>
              <a:rPr lang="en-US" sz="2000" b="1" dirty="0">
                <a:solidFill>
                  <a:schemeClr val="bg2"/>
                </a:solidFill>
                <a:latin typeface="Avenir Next LT Pro" panose="020B0504020202020204" pitchFamily="34" charset="0"/>
                <a:cs typeface="Arial" panose="020B0604020202020204" pitchFamily="34" charset="0"/>
              </a:rPr>
              <a:t>Objectivity </a:t>
            </a:r>
          </a:p>
        </p:txBody>
      </p:sp>
      <p:pic>
        <p:nvPicPr>
          <p:cNvPr id="3" name="Picture 3" descr="N:\_documents\_work\HO stuff\docs\marketing stuff\icon objectivity.png">
            <a:extLst>
              <a:ext uri="{FF2B5EF4-FFF2-40B4-BE49-F238E27FC236}">
                <a16:creationId xmlns:a16="http://schemas.microsoft.com/office/drawing/2014/main" id="{45186683-38AE-768C-4B3D-3369E6B86313}"/>
              </a:ext>
            </a:extLst>
          </p:cNvPr>
          <p:cNvPicPr>
            <a:picLocks noChangeAspect="1" noChangeArrowheads="1"/>
          </p:cNvPicPr>
          <p:nvPr/>
        </p:nvPicPr>
        <p:blipFill>
          <a:blip r:embed="rId8" cstate="screen">
            <a:duotone>
              <a:prstClr val="black"/>
              <a:schemeClr val="accent4">
                <a:tint val="45000"/>
                <a:satMod val="400000"/>
              </a:schemeClr>
            </a:duotone>
            <a:extLst>
              <a:ext uri="{28A0092B-C50C-407E-A947-70E740481C1C}">
                <a14:useLocalDpi xmlns:a14="http://schemas.microsoft.com/office/drawing/2010/main"/>
              </a:ext>
            </a:extLst>
          </a:blip>
          <a:srcRect/>
          <a:stretch>
            <a:fillRect/>
          </a:stretch>
        </p:blipFill>
        <p:spPr bwMode="auto">
          <a:xfrm>
            <a:off x="10487586" y="6258078"/>
            <a:ext cx="524848" cy="52484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N:\_documents\_work\HO stuff\docs\marketing stuff\icon integrity.png">
            <a:extLst>
              <a:ext uri="{FF2B5EF4-FFF2-40B4-BE49-F238E27FC236}">
                <a16:creationId xmlns:a16="http://schemas.microsoft.com/office/drawing/2014/main" id="{2FD995E9-1C02-8D62-B4AF-71D51C05E4A6}"/>
              </a:ext>
            </a:extLst>
          </p:cNvPr>
          <p:cNvPicPr>
            <a:picLocks noChangeAspect="1" noChangeArrowheads="1"/>
          </p:cNvPicPr>
          <p:nvPr/>
        </p:nvPicPr>
        <p:blipFill>
          <a:blip r:embed="rId9" cstate="screen">
            <a:duotone>
              <a:prstClr val="black"/>
              <a:schemeClr val="accent4">
                <a:tint val="45000"/>
                <a:satMod val="400000"/>
              </a:schemeClr>
            </a:duotone>
            <a:extLst>
              <a:ext uri="{28A0092B-C50C-407E-A947-70E740481C1C}">
                <a14:useLocalDpi xmlns:a14="http://schemas.microsoft.com/office/drawing/2010/main"/>
              </a:ext>
            </a:extLst>
          </a:blip>
          <a:srcRect/>
          <a:stretch>
            <a:fillRect/>
          </a:stretch>
        </p:blipFill>
        <p:spPr bwMode="auto">
          <a:xfrm>
            <a:off x="7140006" y="6217869"/>
            <a:ext cx="637768" cy="6377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N:\_documents\_work\HO stuff\docs\marketing stuff\icon diversity.png">
            <a:extLst>
              <a:ext uri="{FF2B5EF4-FFF2-40B4-BE49-F238E27FC236}">
                <a16:creationId xmlns:a16="http://schemas.microsoft.com/office/drawing/2014/main" id="{90DD6794-A838-F8D9-6429-5E957090243B}"/>
              </a:ext>
            </a:extLst>
          </p:cNvPr>
          <p:cNvPicPr>
            <a:picLocks noChangeAspect="1" noChangeArrowheads="1"/>
          </p:cNvPicPr>
          <p:nvPr/>
        </p:nvPicPr>
        <p:blipFill>
          <a:blip r:embed="rId10" cstate="screen">
            <a:duotone>
              <a:prstClr val="black"/>
              <a:schemeClr val="accent4">
                <a:tint val="45000"/>
                <a:satMod val="400000"/>
              </a:schemeClr>
            </a:duotone>
            <a:extLst>
              <a:ext uri="{28A0092B-C50C-407E-A947-70E740481C1C}">
                <a14:useLocalDpi xmlns:a14="http://schemas.microsoft.com/office/drawing/2010/main"/>
              </a:ext>
            </a:extLst>
          </a:blip>
          <a:srcRect/>
          <a:stretch>
            <a:fillRect/>
          </a:stretch>
        </p:blipFill>
        <p:spPr bwMode="auto">
          <a:xfrm>
            <a:off x="11671780" y="2974003"/>
            <a:ext cx="637768" cy="637768"/>
          </a:xfrm>
          <a:prstGeom prst="rect">
            <a:avLst/>
          </a:prstGeom>
          <a:noFill/>
          <a:extLst>
            <a:ext uri="{909E8E84-426E-40DD-AFC4-6F175D3DCCD1}">
              <a14:hiddenFill xmlns:a14="http://schemas.microsoft.com/office/drawing/2010/main">
                <a:solidFill>
                  <a:srgbClr val="FFFFFF"/>
                </a:solidFill>
              </a14:hiddenFill>
            </a:ext>
          </a:extLst>
        </p:spPr>
      </p:pic>
      <p:pic>
        <p:nvPicPr>
          <p:cNvPr id="11" name="Graphic 10" descr="Cheers with solid fill">
            <a:extLst>
              <a:ext uri="{FF2B5EF4-FFF2-40B4-BE49-F238E27FC236}">
                <a16:creationId xmlns:a16="http://schemas.microsoft.com/office/drawing/2014/main" id="{CCA418F2-F87C-6362-2179-147EE524D9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699724" y="2958984"/>
            <a:ext cx="609600" cy="609600"/>
          </a:xfrm>
          <a:prstGeom prst="rect">
            <a:avLst/>
          </a:prstGeom>
        </p:spPr>
      </p:pic>
      <p:pic>
        <p:nvPicPr>
          <p:cNvPr id="19" name="Picture 4" descr="N:\_documents\_work\HO stuff\docs\marketing stuff\icon thought leader.png">
            <a:extLst>
              <a:ext uri="{FF2B5EF4-FFF2-40B4-BE49-F238E27FC236}">
                <a16:creationId xmlns:a16="http://schemas.microsoft.com/office/drawing/2014/main" id="{A888D18E-E4D0-3386-1ECA-5659202BEE0B}"/>
              </a:ext>
            </a:extLst>
          </p:cNvPr>
          <p:cNvPicPr>
            <a:picLocks noChangeAspect="1" noChangeArrowheads="1"/>
          </p:cNvPicPr>
          <p:nvPr/>
        </p:nvPicPr>
        <p:blipFill>
          <a:blip r:embed="rId13" cstate="screen">
            <a:alphaModFix/>
            <a:duotone>
              <a:prstClr val="black"/>
              <a:schemeClr val="accent4">
                <a:tint val="45000"/>
                <a:satMod val="400000"/>
              </a:schemeClr>
            </a:duotone>
            <a:extLst>
              <a:ext uri="{BEBA8EAE-BF5A-486C-A8C5-ECC9F3942E4B}">
                <a14:imgProps xmlns:a14="http://schemas.microsoft.com/office/drawing/2010/main">
                  <a14:imgLayer r:embed="rId14">
                    <a14:imgEffect>
                      <a14:brightnessContrast bright="-26000"/>
                    </a14:imgEffect>
                  </a14:imgLayer>
                </a14:imgProps>
              </a:ext>
              <a:ext uri="{28A0092B-C50C-407E-A947-70E740481C1C}">
                <a14:useLocalDpi xmlns:a14="http://schemas.microsoft.com/office/drawing/2010/main"/>
              </a:ext>
            </a:extLst>
          </a:blip>
          <a:srcRect/>
          <a:stretch>
            <a:fillRect/>
          </a:stretch>
        </p:blipFill>
        <p:spPr bwMode="auto">
          <a:xfrm>
            <a:off x="5662536" y="3015654"/>
            <a:ext cx="697760" cy="69776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85034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310468" y="1049319"/>
            <a:ext cx="9501463" cy="876587"/>
          </a:xfrm>
          <a:prstGeom prst="rect">
            <a:avLst/>
          </a:prstGeom>
          <a:noFill/>
        </p:spPr>
        <p:txBody>
          <a:bodyPr wrap="square" rtlCol="0">
            <a:spAutoFit/>
          </a:bodyPr>
          <a:lstStyle/>
          <a:p>
            <a:pPr algn="just">
              <a:lnSpc>
                <a:spcPct val="150000"/>
              </a:lnSpc>
              <a:spcAft>
                <a:spcPts val="1200"/>
              </a:spcAft>
              <a:defRPr/>
            </a:pPr>
            <a:r>
              <a:rPr lang="en-US" sz="1800" dirty="0">
                <a:solidFill>
                  <a:schemeClr val="bg1"/>
                </a:solidFill>
                <a:latin typeface="Avenir Next LT Pro" panose="020B0504020202020204" pitchFamily="34" charset="0"/>
                <a:cs typeface="Arial" panose="020B0604020202020204" pitchFamily="34" charset="0"/>
              </a:rPr>
              <a:t>We have had the extraordinary good fortune to work with a number of organizations of varying industry, size, and in various markets around the globe.</a:t>
            </a:r>
          </a:p>
        </p:txBody>
      </p:sp>
      <p:pic>
        <p:nvPicPr>
          <p:cNvPr id="23" name="Picture 10" descr="N:\_documents\_work\HO stuff\docs\marketing stuff\logos\Novartis.png">
            <a:extLst>
              <a:ext uri="{FF2B5EF4-FFF2-40B4-BE49-F238E27FC236}">
                <a16:creationId xmlns:a16="http://schemas.microsoft.com/office/drawing/2014/main" id="{B712B200-AC5B-D9B4-2C09-0072100FAD6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687302" y="5279357"/>
            <a:ext cx="1438275" cy="143827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2" descr="N:\_documents\_work\HO stuff\docs\marketing stuff\logos\williams-sonoma-logo_origin-embed.jpg">
            <a:extLst>
              <a:ext uri="{FF2B5EF4-FFF2-40B4-BE49-F238E27FC236}">
                <a16:creationId xmlns:a16="http://schemas.microsoft.com/office/drawing/2014/main" id="{A02C38C7-E6DB-2B11-EC2D-33D9FE2F947C}"/>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9207083" y="2936813"/>
            <a:ext cx="2135188" cy="41097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N:\_documents\_work\HO stuff\docs\marketing stuff\logos\3M.png">
            <a:extLst>
              <a:ext uri="{FF2B5EF4-FFF2-40B4-BE49-F238E27FC236}">
                <a16:creationId xmlns:a16="http://schemas.microsoft.com/office/drawing/2014/main" id="{BDB97E03-886B-7E25-E196-1055C82532AA}"/>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434420" y="2936813"/>
            <a:ext cx="871814" cy="51385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3" descr="N:\_documents\_work\HO stuff\docs\marketing stuff\logos\clorox.jpg">
            <a:extLst>
              <a:ext uri="{FF2B5EF4-FFF2-40B4-BE49-F238E27FC236}">
                <a16:creationId xmlns:a16="http://schemas.microsoft.com/office/drawing/2014/main" id="{0FFF37D0-21DA-3085-716B-EE6F6904158B}"/>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2310989" y="3968178"/>
            <a:ext cx="926331" cy="55211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descr="N:\_documents\_work\HO stuff\docs\marketing stuff\logos\nestle.png">
            <a:extLst>
              <a:ext uri="{FF2B5EF4-FFF2-40B4-BE49-F238E27FC236}">
                <a16:creationId xmlns:a16="http://schemas.microsoft.com/office/drawing/2014/main" id="{7A50E9C3-0AD9-B84B-0B9A-F2ECF36E72B8}"/>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12005495" y="2665059"/>
            <a:ext cx="929195" cy="95448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5" descr="N:\_documents\_work\HO stuff\docs\marketing stuff\logos\chevron.jpg">
            <a:extLst>
              <a:ext uri="{FF2B5EF4-FFF2-40B4-BE49-F238E27FC236}">
                <a16:creationId xmlns:a16="http://schemas.microsoft.com/office/drawing/2014/main" id="{667685C5-03C4-51AE-1B9F-55724573341B}"/>
              </a:ext>
            </a:extLst>
          </p:cNvPr>
          <p:cNvPicPr>
            <a:picLocks noChangeAspect="1" noChangeArrowheads="1"/>
          </p:cNvPicPr>
          <p:nvPr/>
        </p:nvPicPr>
        <p:blipFill rotWithShape="1">
          <a:blip r:embed="rId8" cstate="screen">
            <a:extLst>
              <a:ext uri="{28A0092B-C50C-407E-A947-70E740481C1C}">
                <a14:useLocalDpi xmlns:a14="http://schemas.microsoft.com/office/drawing/2010/main"/>
              </a:ext>
            </a:extLst>
          </a:blip>
          <a:srcRect/>
          <a:stretch>
            <a:fillRect/>
          </a:stretch>
        </p:blipFill>
        <p:spPr bwMode="auto">
          <a:xfrm>
            <a:off x="2855217" y="4786457"/>
            <a:ext cx="780572" cy="85542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N:\_documents\_work\HO stuff\docs\marketing stuff\logos\Hess.png">
            <a:extLst>
              <a:ext uri="{FF2B5EF4-FFF2-40B4-BE49-F238E27FC236}">
                <a16:creationId xmlns:a16="http://schemas.microsoft.com/office/drawing/2014/main" id="{B33994F5-ECDD-E1F8-B88E-D3492EBBAC74}"/>
              </a:ext>
            </a:extLst>
          </p:cNvPr>
          <p:cNvPicPr>
            <a:picLocks noChangeAspect="1" noChangeArrowheads="1"/>
          </p:cNvPicPr>
          <p:nvPr/>
        </p:nvPicPr>
        <p:blipFill>
          <a:blip r:embed="rId9">
            <a:extLst>
              <a:ext uri="{28A0092B-C50C-407E-A947-70E740481C1C}">
                <a14:useLocalDpi xmlns:a14="http://schemas.microsoft.com/office/drawing/2010/main"/>
              </a:ext>
            </a:extLst>
          </a:blip>
          <a:srcRect/>
          <a:stretch>
            <a:fillRect/>
          </a:stretch>
        </p:blipFill>
        <p:spPr bwMode="auto">
          <a:xfrm>
            <a:off x="10285419" y="3950101"/>
            <a:ext cx="998080" cy="58827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8" descr="N:\_documents\_work\HO stuff\docs\marketing stuff\logos\JP Morgan.png">
            <a:extLst>
              <a:ext uri="{FF2B5EF4-FFF2-40B4-BE49-F238E27FC236}">
                <a16:creationId xmlns:a16="http://schemas.microsoft.com/office/drawing/2014/main" id="{C7EA627F-F8DB-F6E0-1E43-F3383088C0EF}"/>
              </a:ext>
            </a:extLst>
          </p:cNvPr>
          <p:cNvPicPr>
            <a:picLocks noChangeAspect="1" noChangeArrowheads="1"/>
          </p:cNvPicPr>
          <p:nvPr/>
        </p:nvPicPr>
        <p:blipFill rotWithShape="1">
          <a:blip r:embed="rId10" cstate="screen">
            <a:extLst>
              <a:ext uri="{28A0092B-C50C-407E-A947-70E740481C1C}">
                <a14:useLocalDpi xmlns:a14="http://schemas.microsoft.com/office/drawing/2010/main"/>
              </a:ext>
            </a:extLst>
          </a:blip>
          <a:srcRect t="31623" b="29967"/>
          <a:stretch/>
        </p:blipFill>
        <p:spPr bwMode="auto">
          <a:xfrm>
            <a:off x="548343" y="5543475"/>
            <a:ext cx="2545747" cy="97782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9" descr="N:\_documents\_work\HO stuff\docs\marketing stuff\logos\JandJ.jpg">
            <a:extLst>
              <a:ext uri="{FF2B5EF4-FFF2-40B4-BE49-F238E27FC236}">
                <a16:creationId xmlns:a16="http://schemas.microsoft.com/office/drawing/2014/main" id="{39ED0FF7-37FD-80E6-9621-9D2B85F6C7B1}"/>
              </a:ext>
            </a:extLst>
          </p:cNvPr>
          <p:cNvPicPr>
            <a:picLocks noChangeAspect="1" noChangeArrowheads="1"/>
          </p:cNvPicPr>
          <p:nvPr/>
        </p:nvPicPr>
        <p:blipFill>
          <a:blip r:embed="rId11">
            <a:extLst>
              <a:ext uri="{28A0092B-C50C-407E-A947-70E740481C1C}">
                <a14:useLocalDpi xmlns:a14="http://schemas.microsoft.com/office/drawing/2010/main"/>
              </a:ext>
            </a:extLst>
          </a:blip>
          <a:srcRect/>
          <a:stretch>
            <a:fillRect/>
          </a:stretch>
        </p:blipFill>
        <p:spPr bwMode="auto">
          <a:xfrm>
            <a:off x="872193" y="5107430"/>
            <a:ext cx="1438275" cy="2667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2" descr="N:\_documents\_work\HO stuff\docs\marketing stuff\logos\Genentech.png">
            <a:extLst>
              <a:ext uri="{FF2B5EF4-FFF2-40B4-BE49-F238E27FC236}">
                <a16:creationId xmlns:a16="http://schemas.microsoft.com/office/drawing/2014/main" id="{4E08548D-0FD5-112A-CEAF-61799191DCBA}"/>
              </a:ext>
            </a:extLst>
          </p:cNvPr>
          <p:cNvPicPr>
            <a:picLocks noChangeAspect="1" noChangeArrowheads="1"/>
          </p:cNvPicPr>
          <p:nvPr/>
        </p:nvPicPr>
        <p:blipFill rotWithShape="1">
          <a:blip r:embed="rId12" cstate="screen">
            <a:extLst>
              <a:ext uri="{28A0092B-C50C-407E-A947-70E740481C1C}">
                <a14:useLocalDpi xmlns:a14="http://schemas.microsoft.com/office/drawing/2010/main"/>
              </a:ext>
            </a:extLst>
          </a:blip>
          <a:srcRect b="24375"/>
          <a:stretch/>
        </p:blipFill>
        <p:spPr bwMode="auto">
          <a:xfrm>
            <a:off x="7411680" y="5641878"/>
            <a:ext cx="143827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5" descr="N:\_documents\_work\HO stuff\docs\marketing stuff\logos\ITV_logo_2013.svg.png">
            <a:extLst>
              <a:ext uri="{FF2B5EF4-FFF2-40B4-BE49-F238E27FC236}">
                <a16:creationId xmlns:a16="http://schemas.microsoft.com/office/drawing/2014/main" id="{07C7F8FC-AB89-8CBD-9D2F-772B46C151DC}"/>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4321693" y="3879585"/>
            <a:ext cx="1041745" cy="52087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6" descr="N:\_documents\_work\HO stuff\docs\marketing stuff\logos\cbs-logo.png">
            <a:extLst>
              <a:ext uri="{FF2B5EF4-FFF2-40B4-BE49-F238E27FC236}">
                <a16:creationId xmlns:a16="http://schemas.microsoft.com/office/drawing/2014/main" id="{C056B7DC-95D7-E590-B0E6-3611247B0E5E}"/>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5297633" y="2832180"/>
            <a:ext cx="1201479" cy="717884"/>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18" descr="N:\_documents\_work\HO stuff\docs\marketing stuff\logos\The-Walt-Disney-Company-Logo.png">
            <a:extLst>
              <a:ext uri="{FF2B5EF4-FFF2-40B4-BE49-F238E27FC236}">
                <a16:creationId xmlns:a16="http://schemas.microsoft.com/office/drawing/2014/main" id="{1C4CF387-6AA9-7597-CB25-91534487B23F}"/>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7428698" y="4680692"/>
            <a:ext cx="1560898" cy="95448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19" descr="N:\_documents\_work\HO stuff\docs\marketing stuff\logos\Levis.png">
            <a:extLst>
              <a:ext uri="{FF2B5EF4-FFF2-40B4-BE49-F238E27FC236}">
                <a16:creationId xmlns:a16="http://schemas.microsoft.com/office/drawing/2014/main" id="{AC93CE54-53A1-B6D1-C3E2-4FEEB8E64A80}"/>
              </a:ext>
            </a:extLst>
          </p:cNvPr>
          <p:cNvPicPr>
            <a:picLocks noChangeAspect="1" noChangeArrowheads="1"/>
          </p:cNvPicPr>
          <p:nvPr/>
        </p:nvPicPr>
        <p:blipFill>
          <a:blip r:embed="rId16">
            <a:extLst>
              <a:ext uri="{28A0092B-C50C-407E-A947-70E740481C1C}">
                <a14:useLocalDpi xmlns:a14="http://schemas.microsoft.com/office/drawing/2010/main"/>
              </a:ext>
            </a:extLst>
          </a:blip>
          <a:srcRect/>
          <a:stretch>
            <a:fillRect/>
          </a:stretch>
        </p:blipFill>
        <p:spPr bwMode="auto">
          <a:xfrm>
            <a:off x="9454989" y="4999209"/>
            <a:ext cx="1156461" cy="57440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0" descr="N:\_documents\_work\HO stuff\docs\marketing stuff\logos\SpaceNK.jpg">
            <a:extLst>
              <a:ext uri="{FF2B5EF4-FFF2-40B4-BE49-F238E27FC236}">
                <a16:creationId xmlns:a16="http://schemas.microsoft.com/office/drawing/2014/main" id="{021F51F5-583E-F79C-C8FF-626D7B8BCA1C}"/>
              </a:ext>
            </a:extLst>
          </p:cNvPr>
          <p:cNvPicPr>
            <a:picLocks noChangeAspect="1" noChangeArrowheads="1"/>
          </p:cNvPicPr>
          <p:nvPr/>
        </p:nvPicPr>
        <p:blipFill rotWithShape="1">
          <a:blip r:embed="rId17" cstate="screen">
            <a:extLst>
              <a:ext uri="{28A0092B-C50C-407E-A947-70E740481C1C}">
                <a14:useLocalDpi xmlns:a14="http://schemas.microsoft.com/office/drawing/2010/main"/>
              </a:ext>
            </a:extLst>
          </a:blip>
          <a:srcRect/>
          <a:stretch/>
        </p:blipFill>
        <p:spPr bwMode="auto">
          <a:xfrm>
            <a:off x="6210250" y="3821983"/>
            <a:ext cx="1438275" cy="73961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3" descr="N:\_documents\_work\HO stuff\docs\marketing stuff\logos\docusign_logo_black_text_on_white_0.png">
            <a:extLst>
              <a:ext uri="{FF2B5EF4-FFF2-40B4-BE49-F238E27FC236}">
                <a16:creationId xmlns:a16="http://schemas.microsoft.com/office/drawing/2014/main" id="{EF4E2BAE-C127-6631-522E-204129314400}"/>
              </a:ext>
            </a:extLst>
          </p:cNvPr>
          <p:cNvPicPr>
            <a:picLocks noChangeAspect="1" noChangeArrowheads="1"/>
          </p:cNvPicPr>
          <p:nvPr/>
        </p:nvPicPr>
        <p:blipFill>
          <a:blip r:embed="rId18" cstate="screen">
            <a:extLst>
              <a:ext uri="{28A0092B-C50C-407E-A947-70E740481C1C}">
                <a14:useLocalDpi xmlns:a14="http://schemas.microsoft.com/office/drawing/2010/main"/>
              </a:ext>
            </a:extLst>
          </a:blip>
          <a:srcRect/>
          <a:stretch>
            <a:fillRect/>
          </a:stretch>
        </p:blipFill>
        <p:spPr bwMode="auto">
          <a:xfrm>
            <a:off x="3863245" y="4965459"/>
            <a:ext cx="1519976" cy="536866"/>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4" descr="N:\_documents\_work\HO stuff\docs\marketing stuff\logos\Adobe.png">
            <a:extLst>
              <a:ext uri="{FF2B5EF4-FFF2-40B4-BE49-F238E27FC236}">
                <a16:creationId xmlns:a16="http://schemas.microsoft.com/office/drawing/2014/main" id="{6BA89635-2277-ED25-B661-A2B0C326E5F9}"/>
              </a:ext>
            </a:extLst>
          </p:cNvPr>
          <p:cNvPicPr>
            <a:picLocks noChangeAspect="1" noChangeArrowheads="1"/>
          </p:cNvPicPr>
          <p:nvPr/>
        </p:nvPicPr>
        <p:blipFill>
          <a:blip r:embed="rId19" cstate="screen">
            <a:extLst>
              <a:ext uri="{28A0092B-C50C-407E-A947-70E740481C1C}">
                <a14:useLocalDpi xmlns:a14="http://schemas.microsoft.com/office/drawing/2010/main"/>
              </a:ext>
            </a:extLst>
          </a:blip>
          <a:srcRect/>
          <a:stretch>
            <a:fillRect/>
          </a:stretch>
        </p:blipFill>
        <p:spPr bwMode="auto">
          <a:xfrm>
            <a:off x="7415737" y="2823467"/>
            <a:ext cx="651962" cy="876587"/>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5" descr="N:\_documents\_work\HO stuff\docs\marketing stuff\logos\microsoft-logo_rgb_c-gray.png">
            <a:extLst>
              <a:ext uri="{FF2B5EF4-FFF2-40B4-BE49-F238E27FC236}">
                <a16:creationId xmlns:a16="http://schemas.microsoft.com/office/drawing/2014/main" id="{678A2165-1B64-6F4A-1B69-72CDCE3E6801}"/>
              </a:ext>
            </a:extLst>
          </p:cNvPr>
          <p:cNvPicPr>
            <a:picLocks noChangeAspect="1" noChangeArrowheads="1"/>
          </p:cNvPicPr>
          <p:nvPr/>
        </p:nvPicPr>
        <p:blipFill>
          <a:blip r:embed="rId20" cstate="screen">
            <a:extLst>
              <a:ext uri="{28A0092B-C50C-407E-A947-70E740481C1C}">
                <a14:useLocalDpi xmlns:a14="http://schemas.microsoft.com/office/drawing/2010/main"/>
              </a:ext>
            </a:extLst>
          </a:blip>
          <a:srcRect/>
          <a:stretch>
            <a:fillRect/>
          </a:stretch>
        </p:blipFill>
        <p:spPr bwMode="auto">
          <a:xfrm>
            <a:off x="8055376" y="3789559"/>
            <a:ext cx="1806931" cy="809955"/>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11" descr="N:\_documents\_work\HO stuff\docs\marketing stuff\logos\Roche.png">
            <a:extLst>
              <a:ext uri="{FF2B5EF4-FFF2-40B4-BE49-F238E27FC236}">
                <a16:creationId xmlns:a16="http://schemas.microsoft.com/office/drawing/2014/main" id="{46C3E41E-3138-66B0-9141-CE7967C251D8}"/>
              </a:ext>
            </a:extLst>
          </p:cNvPr>
          <p:cNvPicPr>
            <a:picLocks noChangeAspect="1" noChangeArrowheads="1"/>
          </p:cNvPicPr>
          <p:nvPr/>
        </p:nvPicPr>
        <p:blipFill>
          <a:blip r:embed="rId21">
            <a:extLst>
              <a:ext uri="{28A0092B-C50C-407E-A947-70E740481C1C}">
                <a14:useLocalDpi xmlns:a14="http://schemas.microsoft.com/office/drawing/2010/main"/>
              </a:ext>
            </a:extLst>
          </a:blip>
          <a:srcRect/>
          <a:stretch>
            <a:fillRect/>
          </a:stretch>
        </p:blipFill>
        <p:spPr bwMode="auto">
          <a:xfrm>
            <a:off x="5581853" y="5735040"/>
            <a:ext cx="1143000" cy="590424"/>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7" descr="N:\_documents\_work\HO stuff\docs\marketing stuff\logos\1200px-Intuitive_Surgical_logo.svg.png">
            <a:extLst>
              <a:ext uri="{FF2B5EF4-FFF2-40B4-BE49-F238E27FC236}">
                <a16:creationId xmlns:a16="http://schemas.microsoft.com/office/drawing/2014/main" id="{A2E8D72F-2995-56A2-CA5D-E075DB332507}"/>
              </a:ext>
            </a:extLst>
          </p:cNvPr>
          <p:cNvPicPr>
            <a:picLocks noChangeAspect="1" noChangeArrowheads="1"/>
          </p:cNvPicPr>
          <p:nvPr/>
        </p:nvPicPr>
        <p:blipFill>
          <a:blip r:embed="rId22" cstate="screen">
            <a:extLst>
              <a:ext uri="{28A0092B-C50C-407E-A947-70E740481C1C}">
                <a14:useLocalDpi xmlns:a14="http://schemas.microsoft.com/office/drawing/2010/main"/>
              </a:ext>
            </a:extLst>
          </a:blip>
          <a:srcRect/>
          <a:stretch>
            <a:fillRect/>
          </a:stretch>
        </p:blipFill>
        <p:spPr bwMode="auto">
          <a:xfrm>
            <a:off x="5802392" y="4872554"/>
            <a:ext cx="1242051" cy="495786"/>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a:extLst>
              <a:ext uri="{FF2B5EF4-FFF2-40B4-BE49-F238E27FC236}">
                <a16:creationId xmlns:a16="http://schemas.microsoft.com/office/drawing/2014/main" id="{BD23A2A0-9F9E-6861-5E50-02152BEDD3FC}"/>
              </a:ext>
            </a:extLst>
          </p:cNvPr>
          <p:cNvPicPr>
            <a:picLocks noChangeAspect="1" noChangeArrowheads="1"/>
          </p:cNvPicPr>
          <p:nvPr/>
        </p:nvPicPr>
        <p:blipFill>
          <a:blip r:embed="rId23">
            <a:extLst>
              <a:ext uri="{28A0092B-C50C-407E-A947-70E740481C1C}">
                <a14:useLocalDpi xmlns:a14="http://schemas.microsoft.com/office/drawing/2010/main"/>
              </a:ext>
            </a:extLst>
          </a:blip>
          <a:srcRect/>
          <a:stretch>
            <a:fillRect/>
          </a:stretch>
        </p:blipFill>
        <p:spPr bwMode="auto">
          <a:xfrm>
            <a:off x="2647476" y="6666716"/>
            <a:ext cx="1790891" cy="22574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BAD13CBC-F2FE-E593-2C3F-0079BF259D67}"/>
              </a:ext>
            </a:extLst>
          </p:cNvPr>
          <p:cNvPicPr>
            <a:picLocks noChangeAspect="1" noChangeArrowheads="1"/>
          </p:cNvPicPr>
          <p:nvPr/>
        </p:nvPicPr>
        <p:blipFill>
          <a:blip r:embed="rId24">
            <a:extLst>
              <a:ext uri="{28A0092B-C50C-407E-A947-70E740481C1C}">
                <a14:useLocalDpi xmlns:a14="http://schemas.microsoft.com/office/drawing/2010/main"/>
              </a:ext>
            </a:extLst>
          </a:blip>
          <a:srcRect/>
          <a:stretch>
            <a:fillRect/>
          </a:stretch>
        </p:blipFill>
        <p:spPr bwMode="auto">
          <a:xfrm>
            <a:off x="11921247" y="5928395"/>
            <a:ext cx="949452" cy="38995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BridgeBio logo">
            <a:extLst>
              <a:ext uri="{FF2B5EF4-FFF2-40B4-BE49-F238E27FC236}">
                <a16:creationId xmlns:a16="http://schemas.microsoft.com/office/drawing/2014/main" id="{32F3EF06-9FC6-CE27-612A-EFC5709AE7EB}"/>
              </a:ext>
            </a:extLst>
          </p:cNvPr>
          <p:cNvPicPr>
            <a:picLocks noChangeAspect="1" noChangeArrowheads="1"/>
          </p:cNvPicPr>
          <p:nvPr/>
        </p:nvPicPr>
        <p:blipFill>
          <a:blip r:embed="rId25" cstate="screen">
            <a:extLst>
              <a:ext uri="{28A0092B-C50C-407E-A947-70E740481C1C}">
                <a14:useLocalDpi xmlns:a14="http://schemas.microsoft.com/office/drawing/2010/main"/>
              </a:ext>
            </a:extLst>
          </a:blip>
          <a:srcRect/>
          <a:stretch>
            <a:fillRect/>
          </a:stretch>
        </p:blipFill>
        <p:spPr bwMode="auto">
          <a:xfrm>
            <a:off x="3341809" y="2896455"/>
            <a:ext cx="1281424" cy="513849"/>
          </a:xfrm>
          <a:prstGeom prst="rect">
            <a:avLst/>
          </a:prstGeom>
          <a:solidFill>
            <a:schemeClr val="accent1"/>
          </a:solidFill>
        </p:spPr>
      </p:pic>
      <p:pic>
        <p:nvPicPr>
          <p:cNvPr id="1028" name="Picture 4">
            <a:extLst>
              <a:ext uri="{FF2B5EF4-FFF2-40B4-BE49-F238E27FC236}">
                <a16:creationId xmlns:a16="http://schemas.microsoft.com/office/drawing/2014/main" id="{77C933BA-7DD6-6A08-94D1-6FFD33ACB4D8}"/>
              </a:ext>
            </a:extLst>
          </p:cNvPr>
          <p:cNvPicPr>
            <a:picLocks noChangeAspect="1" noChangeArrowheads="1"/>
          </p:cNvPicPr>
          <p:nvPr/>
        </p:nvPicPr>
        <p:blipFill>
          <a:blip r:embed="rId26">
            <a:extLst>
              <a:ext uri="{28A0092B-C50C-407E-A947-70E740481C1C}">
                <a14:useLocalDpi xmlns:a14="http://schemas.microsoft.com/office/drawing/2010/main"/>
              </a:ext>
            </a:extLst>
          </a:blip>
          <a:srcRect/>
          <a:stretch>
            <a:fillRect/>
          </a:stretch>
        </p:blipFill>
        <p:spPr bwMode="auto">
          <a:xfrm>
            <a:off x="628261" y="4042783"/>
            <a:ext cx="709422" cy="456057"/>
          </a:xfrm>
          <a:prstGeom prst="rect">
            <a:avLst/>
          </a:prstGeom>
          <a:noFill/>
          <a:extLst>
            <a:ext uri="{909E8E84-426E-40DD-AFC4-6F175D3DCCD1}">
              <a14:hiddenFill xmlns:a14="http://schemas.microsoft.com/office/drawing/2010/main">
                <a:solidFill>
                  <a:srgbClr val="FFFFFF"/>
                </a:solidFill>
              </a14:hiddenFill>
            </a:ext>
          </a:extLst>
        </p:spPr>
      </p:pic>
      <p:sp>
        <p:nvSpPr>
          <p:cNvPr id="15" name="AutoShape 16" descr="Nurix">
            <a:extLst>
              <a:ext uri="{FF2B5EF4-FFF2-40B4-BE49-F238E27FC236}">
                <a16:creationId xmlns:a16="http://schemas.microsoft.com/office/drawing/2014/main" id="{0A7C9AE8-4574-6308-7F72-4D2ED2F9DB95}"/>
              </a:ext>
            </a:extLst>
          </p:cNvPr>
          <p:cNvSpPr>
            <a:spLocks noChangeAspect="1" noChangeArrowheads="1"/>
          </p:cNvSpPr>
          <p:nvPr/>
        </p:nvSpPr>
        <p:spPr bwMode="auto">
          <a:xfrm>
            <a:off x="3602743" y="496276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6" name="Picture 15">
            <a:extLst>
              <a:ext uri="{FF2B5EF4-FFF2-40B4-BE49-F238E27FC236}">
                <a16:creationId xmlns:a16="http://schemas.microsoft.com/office/drawing/2014/main" id="{79214FE1-1349-ABC2-55BF-85ABC6C2DED0}"/>
              </a:ext>
            </a:extLst>
          </p:cNvPr>
          <p:cNvPicPr>
            <a:picLocks noChangeAspect="1"/>
          </p:cNvPicPr>
          <p:nvPr/>
        </p:nvPicPr>
        <p:blipFill>
          <a:blip r:embed="rId27"/>
          <a:stretch>
            <a:fillRect/>
          </a:stretch>
        </p:blipFill>
        <p:spPr>
          <a:xfrm>
            <a:off x="5308825" y="6688618"/>
            <a:ext cx="1201479" cy="279263"/>
          </a:xfrm>
          <a:prstGeom prst="rect">
            <a:avLst/>
          </a:prstGeom>
          <a:solidFill>
            <a:srgbClr val="C00000"/>
          </a:solidFill>
        </p:spPr>
      </p:pic>
      <p:pic>
        <p:nvPicPr>
          <p:cNvPr id="18" name="Picture 17">
            <a:extLst>
              <a:ext uri="{FF2B5EF4-FFF2-40B4-BE49-F238E27FC236}">
                <a16:creationId xmlns:a16="http://schemas.microsoft.com/office/drawing/2014/main" id="{3684A2C7-5A95-5E3A-DA21-1EF9946EE55B}"/>
              </a:ext>
            </a:extLst>
          </p:cNvPr>
          <p:cNvPicPr>
            <a:picLocks noChangeAspect="1"/>
          </p:cNvPicPr>
          <p:nvPr/>
        </p:nvPicPr>
        <p:blipFill>
          <a:blip r:embed="rId28"/>
          <a:stretch>
            <a:fillRect/>
          </a:stretch>
        </p:blipFill>
        <p:spPr>
          <a:xfrm>
            <a:off x="11156199" y="4974080"/>
            <a:ext cx="1714500" cy="504825"/>
          </a:xfrm>
          <a:prstGeom prst="rect">
            <a:avLst/>
          </a:prstGeom>
        </p:spPr>
      </p:pic>
      <p:pic>
        <p:nvPicPr>
          <p:cNvPr id="19" name="Picture 18">
            <a:extLst>
              <a:ext uri="{FF2B5EF4-FFF2-40B4-BE49-F238E27FC236}">
                <a16:creationId xmlns:a16="http://schemas.microsoft.com/office/drawing/2014/main" id="{F4D9104B-1558-E1CC-F2BA-593B9550674E}"/>
              </a:ext>
            </a:extLst>
          </p:cNvPr>
          <p:cNvPicPr>
            <a:picLocks noChangeAspect="1"/>
          </p:cNvPicPr>
          <p:nvPr/>
        </p:nvPicPr>
        <p:blipFill>
          <a:blip r:embed="rId29"/>
          <a:stretch>
            <a:fillRect/>
          </a:stretch>
        </p:blipFill>
        <p:spPr>
          <a:xfrm>
            <a:off x="7600850" y="6648017"/>
            <a:ext cx="1242051" cy="396868"/>
          </a:xfrm>
          <a:prstGeom prst="rect">
            <a:avLst/>
          </a:prstGeom>
        </p:spPr>
      </p:pic>
      <p:pic>
        <p:nvPicPr>
          <p:cNvPr id="4" name="Picture 3">
            <a:extLst>
              <a:ext uri="{FF2B5EF4-FFF2-40B4-BE49-F238E27FC236}">
                <a16:creationId xmlns:a16="http://schemas.microsoft.com/office/drawing/2014/main" id="{31C702D4-31F4-2C2D-D14C-CD112F0FCC34}"/>
              </a:ext>
            </a:extLst>
          </p:cNvPr>
          <p:cNvPicPr>
            <a:picLocks noChangeAspect="1"/>
          </p:cNvPicPr>
          <p:nvPr/>
        </p:nvPicPr>
        <p:blipFill>
          <a:blip r:embed="rId30" cstate="screen">
            <a:extLst>
              <a:ext uri="{28A0092B-C50C-407E-A947-70E740481C1C}">
                <a14:useLocalDpi xmlns:a14="http://schemas.microsoft.com/office/drawing/2010/main"/>
              </a:ext>
            </a:extLst>
          </a:blip>
          <a:stretch>
            <a:fillRect/>
          </a:stretch>
        </p:blipFill>
        <p:spPr>
          <a:xfrm>
            <a:off x="9428169" y="5981787"/>
            <a:ext cx="1438275" cy="306832"/>
          </a:xfrm>
          <a:prstGeom prst="rect">
            <a:avLst/>
          </a:prstGeom>
          <a:solidFill>
            <a:schemeClr val="accent1"/>
          </a:solidFill>
        </p:spPr>
      </p:pic>
      <p:sp>
        <p:nvSpPr>
          <p:cNvPr id="6" name="AutoShape 4" descr="Vera Therapeutics">
            <a:extLst>
              <a:ext uri="{FF2B5EF4-FFF2-40B4-BE49-F238E27FC236}">
                <a16:creationId xmlns:a16="http://schemas.microsoft.com/office/drawing/2014/main" id="{C9683863-E31C-A9B9-71C0-3BF08D574CCC}"/>
              </a:ext>
            </a:extLst>
          </p:cNvPr>
          <p:cNvSpPr>
            <a:spLocks noChangeAspect="1" noChangeArrowheads="1"/>
          </p:cNvSpPr>
          <p:nvPr/>
        </p:nvSpPr>
        <p:spPr bwMode="auto">
          <a:xfrm>
            <a:off x="3755143" y="511516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8" name="Picture 7">
            <a:extLst>
              <a:ext uri="{FF2B5EF4-FFF2-40B4-BE49-F238E27FC236}">
                <a16:creationId xmlns:a16="http://schemas.microsoft.com/office/drawing/2014/main" id="{9D89DA29-AB6F-6580-E78B-2C6BF3A7997E}"/>
              </a:ext>
            </a:extLst>
          </p:cNvPr>
          <p:cNvPicPr>
            <a:picLocks noChangeAspect="1"/>
          </p:cNvPicPr>
          <p:nvPr/>
        </p:nvPicPr>
        <p:blipFill>
          <a:blip r:embed="rId31" cstate="screen">
            <a:extLst>
              <a:ext uri="{28A0092B-C50C-407E-A947-70E740481C1C}">
                <a14:useLocalDpi xmlns:a14="http://schemas.microsoft.com/office/drawing/2010/main"/>
              </a:ext>
            </a:extLst>
          </a:blip>
          <a:stretch>
            <a:fillRect/>
          </a:stretch>
        </p:blipFill>
        <p:spPr>
          <a:xfrm>
            <a:off x="9626600" y="6612507"/>
            <a:ext cx="921964" cy="334162"/>
          </a:xfrm>
          <a:prstGeom prst="rect">
            <a:avLst/>
          </a:prstGeom>
        </p:spPr>
      </p:pic>
      <p:pic>
        <p:nvPicPr>
          <p:cNvPr id="11" name="Picture 10">
            <a:extLst>
              <a:ext uri="{FF2B5EF4-FFF2-40B4-BE49-F238E27FC236}">
                <a16:creationId xmlns:a16="http://schemas.microsoft.com/office/drawing/2014/main" id="{6633EC00-2ED9-706A-481C-4DD97078E693}"/>
              </a:ext>
            </a:extLst>
          </p:cNvPr>
          <p:cNvPicPr>
            <a:picLocks noChangeAspect="1"/>
          </p:cNvPicPr>
          <p:nvPr/>
        </p:nvPicPr>
        <p:blipFill>
          <a:blip r:embed="rId32" cstate="screen">
            <a:extLst>
              <a:ext uri="{28A0092B-C50C-407E-A947-70E740481C1C}">
                <a14:useLocalDpi xmlns:a14="http://schemas.microsoft.com/office/drawing/2010/main"/>
              </a:ext>
            </a:extLst>
          </a:blip>
          <a:stretch>
            <a:fillRect/>
          </a:stretch>
        </p:blipFill>
        <p:spPr>
          <a:xfrm>
            <a:off x="12053197" y="3773754"/>
            <a:ext cx="1136142" cy="800100"/>
          </a:xfrm>
          <a:prstGeom prst="rect">
            <a:avLst/>
          </a:prstGeom>
        </p:spPr>
      </p:pic>
      <p:sp>
        <p:nvSpPr>
          <p:cNvPr id="5" name="Title 4">
            <a:extLst>
              <a:ext uri="{FF2B5EF4-FFF2-40B4-BE49-F238E27FC236}">
                <a16:creationId xmlns:a16="http://schemas.microsoft.com/office/drawing/2014/main" id="{F2D54A20-5E14-86FF-E8FB-095C3ECCC3DB}"/>
              </a:ext>
            </a:extLst>
          </p:cNvPr>
          <p:cNvSpPr>
            <a:spLocks noGrp="1"/>
          </p:cNvSpPr>
          <p:nvPr>
            <p:ph type="ctrTitle"/>
          </p:nvPr>
        </p:nvSpPr>
        <p:spPr>
          <a:xfrm>
            <a:off x="3542922" y="272247"/>
            <a:ext cx="6731755" cy="745233"/>
          </a:xfrm>
        </p:spPr>
        <p:txBody>
          <a:bodyPr/>
          <a:lstStyle/>
          <a:p>
            <a:r>
              <a:rPr lang="en-US" sz="3600" b="1" dirty="0">
                <a:latin typeface="+mn-lt"/>
              </a:rPr>
              <a:t>EXAMPLE CUSTOMERS</a:t>
            </a:r>
          </a:p>
        </p:txBody>
      </p:sp>
    </p:spTree>
    <p:custDataLst>
      <p:tags r:id="rId1"/>
    </p:custDataLst>
    <p:extLst>
      <p:ext uri="{BB962C8B-B14F-4D97-AF65-F5344CB8AC3E}">
        <p14:creationId xmlns:p14="http://schemas.microsoft.com/office/powerpoint/2010/main" val="2446995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09DC70-AAC8-1677-C29E-28545C4F1548}"/>
              </a:ext>
            </a:extLst>
          </p:cNvPr>
          <p:cNvSpPr txBox="1"/>
          <p:nvPr/>
        </p:nvSpPr>
        <p:spPr>
          <a:xfrm>
            <a:off x="1302855" y="3886200"/>
            <a:ext cx="7290716" cy="923330"/>
          </a:xfrm>
          <a:prstGeom prst="rect">
            <a:avLst/>
          </a:prstGeom>
          <a:noFill/>
          <a:ln>
            <a:noFill/>
          </a:ln>
        </p:spPr>
        <p:txBody>
          <a:bodyPr wrap="square" rtlCol="0">
            <a:spAutoFit/>
          </a:bodyPr>
          <a:lstStyle/>
          <a:p>
            <a:pPr marL="0" marR="0" lvl="0" indent="0" algn="ctr" defTabSz="1018824"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Thank you! </a:t>
            </a:r>
          </a:p>
        </p:txBody>
      </p:sp>
      <p:grpSp>
        <p:nvGrpSpPr>
          <p:cNvPr id="8" name="Group 7">
            <a:extLst>
              <a:ext uri="{FF2B5EF4-FFF2-40B4-BE49-F238E27FC236}">
                <a16:creationId xmlns:a16="http://schemas.microsoft.com/office/drawing/2014/main" id="{75307841-AF5A-6252-3E03-144F54A358BB}"/>
              </a:ext>
            </a:extLst>
          </p:cNvPr>
          <p:cNvGrpSpPr/>
          <p:nvPr/>
        </p:nvGrpSpPr>
        <p:grpSpPr>
          <a:xfrm>
            <a:off x="3111500" y="5432784"/>
            <a:ext cx="6484256" cy="1292085"/>
            <a:chOff x="4591050" y="6620234"/>
            <a:chExt cx="6484256" cy="1292085"/>
          </a:xfrm>
        </p:grpSpPr>
        <p:sp>
          <p:nvSpPr>
            <p:cNvPr id="3" name="TextBox 2">
              <a:extLst>
                <a:ext uri="{FF2B5EF4-FFF2-40B4-BE49-F238E27FC236}">
                  <a16:creationId xmlns:a16="http://schemas.microsoft.com/office/drawing/2014/main" id="{19BB8CEC-5939-CF00-DC06-4B7E0CD071AF}"/>
                </a:ext>
              </a:extLst>
            </p:cNvPr>
            <p:cNvSpPr txBox="1"/>
            <p:nvPr/>
          </p:nvSpPr>
          <p:spPr>
            <a:xfrm>
              <a:off x="6717062" y="6620234"/>
              <a:ext cx="4358244" cy="1292085"/>
            </a:xfrm>
            <a:prstGeom prst="rect">
              <a:avLst/>
            </a:prstGeom>
            <a:noFill/>
            <a:ln>
              <a:noFill/>
            </a:ln>
          </p:spPr>
          <p:txBody>
            <a:bodyPr wrap="none" rtlCol="0">
              <a:spAutoFit/>
            </a:bodyPr>
            <a:lstStyle/>
            <a:p>
              <a:pPr marL="0" marR="0" lvl="0" indent="0" algn="l" defTabSz="1018824"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Kathryn Matz, Senior Partner, Hands On </a:t>
              </a:r>
            </a:p>
            <a:p>
              <a:pPr marL="0" marR="0" lvl="0" indent="0" algn="l" defTabSz="1018824"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hlinkClick r:id="rId4">
                    <a:extLst>
                      <a:ext uri="{A12FA001-AC4F-418D-AE19-62706E023703}">
                        <ahyp:hlinkClr xmlns:ahyp="http://schemas.microsoft.com/office/drawing/2018/hyperlinkcolor" val="tx"/>
                      </a:ext>
                    </a:extLst>
                  </a:hlinkClick>
                </a:rPr>
                <a:t>kmatz@handscom.com</a:t>
              </a:r>
              <a:endPar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endParaRPr>
            </a:p>
            <a:p>
              <a:pPr marL="0" marR="0" lvl="0" indent="0" algn="l" defTabSz="1018824"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+1 415.425.4991</a:t>
              </a:r>
            </a:p>
          </p:txBody>
        </p:sp>
        <p:pic>
          <p:nvPicPr>
            <p:cNvPr id="4" name="Graphic 3" descr="Email with solid fill">
              <a:extLst>
                <a:ext uri="{FF2B5EF4-FFF2-40B4-BE49-F238E27FC236}">
                  <a16:creationId xmlns:a16="http://schemas.microsoft.com/office/drawing/2014/main" id="{ABD9032F-6811-2D89-63E4-A89612D2BA6F}"/>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329465" y="7145721"/>
              <a:ext cx="310896" cy="310896"/>
            </a:xfrm>
            <a:prstGeom prst="rect">
              <a:avLst/>
            </a:prstGeom>
          </p:spPr>
        </p:pic>
        <p:pic>
          <p:nvPicPr>
            <p:cNvPr id="5" name="Graphic 4" descr="Receiver with solid fill">
              <a:extLst>
                <a:ext uri="{FF2B5EF4-FFF2-40B4-BE49-F238E27FC236}">
                  <a16:creationId xmlns:a16="http://schemas.microsoft.com/office/drawing/2014/main" id="{81A98D1E-23FC-F4BD-610F-3F58E14C6ADB}"/>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335471" y="7571313"/>
              <a:ext cx="310895" cy="310895"/>
            </a:xfrm>
            <a:prstGeom prst="rect">
              <a:avLst/>
            </a:prstGeom>
          </p:spPr>
        </p:pic>
        <p:sp>
          <p:nvSpPr>
            <p:cNvPr id="6" name="TextBox 5">
              <a:extLst>
                <a:ext uri="{FF2B5EF4-FFF2-40B4-BE49-F238E27FC236}">
                  <a16:creationId xmlns:a16="http://schemas.microsoft.com/office/drawing/2014/main" id="{50FBB1EF-90E4-14B5-C7C9-1C8975921D48}"/>
                </a:ext>
              </a:extLst>
            </p:cNvPr>
            <p:cNvSpPr txBox="1"/>
            <p:nvPr/>
          </p:nvSpPr>
          <p:spPr>
            <a:xfrm>
              <a:off x="4591050" y="6910614"/>
              <a:ext cx="1358109" cy="523220"/>
            </a:xfrm>
            <a:prstGeom prst="rect">
              <a:avLst/>
            </a:prstGeom>
            <a:noFill/>
            <a:ln>
              <a:noFill/>
            </a:ln>
          </p:spPr>
          <p:txBody>
            <a:bodyPr wrap="square" rtlCol="0">
              <a:spAutoFit/>
            </a:bodyPr>
            <a:lstStyle/>
            <a:p>
              <a:pPr marL="0" marR="0" lvl="0" indent="0" algn="l" defTabSz="1018824"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Contact</a:t>
              </a:r>
              <a:r>
                <a:rPr kumimoji="0" lang="en-US" sz="28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rPr>
                <a:t> </a:t>
              </a:r>
            </a:p>
          </p:txBody>
        </p:sp>
        <p:cxnSp>
          <p:nvCxnSpPr>
            <p:cNvPr id="7" name="Straight Connector 6">
              <a:extLst>
                <a:ext uri="{FF2B5EF4-FFF2-40B4-BE49-F238E27FC236}">
                  <a16:creationId xmlns:a16="http://schemas.microsoft.com/office/drawing/2014/main" id="{23E2E3A6-1298-8A8A-49DC-D307714512E1}"/>
                </a:ext>
              </a:extLst>
            </p:cNvPr>
            <p:cNvCxnSpPr/>
            <p:nvPr/>
          </p:nvCxnSpPr>
          <p:spPr>
            <a:xfrm>
              <a:off x="5922284" y="6791093"/>
              <a:ext cx="0" cy="843464"/>
            </a:xfrm>
            <a:prstGeom prst="line">
              <a:avLst/>
            </a:prstGeom>
            <a:ln>
              <a:solidFill>
                <a:schemeClr val="bg1"/>
              </a:solidFill>
            </a:ln>
          </p:spPr>
          <p:style>
            <a:lnRef idx="1">
              <a:schemeClr val="accent6"/>
            </a:lnRef>
            <a:fillRef idx="0">
              <a:schemeClr val="accent6"/>
            </a:fillRef>
            <a:effectRef idx="0">
              <a:schemeClr val="accent6"/>
            </a:effectRef>
            <a:fontRef idx="minor">
              <a:schemeClr val="tx1"/>
            </a:fontRef>
          </p:style>
        </p:cxnSp>
      </p:grpSp>
    </p:spTree>
    <p:custDataLst>
      <p:tags r:id="rId1"/>
    </p:custDataLst>
    <p:extLst>
      <p:ext uri="{BB962C8B-B14F-4D97-AF65-F5344CB8AC3E}">
        <p14:creationId xmlns:p14="http://schemas.microsoft.com/office/powerpoint/2010/main" val="3408075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455DB61-DB7F-3023-E7AB-FC7612C0FC46}"/>
              </a:ext>
            </a:extLst>
          </p:cNvPr>
          <p:cNvSpPr/>
          <p:nvPr/>
        </p:nvSpPr>
        <p:spPr>
          <a:xfrm>
            <a:off x="8293768" y="3325004"/>
            <a:ext cx="5504654" cy="3683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2">
            <a:extLst>
              <a:ext uri="{FF2B5EF4-FFF2-40B4-BE49-F238E27FC236}">
                <a16:creationId xmlns:a16="http://schemas.microsoft.com/office/drawing/2014/main" id="{7321C892-B10A-781D-9763-65551D342E76}"/>
              </a:ext>
            </a:extLst>
          </p:cNvPr>
          <p:cNvSpPr txBox="1">
            <a:spLocks/>
          </p:cNvSpPr>
          <p:nvPr/>
        </p:nvSpPr>
        <p:spPr>
          <a:xfrm>
            <a:off x="762258" y="2823687"/>
            <a:ext cx="7209086" cy="634166"/>
          </a:xfrm>
          <a:prstGeom prst="roundRect">
            <a:avLst>
              <a:gd name="adj" fmla="val 11421"/>
            </a:avLst>
          </a:prstGeom>
          <a:gradFill flip="none" rotWithShape="1">
            <a:gsLst>
              <a:gs pos="0">
                <a:schemeClr val="accent1">
                  <a:lumMod val="50000"/>
                </a:schemeClr>
              </a:gs>
              <a:gs pos="100000">
                <a:schemeClr val="bg2">
                  <a:lumMod val="50000"/>
                </a:schemeClr>
              </a:gs>
            </a:gsLst>
            <a:lin ang="0" scaled="1"/>
            <a:tileRect/>
          </a:gradFill>
        </p:spPr>
        <p:txBody>
          <a:bodyPr vert="horz" lIns="75438" tIns="37719" rIns="75438" bIns="37719" rtlCol="0" anchor="b">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endParaRPr lang="en-US" sz="2000" b="1" dirty="0">
              <a:solidFill>
                <a:schemeClr val="bg1"/>
              </a:solidFill>
              <a:latin typeface="Avenir Next LT Pro" panose="020B0504020202020204" pitchFamily="34" charset="0"/>
            </a:endParaRPr>
          </a:p>
        </p:txBody>
      </p:sp>
      <p:sp>
        <p:nvSpPr>
          <p:cNvPr id="8" name="Rectangle 7">
            <a:extLst>
              <a:ext uri="{FF2B5EF4-FFF2-40B4-BE49-F238E27FC236}">
                <a16:creationId xmlns:a16="http://schemas.microsoft.com/office/drawing/2014/main" id="{E7E6F46A-60C1-9635-A338-8007FB559319}"/>
              </a:ext>
            </a:extLst>
          </p:cNvPr>
          <p:cNvSpPr/>
          <p:nvPr/>
        </p:nvSpPr>
        <p:spPr>
          <a:xfrm>
            <a:off x="2082800" y="1244954"/>
            <a:ext cx="11175999" cy="1388802"/>
          </a:xfrm>
          <a:prstGeom prst="rect">
            <a:avLst/>
          </a:prstGeom>
          <a:gradFill flip="none" rotWithShape="1">
            <a:gsLst>
              <a:gs pos="0">
                <a:schemeClr val="tx2">
                  <a:lumMod val="90000"/>
                </a:schemeClr>
              </a:gs>
              <a:gs pos="100000">
                <a:schemeClr val="bg1"/>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9C56770-A02B-44B4-8C73-22FB715C56E9}"/>
              </a:ext>
            </a:extLst>
          </p:cNvPr>
          <p:cNvSpPr>
            <a:spLocks noGrp="1"/>
          </p:cNvSpPr>
          <p:nvPr>
            <p:ph type="ctrTitle" idx="13"/>
          </p:nvPr>
        </p:nvSpPr>
        <p:spPr>
          <a:xfrm>
            <a:off x="7653271" y="-2359"/>
            <a:ext cx="4506133" cy="1041307"/>
          </a:xfrm>
          <a:noFill/>
        </p:spPr>
        <p:txBody>
          <a:bodyPr vert="horz" wrap="square" lIns="75438" tIns="37719" rIns="75438" bIns="37719" rtlCol="0" anchor="ctr">
            <a:spAutoFit/>
          </a:bodyPr>
          <a:lstStyle/>
          <a:p>
            <a:pPr algn="l" defTabSz="840530"/>
            <a:r>
              <a:rPr lang="en-US" sz="3200" dirty="0">
                <a:solidFill>
                  <a:schemeClr val="bg1"/>
                </a:solidFill>
                <a:latin typeface="Avenir Next LT Pro" panose="020B0504020202020204" pitchFamily="34" charset="0"/>
                <a:ea typeface="+mn-ea"/>
                <a:cs typeface="Helvetica" panose="020B0604020202020204" pitchFamily="34" charset="0"/>
              </a:rPr>
              <a:t>Example Case Study </a:t>
            </a:r>
          </a:p>
        </p:txBody>
      </p:sp>
      <p:sp>
        <p:nvSpPr>
          <p:cNvPr id="3" name="Content Placeholder 2">
            <a:extLst>
              <a:ext uri="{FF2B5EF4-FFF2-40B4-BE49-F238E27FC236}">
                <a16:creationId xmlns:a16="http://schemas.microsoft.com/office/drawing/2014/main" id="{448F3406-5696-4E2A-BBA3-3AE831A0C0C1}"/>
              </a:ext>
            </a:extLst>
          </p:cNvPr>
          <p:cNvSpPr>
            <a:spLocks noGrp="1"/>
          </p:cNvSpPr>
          <p:nvPr>
            <p:ph idx="4294967295"/>
          </p:nvPr>
        </p:nvSpPr>
        <p:spPr>
          <a:xfrm>
            <a:off x="2457634" y="1214438"/>
            <a:ext cx="10876784" cy="1438275"/>
          </a:xfrm>
        </p:spPr>
        <p:txBody>
          <a:bodyPr vert="horz" lIns="75438" tIns="37719" rIns="75438" bIns="37719" rtlCol="0">
            <a:noAutofit/>
          </a:bodyPr>
          <a:lstStyle/>
          <a:p>
            <a:pPr>
              <a:lnSpc>
                <a:spcPct val="120000"/>
              </a:lnSpc>
              <a:spcAft>
                <a:spcPts val="600"/>
              </a:spcAft>
              <a:buClr>
                <a:schemeClr val="accent1"/>
              </a:buClr>
              <a:buFont typeface="Arial" panose="020B0604020202020204" pitchFamily="34" charset="0"/>
              <a:buChar char="•"/>
            </a:pPr>
            <a:r>
              <a:rPr lang="en-US" sz="1300" dirty="0">
                <a:solidFill>
                  <a:schemeClr val="tx1"/>
                </a:solidFill>
                <a:latin typeface="Avenir Next LT Pro" panose="020B0504020202020204" pitchFamily="34" charset="0"/>
              </a:rPr>
              <a:t>High-profile Medical Devices w/ &gt;10k EEs</a:t>
            </a:r>
          </a:p>
          <a:p>
            <a:pPr>
              <a:lnSpc>
                <a:spcPct val="120000"/>
              </a:lnSpc>
              <a:spcAft>
                <a:spcPts val="600"/>
              </a:spcAft>
              <a:buClr>
                <a:schemeClr val="accent1"/>
              </a:buClr>
              <a:buFont typeface="Arial" panose="020B0604020202020204" pitchFamily="34" charset="0"/>
              <a:buChar char="•"/>
            </a:pPr>
            <a:r>
              <a:rPr lang="en-US" sz="1300" dirty="0">
                <a:solidFill>
                  <a:schemeClr val="tx1"/>
                </a:solidFill>
                <a:latin typeface="Avenir Next LT Pro" panose="020B0504020202020204" pitchFamily="34" charset="0"/>
              </a:rPr>
              <a:t>Subsidiary of a large global Life Sciences organization </a:t>
            </a:r>
          </a:p>
          <a:p>
            <a:pPr>
              <a:lnSpc>
                <a:spcPct val="120000"/>
              </a:lnSpc>
              <a:spcAft>
                <a:spcPts val="600"/>
              </a:spcAft>
              <a:buClr>
                <a:schemeClr val="accent1"/>
              </a:buClr>
              <a:buFont typeface="Arial" panose="020B0604020202020204" pitchFamily="34" charset="0"/>
              <a:buChar char="•"/>
            </a:pPr>
            <a:r>
              <a:rPr lang="en-US" sz="1300" dirty="0">
                <a:solidFill>
                  <a:schemeClr val="tx1"/>
                </a:solidFill>
                <a:latin typeface="Avenir Next LT Pro" panose="020B0504020202020204" pitchFamily="34" charset="0"/>
              </a:rPr>
              <a:t>Disparate Sales competency and capability development frameworks, methodologies and tools due to years of M&amp;A activity </a:t>
            </a:r>
          </a:p>
          <a:p>
            <a:pPr>
              <a:lnSpc>
                <a:spcPct val="120000"/>
              </a:lnSpc>
              <a:spcAft>
                <a:spcPts val="600"/>
              </a:spcAft>
              <a:buClr>
                <a:schemeClr val="accent1"/>
              </a:buClr>
              <a:buFont typeface="Arial" panose="020B0604020202020204" pitchFamily="34" charset="0"/>
              <a:buChar char="•"/>
            </a:pPr>
            <a:r>
              <a:rPr lang="en-US" sz="1300" dirty="0">
                <a:solidFill>
                  <a:schemeClr val="tx1"/>
                </a:solidFill>
                <a:latin typeface="Avenir Next LT Pro" panose="020B0504020202020204" pitchFamily="34" charset="0"/>
              </a:rPr>
              <a:t>Need to bring clarity and consistency to GTM strategy, approach for sales and Sales talent </a:t>
            </a:r>
          </a:p>
        </p:txBody>
      </p:sp>
      <p:sp>
        <p:nvSpPr>
          <p:cNvPr id="9" name="Content Placeholder 2">
            <a:extLst>
              <a:ext uri="{FF2B5EF4-FFF2-40B4-BE49-F238E27FC236}">
                <a16:creationId xmlns:a16="http://schemas.microsoft.com/office/drawing/2014/main" id="{448F3406-5696-4E2A-BBA3-3AE831A0C0C1}"/>
              </a:ext>
            </a:extLst>
          </p:cNvPr>
          <p:cNvSpPr txBox="1">
            <a:spLocks/>
          </p:cNvSpPr>
          <p:nvPr/>
        </p:nvSpPr>
        <p:spPr>
          <a:xfrm>
            <a:off x="8572467" y="3586846"/>
            <a:ext cx="4947256" cy="2497226"/>
          </a:xfrm>
          <a:prstGeom prst="rect">
            <a:avLst/>
          </a:prstGeom>
        </p:spPr>
        <p:txBody>
          <a:bodyPr vert="horz" lIns="75438" tIns="37719" rIns="75438" bIns="37719"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spcAft>
                <a:spcPts val="600"/>
              </a:spcAft>
              <a:buClr>
                <a:schemeClr val="accent1"/>
              </a:buClr>
            </a:pPr>
            <a:r>
              <a:rPr lang="en-US" sz="1300" dirty="0">
                <a:latin typeface="Avenir Next LT Pro" panose="020B0504020202020204" pitchFamily="34" charset="0"/>
                <a:cs typeface="Helvetica" panose="020B0604020202020204" pitchFamily="34" charset="0"/>
              </a:rPr>
              <a:t>Quality of Sales hires improved considerably as based on feedback from hiring managers + reduced churn of new hires </a:t>
            </a:r>
          </a:p>
          <a:p>
            <a:pPr algn="just">
              <a:lnSpc>
                <a:spcPct val="100000"/>
              </a:lnSpc>
              <a:spcBef>
                <a:spcPts val="0"/>
              </a:spcBef>
              <a:spcAft>
                <a:spcPts val="600"/>
              </a:spcAft>
              <a:buClr>
                <a:schemeClr val="accent1"/>
              </a:buClr>
            </a:pPr>
            <a:r>
              <a:rPr lang="en-US" sz="1300" dirty="0">
                <a:latin typeface="Avenir Next LT Pro" panose="020B0504020202020204" pitchFamily="34" charset="0"/>
                <a:cs typeface="Helvetica" panose="020B0604020202020204" pitchFamily="34" charset="0"/>
              </a:rPr>
              <a:t>Sales increased by &gt;10% across all franchises, which Sales leaders partially attributed to this effort </a:t>
            </a:r>
          </a:p>
          <a:p>
            <a:pPr algn="just">
              <a:lnSpc>
                <a:spcPct val="100000"/>
              </a:lnSpc>
              <a:spcBef>
                <a:spcPts val="0"/>
              </a:spcBef>
              <a:spcAft>
                <a:spcPts val="600"/>
              </a:spcAft>
              <a:buClr>
                <a:schemeClr val="accent1"/>
              </a:buClr>
            </a:pPr>
            <a:r>
              <a:rPr lang="en-US" sz="1300" dirty="0">
                <a:latin typeface="Avenir Next LT Pro" panose="020B0504020202020204" pitchFamily="34" charset="0"/>
                <a:cs typeface="Helvetica" panose="020B0604020202020204" pitchFamily="34" charset="0"/>
              </a:rPr>
              <a:t>Sales productivity increased by &gt;40% for new hires at the 6-month point in tenure as based on sales, market share and customer utilization  </a:t>
            </a:r>
          </a:p>
          <a:p>
            <a:pPr algn="just">
              <a:lnSpc>
                <a:spcPct val="100000"/>
              </a:lnSpc>
              <a:spcBef>
                <a:spcPts val="0"/>
              </a:spcBef>
              <a:spcAft>
                <a:spcPts val="600"/>
              </a:spcAft>
              <a:buClr>
                <a:schemeClr val="accent1"/>
              </a:buClr>
            </a:pPr>
            <a:r>
              <a:rPr lang="en-US" sz="1300" dirty="0">
                <a:latin typeface="Avenir Next LT Pro" panose="020B0504020202020204" pitchFamily="34" charset="0"/>
                <a:cs typeface="Helvetica" panose="020B0604020202020204" pitchFamily="34" charset="0"/>
              </a:rPr>
              <a:t>EE Engagement scores increased by &gt;30% in regards to internal career development opportunities </a:t>
            </a:r>
          </a:p>
          <a:p>
            <a:pPr algn="just">
              <a:lnSpc>
                <a:spcPct val="100000"/>
              </a:lnSpc>
              <a:spcBef>
                <a:spcPts val="0"/>
              </a:spcBef>
              <a:spcAft>
                <a:spcPts val="600"/>
              </a:spcAft>
              <a:buClr>
                <a:schemeClr val="accent1"/>
              </a:buClr>
            </a:pPr>
            <a:r>
              <a:rPr lang="en-US" sz="1300" dirty="0">
                <a:latin typeface="Avenir Next LT Pro" panose="020B0504020202020204" pitchFamily="34" charset="0"/>
                <a:cs typeface="Helvetica" panose="020B0604020202020204" pitchFamily="34" charset="0"/>
              </a:rPr>
              <a:t>Expected that internal succession pipeline will improve by &gt;50% w/in 2 years post solution deployment </a:t>
            </a:r>
          </a:p>
          <a:p>
            <a:pPr lvl="1" algn="just">
              <a:lnSpc>
                <a:spcPct val="100000"/>
              </a:lnSpc>
              <a:spcBef>
                <a:spcPts val="0"/>
              </a:spcBef>
              <a:spcAft>
                <a:spcPts val="600"/>
              </a:spcAft>
              <a:buClr>
                <a:schemeClr val="accent1"/>
              </a:buClr>
            </a:pPr>
            <a:endParaRPr lang="en-US" sz="1300" dirty="0">
              <a:latin typeface="Avenir Next LT Pro" panose="020B0504020202020204" pitchFamily="34" charset="0"/>
            </a:endParaRPr>
          </a:p>
          <a:p>
            <a:pPr algn="just">
              <a:lnSpc>
                <a:spcPct val="100000"/>
              </a:lnSpc>
              <a:spcBef>
                <a:spcPts val="0"/>
              </a:spcBef>
              <a:spcAft>
                <a:spcPts val="600"/>
              </a:spcAft>
              <a:buClr>
                <a:schemeClr val="accent1"/>
              </a:buClr>
            </a:pPr>
            <a:endParaRPr lang="en-US" sz="1300" dirty="0">
              <a:latin typeface="Avenir Next LT Pro" panose="020B0504020202020204" pitchFamily="34" charset="0"/>
            </a:endParaRPr>
          </a:p>
          <a:p>
            <a:pPr marL="662940" lvl="1" indent="-285750" algn="just">
              <a:lnSpc>
                <a:spcPct val="100000"/>
              </a:lnSpc>
              <a:spcBef>
                <a:spcPts val="0"/>
              </a:spcBef>
              <a:spcAft>
                <a:spcPts val="600"/>
              </a:spcAft>
              <a:buClr>
                <a:schemeClr val="accent1"/>
              </a:buClr>
            </a:pPr>
            <a:endParaRPr lang="en-US" sz="1300" dirty="0">
              <a:latin typeface="Avenir Next LT Pro" panose="020B0504020202020204" pitchFamily="34" charset="0"/>
            </a:endParaRPr>
          </a:p>
        </p:txBody>
      </p:sp>
      <p:grpSp>
        <p:nvGrpSpPr>
          <p:cNvPr id="13" name="Group 12">
            <a:extLst>
              <a:ext uri="{FF2B5EF4-FFF2-40B4-BE49-F238E27FC236}">
                <a16:creationId xmlns:a16="http://schemas.microsoft.com/office/drawing/2014/main" id="{B4D1E5E4-EF64-7BD9-64B4-F91B726FA8EF}"/>
              </a:ext>
            </a:extLst>
          </p:cNvPr>
          <p:cNvGrpSpPr/>
          <p:nvPr/>
        </p:nvGrpSpPr>
        <p:grpSpPr>
          <a:xfrm>
            <a:off x="246139" y="2701366"/>
            <a:ext cx="914400" cy="914400"/>
            <a:chOff x="6015789" y="1874756"/>
            <a:chExt cx="731520" cy="731520"/>
          </a:xfrm>
        </p:grpSpPr>
        <p:sp>
          <p:nvSpPr>
            <p:cNvPr id="18" name="Oval 17">
              <a:extLst>
                <a:ext uri="{FF2B5EF4-FFF2-40B4-BE49-F238E27FC236}">
                  <a16:creationId xmlns:a16="http://schemas.microsoft.com/office/drawing/2014/main" id="{0AD2A549-1C7F-9DF0-5458-D7AE6C0A0142}"/>
                </a:ext>
              </a:extLst>
            </p:cNvPr>
            <p:cNvSpPr/>
            <p:nvPr/>
          </p:nvSpPr>
          <p:spPr>
            <a:xfrm>
              <a:off x="6085207" y="1948981"/>
              <a:ext cx="594360" cy="594360"/>
            </a:xfrm>
            <a:prstGeom prst="ellipse">
              <a:avLst/>
            </a:prstGeom>
            <a:gradFill>
              <a:gsLst>
                <a:gs pos="0">
                  <a:srgbClr val="3C747D"/>
                </a:gs>
                <a:gs pos="100000">
                  <a:schemeClr val="tx1"/>
                </a:gs>
              </a:gsLst>
              <a:lin ang="13500000" scaled="1"/>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19" name="Oval 18">
              <a:extLst>
                <a:ext uri="{FF2B5EF4-FFF2-40B4-BE49-F238E27FC236}">
                  <a16:creationId xmlns:a16="http://schemas.microsoft.com/office/drawing/2014/main" id="{67E1610E-3287-44B9-431A-BD8DDE68889D}"/>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sp>
        <p:nvSpPr>
          <p:cNvPr id="10" name="Content Placeholder 2">
            <a:extLst>
              <a:ext uri="{FF2B5EF4-FFF2-40B4-BE49-F238E27FC236}">
                <a16:creationId xmlns:a16="http://schemas.microsoft.com/office/drawing/2014/main" id="{448F3406-5696-4E2A-BBA3-3AE831A0C0C1}"/>
              </a:ext>
            </a:extLst>
          </p:cNvPr>
          <p:cNvSpPr txBox="1">
            <a:spLocks/>
          </p:cNvSpPr>
          <p:nvPr/>
        </p:nvSpPr>
        <p:spPr>
          <a:xfrm>
            <a:off x="332912" y="3557687"/>
            <a:ext cx="7682158" cy="1500326"/>
          </a:xfrm>
          <a:prstGeom prst="rect">
            <a:avLst/>
          </a:prstGeom>
        </p:spPr>
        <p:txBody>
          <a:bodyPr vert="horz" lIns="75438" tIns="37719" rIns="75438" bIns="37719"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spcBef>
                <a:spcPts val="0"/>
              </a:spcBef>
              <a:spcAft>
                <a:spcPts val="600"/>
              </a:spcAft>
              <a:buClr>
                <a:schemeClr val="accent1"/>
              </a:buClr>
            </a:pPr>
            <a:r>
              <a:rPr lang="en-US" sz="1300" dirty="0">
                <a:latin typeface="Avenir Next LT Pro" panose="020B0504020202020204" pitchFamily="34" charset="0"/>
                <a:cs typeface="Helvetica" panose="020B0604020202020204" pitchFamily="34" charset="0"/>
              </a:rPr>
              <a:t>Established cross-functional working group comprised of HRBPs, Talent Management, Total Rewards, Sales Leaders and Sales SMEs (high-performing Sales individual contributors) </a:t>
            </a:r>
          </a:p>
          <a:p>
            <a:pPr algn="just">
              <a:lnSpc>
                <a:spcPct val="120000"/>
              </a:lnSpc>
              <a:spcBef>
                <a:spcPts val="0"/>
              </a:spcBef>
              <a:spcAft>
                <a:spcPts val="600"/>
              </a:spcAft>
              <a:buClr>
                <a:schemeClr val="accent1"/>
              </a:buClr>
            </a:pPr>
            <a:r>
              <a:rPr lang="en-US" sz="1300" dirty="0">
                <a:latin typeface="Avenir Next LT Pro" panose="020B0504020202020204" pitchFamily="34" charset="0"/>
                <a:cs typeface="Helvetica" panose="020B0604020202020204" pitchFamily="34" charset="0"/>
              </a:rPr>
              <a:t>Audited existing Talent Acquisition and Talent Development methodologies and assets to leverage and minimize disruption </a:t>
            </a:r>
          </a:p>
          <a:p>
            <a:pPr algn="just">
              <a:lnSpc>
                <a:spcPct val="120000"/>
              </a:lnSpc>
              <a:spcBef>
                <a:spcPts val="0"/>
              </a:spcBef>
              <a:spcAft>
                <a:spcPts val="600"/>
              </a:spcAft>
              <a:buClr>
                <a:schemeClr val="accent1"/>
              </a:buClr>
            </a:pPr>
            <a:r>
              <a:rPr lang="en-US" sz="1300" dirty="0">
                <a:latin typeface="Avenir Next LT Pro" panose="020B0504020202020204" pitchFamily="34" charset="0"/>
                <a:cs typeface="Helvetica" panose="020B0604020202020204" pitchFamily="34" charset="0"/>
              </a:rPr>
              <a:t>Revamped, streamlined and brought current a Talent ecosystem that follows the employee lifecycle from hiring to onboarding to coaching and developing to succession management </a:t>
            </a:r>
          </a:p>
          <a:p>
            <a:pPr algn="just">
              <a:lnSpc>
                <a:spcPct val="120000"/>
              </a:lnSpc>
              <a:spcBef>
                <a:spcPts val="0"/>
              </a:spcBef>
              <a:spcAft>
                <a:spcPts val="600"/>
              </a:spcAft>
              <a:buClr>
                <a:schemeClr val="accent1"/>
              </a:buClr>
            </a:pPr>
            <a:r>
              <a:rPr lang="en-US" sz="1300" dirty="0">
                <a:latin typeface="Avenir Next LT Pro" panose="020B0504020202020204" pitchFamily="34" charset="0"/>
                <a:cs typeface="Helvetica" panose="020B0604020202020204" pitchFamily="34" charset="0"/>
              </a:rPr>
              <a:t>Deliverables included Sales competencies across levels, Sales hiring profile and interviewing, Sales onboarding, Sales learning and coaching, career development and more </a:t>
            </a:r>
          </a:p>
          <a:p>
            <a:pPr algn="just">
              <a:lnSpc>
                <a:spcPct val="120000"/>
              </a:lnSpc>
              <a:spcBef>
                <a:spcPts val="0"/>
              </a:spcBef>
              <a:spcAft>
                <a:spcPts val="600"/>
              </a:spcAft>
              <a:buClr>
                <a:schemeClr val="accent1"/>
              </a:buClr>
            </a:pPr>
            <a:r>
              <a:rPr lang="en-US" sz="1300" dirty="0">
                <a:latin typeface="Avenir Next LT Pro" panose="020B0504020202020204" pitchFamily="34" charset="0"/>
                <a:cs typeface="Helvetica" panose="020B0604020202020204" pitchFamily="34" charset="0"/>
              </a:rPr>
              <a:t>Deployed solutions online for better user experience </a:t>
            </a:r>
          </a:p>
          <a:p>
            <a:pPr algn="just">
              <a:lnSpc>
                <a:spcPct val="120000"/>
              </a:lnSpc>
              <a:spcBef>
                <a:spcPts val="0"/>
              </a:spcBef>
              <a:spcAft>
                <a:spcPts val="600"/>
              </a:spcAft>
              <a:buClr>
                <a:schemeClr val="accent1"/>
              </a:buClr>
            </a:pPr>
            <a:r>
              <a:rPr lang="en-US" sz="1300" dirty="0">
                <a:latin typeface="Avenir Next LT Pro" panose="020B0504020202020204" pitchFamily="34" charset="0"/>
              </a:rPr>
              <a:t>Trained and coached people managers and employees on how and when to use </a:t>
            </a:r>
          </a:p>
          <a:p>
            <a:pPr algn="just">
              <a:lnSpc>
                <a:spcPct val="120000"/>
              </a:lnSpc>
              <a:spcBef>
                <a:spcPts val="0"/>
              </a:spcBef>
              <a:spcAft>
                <a:spcPts val="600"/>
              </a:spcAft>
              <a:buClr>
                <a:schemeClr val="accent1"/>
              </a:buClr>
            </a:pPr>
            <a:endParaRPr lang="en-US" sz="1300" dirty="0">
              <a:latin typeface="Avenir Next LT Pro" panose="020B0504020202020204" pitchFamily="34" charset="0"/>
            </a:endParaRPr>
          </a:p>
          <a:p>
            <a:pPr marL="662940" lvl="1" indent="-285750" algn="just">
              <a:lnSpc>
                <a:spcPct val="120000"/>
              </a:lnSpc>
              <a:spcBef>
                <a:spcPts val="0"/>
              </a:spcBef>
              <a:spcAft>
                <a:spcPts val="600"/>
              </a:spcAft>
              <a:buClr>
                <a:schemeClr val="accent1"/>
              </a:buClr>
            </a:pPr>
            <a:endParaRPr lang="en-US" sz="1300" dirty="0">
              <a:latin typeface="Avenir Next LT Pro" panose="020B0504020202020204" pitchFamily="34" charset="0"/>
            </a:endParaRPr>
          </a:p>
        </p:txBody>
      </p:sp>
      <p:pic>
        <p:nvPicPr>
          <p:cNvPr id="4098" name="Picture 2" descr="N:\_documents\_work\HO stuff\docs\marketing stuff\194045-200.png"/>
          <p:cNvPicPr>
            <a:picLocks noChangeAspect="1" noChangeArrowheads="1"/>
          </p:cNvPicPr>
          <p:nvPr/>
        </p:nvPicPr>
        <p:blipFill>
          <a:blip r:embed="rId3" cstate="screen">
            <a:extLst>
              <a:ext uri="{BEBA8EAE-BF5A-486C-A8C5-ECC9F3942E4B}">
                <a14:imgProps xmlns:a14="http://schemas.microsoft.com/office/drawing/2010/main">
                  <a14:imgLayer r:embed="rId4">
                    <a14:imgEffect>
                      <a14:brightnessContrast bright="100000" contrast="10000"/>
                    </a14:imgEffect>
                  </a14:imgLayer>
                </a14:imgProps>
              </a:ext>
              <a:ext uri="{28A0092B-C50C-407E-A947-70E740481C1C}">
                <a14:useLocalDpi xmlns:a14="http://schemas.microsoft.com/office/drawing/2010/main"/>
              </a:ext>
            </a:extLst>
          </a:blip>
          <a:srcRect/>
          <a:stretch>
            <a:fillRect/>
          </a:stretch>
        </p:blipFill>
        <p:spPr bwMode="auto">
          <a:xfrm>
            <a:off x="527801" y="2978642"/>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41C9AA6-5ABA-2077-8952-2A058ABF3CD7}"/>
              </a:ext>
            </a:extLst>
          </p:cNvPr>
          <p:cNvSpPr txBox="1"/>
          <p:nvPr/>
        </p:nvSpPr>
        <p:spPr>
          <a:xfrm>
            <a:off x="1784325" y="195130"/>
            <a:ext cx="5868946" cy="646331"/>
          </a:xfrm>
          <a:prstGeom prst="rect">
            <a:avLst/>
          </a:prstGeom>
          <a:noFill/>
        </p:spPr>
        <p:txBody>
          <a:bodyPr wrap="square" rtlCol="0">
            <a:spAutoFit/>
          </a:bodyPr>
          <a:lstStyle/>
          <a:p>
            <a:pPr>
              <a:defRPr/>
            </a:pPr>
            <a:r>
              <a:rPr lang="en-US" sz="3600" b="1" dirty="0">
                <a:solidFill>
                  <a:schemeClr val="bg1"/>
                </a:solidFill>
                <a:latin typeface="Avenir Next LT Pro" panose="020B0504020202020204" pitchFamily="34" charset="0"/>
              </a:rPr>
              <a:t>Capability Development </a:t>
            </a:r>
          </a:p>
        </p:txBody>
      </p:sp>
      <p:cxnSp>
        <p:nvCxnSpPr>
          <p:cNvPr id="26" name="Straight Connector 25">
            <a:extLst>
              <a:ext uri="{FF2B5EF4-FFF2-40B4-BE49-F238E27FC236}">
                <a16:creationId xmlns:a16="http://schemas.microsoft.com/office/drawing/2014/main" id="{657EC36B-17C5-8E52-8FE2-491298F83CD2}"/>
              </a:ext>
            </a:extLst>
          </p:cNvPr>
          <p:cNvCxnSpPr/>
          <p:nvPr/>
        </p:nvCxnSpPr>
        <p:spPr>
          <a:xfrm>
            <a:off x="7500496" y="156699"/>
            <a:ext cx="0" cy="64008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C193AA7-9D88-86DC-2EE1-B322D94AFF61}"/>
              </a:ext>
            </a:extLst>
          </p:cNvPr>
          <p:cNvSpPr txBox="1"/>
          <p:nvPr/>
        </p:nvSpPr>
        <p:spPr>
          <a:xfrm>
            <a:off x="1180418" y="2937594"/>
            <a:ext cx="2162175" cy="400110"/>
          </a:xfrm>
          <a:prstGeom prst="rect">
            <a:avLst/>
          </a:prstGeom>
          <a:noFill/>
        </p:spPr>
        <p:txBody>
          <a:bodyPr wrap="square">
            <a:spAutoFit/>
          </a:bodyPr>
          <a:lstStyle/>
          <a:p>
            <a:pPr marL="0" indent="0">
              <a:buNone/>
            </a:pPr>
            <a:r>
              <a:rPr lang="en-US" sz="2000" b="1" dirty="0">
                <a:solidFill>
                  <a:schemeClr val="bg1"/>
                </a:solidFill>
                <a:latin typeface="Avenir Next LT Pro" panose="020B0504020202020204" pitchFamily="34" charset="0"/>
              </a:rPr>
              <a:t>Steps Taken:</a:t>
            </a:r>
          </a:p>
        </p:txBody>
      </p:sp>
      <p:sp>
        <p:nvSpPr>
          <p:cNvPr id="27" name="Content Placeholder 2">
            <a:extLst>
              <a:ext uri="{FF2B5EF4-FFF2-40B4-BE49-F238E27FC236}">
                <a16:creationId xmlns:a16="http://schemas.microsoft.com/office/drawing/2014/main" id="{85DCB877-7E70-58EA-0A3E-2EB6D56E6003}"/>
              </a:ext>
            </a:extLst>
          </p:cNvPr>
          <p:cNvSpPr txBox="1">
            <a:spLocks/>
          </p:cNvSpPr>
          <p:nvPr/>
        </p:nvSpPr>
        <p:spPr>
          <a:xfrm>
            <a:off x="8742293" y="2810987"/>
            <a:ext cx="4777430" cy="634166"/>
          </a:xfrm>
          <a:prstGeom prst="roundRect">
            <a:avLst>
              <a:gd name="adj" fmla="val 11421"/>
            </a:avLst>
          </a:prstGeom>
          <a:gradFill flip="none" rotWithShape="1">
            <a:gsLst>
              <a:gs pos="0">
                <a:schemeClr val="accent1">
                  <a:lumMod val="50000"/>
                </a:schemeClr>
              </a:gs>
              <a:gs pos="100000">
                <a:schemeClr val="accent5">
                  <a:lumMod val="50000"/>
                </a:schemeClr>
              </a:gs>
            </a:gsLst>
            <a:lin ang="0" scaled="1"/>
            <a:tileRect/>
          </a:gradFill>
        </p:spPr>
        <p:txBody>
          <a:bodyPr vert="horz" lIns="75438" tIns="37719" rIns="75438" bIns="37719" rtlCol="0" anchor="b">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endParaRPr lang="en-US" sz="2000" b="1" dirty="0">
              <a:solidFill>
                <a:schemeClr val="bg1"/>
              </a:solidFill>
              <a:latin typeface="Avenir Next LT Pro" panose="020B0504020202020204" pitchFamily="34" charset="0"/>
            </a:endParaRPr>
          </a:p>
        </p:txBody>
      </p:sp>
      <p:grpSp>
        <p:nvGrpSpPr>
          <p:cNvPr id="28" name="Group 27">
            <a:extLst>
              <a:ext uri="{FF2B5EF4-FFF2-40B4-BE49-F238E27FC236}">
                <a16:creationId xmlns:a16="http://schemas.microsoft.com/office/drawing/2014/main" id="{A5B22C67-485B-A979-DB91-D11744FD3001}"/>
              </a:ext>
            </a:extLst>
          </p:cNvPr>
          <p:cNvGrpSpPr/>
          <p:nvPr/>
        </p:nvGrpSpPr>
        <p:grpSpPr>
          <a:xfrm>
            <a:off x="8226173" y="2688666"/>
            <a:ext cx="914400" cy="914400"/>
            <a:chOff x="6015789" y="1874756"/>
            <a:chExt cx="731520" cy="731520"/>
          </a:xfrm>
        </p:grpSpPr>
        <p:sp>
          <p:nvSpPr>
            <p:cNvPr id="29" name="Oval 28">
              <a:extLst>
                <a:ext uri="{FF2B5EF4-FFF2-40B4-BE49-F238E27FC236}">
                  <a16:creationId xmlns:a16="http://schemas.microsoft.com/office/drawing/2014/main" id="{98085E55-F126-2868-EE2E-84FD0A3D0608}"/>
                </a:ext>
              </a:extLst>
            </p:cNvPr>
            <p:cNvSpPr/>
            <p:nvPr/>
          </p:nvSpPr>
          <p:spPr>
            <a:xfrm>
              <a:off x="6085207" y="1948981"/>
              <a:ext cx="594360" cy="594360"/>
            </a:xfrm>
            <a:prstGeom prst="ellipse">
              <a:avLst/>
            </a:prstGeom>
            <a:gradFill>
              <a:gsLst>
                <a:gs pos="0">
                  <a:srgbClr val="3C747D"/>
                </a:gs>
                <a:gs pos="100000">
                  <a:schemeClr val="tx1"/>
                </a:gs>
              </a:gsLst>
              <a:lin ang="13500000" scaled="1"/>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30" name="Oval 29">
              <a:extLst>
                <a:ext uri="{FF2B5EF4-FFF2-40B4-BE49-F238E27FC236}">
                  <a16:creationId xmlns:a16="http://schemas.microsoft.com/office/drawing/2014/main" id="{DC037A1D-9AF8-4B46-F6DB-4B15D13E0266}"/>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sp>
        <p:nvSpPr>
          <p:cNvPr id="32" name="TextBox 31">
            <a:extLst>
              <a:ext uri="{FF2B5EF4-FFF2-40B4-BE49-F238E27FC236}">
                <a16:creationId xmlns:a16="http://schemas.microsoft.com/office/drawing/2014/main" id="{4083EAA9-324A-28BA-5746-B9772BF16CF1}"/>
              </a:ext>
            </a:extLst>
          </p:cNvPr>
          <p:cNvSpPr txBox="1"/>
          <p:nvPr/>
        </p:nvSpPr>
        <p:spPr>
          <a:xfrm>
            <a:off x="9315919" y="2924894"/>
            <a:ext cx="3715683" cy="400110"/>
          </a:xfrm>
          <a:prstGeom prst="rect">
            <a:avLst/>
          </a:prstGeom>
          <a:noFill/>
        </p:spPr>
        <p:txBody>
          <a:bodyPr wrap="square">
            <a:spAutoFit/>
          </a:bodyPr>
          <a:lstStyle/>
          <a:p>
            <a:pPr marL="0" indent="0">
              <a:buNone/>
            </a:pPr>
            <a:r>
              <a:rPr lang="en-US" sz="2000" b="1" dirty="0">
                <a:solidFill>
                  <a:schemeClr val="bg1"/>
                </a:solidFill>
                <a:latin typeface="Avenir Next LT Pro" panose="020B0504020202020204" pitchFamily="34" charset="0"/>
              </a:rPr>
              <a:t>Measurements of Success</a:t>
            </a:r>
          </a:p>
        </p:txBody>
      </p:sp>
      <p:pic>
        <p:nvPicPr>
          <p:cNvPr id="4099" name="Picture 3" descr="N:\_documents\_work\HO stuff\docs\marketing stuff\trophy-png-13.png"/>
          <p:cNvPicPr>
            <a:picLocks noChangeAspect="1" noChangeArrowheads="1"/>
          </p:cNvPicPr>
          <p:nvPr/>
        </p:nvPicPr>
        <p:blipFill>
          <a:blip r:embed="rId5" cstate="screen">
            <a:extLst>
              <a:ext uri="{BEBA8EAE-BF5A-486C-A8C5-ECC9F3942E4B}">
                <a14:imgProps xmlns:a14="http://schemas.microsoft.com/office/drawing/2010/main">
                  <a14:imgLayer r:embed="rId6">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8458167" y="2921512"/>
            <a:ext cx="457200" cy="457200"/>
          </a:xfrm>
          <a:prstGeom prst="rect">
            <a:avLst/>
          </a:prstGeom>
          <a:noFill/>
          <a:ln>
            <a:noFill/>
          </a:ln>
        </p:spPr>
      </p:pic>
      <p:sp>
        <p:nvSpPr>
          <p:cNvPr id="34" name="Content Placeholder 2">
            <a:extLst>
              <a:ext uri="{FF2B5EF4-FFF2-40B4-BE49-F238E27FC236}">
                <a16:creationId xmlns:a16="http://schemas.microsoft.com/office/drawing/2014/main" id="{F0A8DB07-BCC2-2B66-801E-91A9B2834AD6}"/>
              </a:ext>
            </a:extLst>
          </p:cNvPr>
          <p:cNvSpPr txBox="1">
            <a:spLocks/>
          </p:cNvSpPr>
          <p:nvPr/>
        </p:nvSpPr>
        <p:spPr>
          <a:xfrm>
            <a:off x="483182" y="1193239"/>
            <a:ext cx="2015324" cy="1484165"/>
          </a:xfrm>
          <a:prstGeom prst="roundRect">
            <a:avLst>
              <a:gd name="adj" fmla="val 11421"/>
            </a:avLst>
          </a:prstGeom>
          <a:gradFill>
            <a:gsLst>
              <a:gs pos="0">
                <a:schemeClr val="accent1">
                  <a:lumMod val="50000"/>
                </a:schemeClr>
              </a:gs>
              <a:gs pos="100000">
                <a:schemeClr val="accent1"/>
              </a:gs>
            </a:gsLst>
            <a:lin ang="5400000" scaled="1"/>
          </a:gradFill>
        </p:spPr>
        <p:txBody>
          <a:bodyPr vert="horz" lIns="75438" tIns="37719" rIns="75438" bIns="37719" rtlCol="0" anchor="b">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endParaRPr lang="en-US" sz="2000" b="1" dirty="0">
              <a:solidFill>
                <a:schemeClr val="bg1"/>
              </a:solidFill>
              <a:latin typeface="Avenir Next LT Pro" panose="020B0504020202020204" pitchFamily="34" charset="0"/>
            </a:endParaRPr>
          </a:p>
        </p:txBody>
      </p:sp>
      <p:pic>
        <p:nvPicPr>
          <p:cNvPr id="35" name="Picture 2" descr="N:\_documents\_work\HO stuff\docs\marketing stuff\icon plans.png">
            <a:extLst>
              <a:ext uri="{FF2B5EF4-FFF2-40B4-BE49-F238E27FC236}">
                <a16:creationId xmlns:a16="http://schemas.microsoft.com/office/drawing/2014/main" id="{74108FAD-FAD4-C8BF-FC25-A54E5F2067C8}"/>
              </a:ext>
            </a:extLst>
          </p:cNvPr>
          <p:cNvPicPr>
            <a:picLocks noChangeAspect="1" noChangeArrowheads="1"/>
          </p:cNvPicPr>
          <p:nvPr/>
        </p:nvPicPr>
        <p:blipFill>
          <a:blip r:embed="rId7" cstate="print">
            <a:biLevel thresh="25000"/>
            <a:extLst>
              <a:ext uri="{BEBA8EAE-BF5A-486C-A8C5-ECC9F3942E4B}">
                <a14:imgProps xmlns:a14="http://schemas.microsoft.com/office/drawing/2010/main">
                  <a14:imgLayer r:embed="rId8">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1219078" y="1493087"/>
            <a:ext cx="531613" cy="531613"/>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4FEB93F5-DBCA-9CC8-8104-E55D0FD18059}"/>
              </a:ext>
            </a:extLst>
          </p:cNvPr>
          <p:cNvSpPr txBox="1"/>
          <p:nvPr/>
        </p:nvSpPr>
        <p:spPr>
          <a:xfrm>
            <a:off x="508582" y="2126299"/>
            <a:ext cx="1952604" cy="400110"/>
          </a:xfrm>
          <a:prstGeom prst="rect">
            <a:avLst/>
          </a:prstGeom>
          <a:noFill/>
        </p:spPr>
        <p:txBody>
          <a:bodyPr wrap="square">
            <a:spAutoFit/>
          </a:bodyPr>
          <a:lstStyle/>
          <a:p>
            <a:pPr marL="0" indent="0" algn="ctr">
              <a:spcBef>
                <a:spcPts val="0"/>
              </a:spcBef>
              <a:spcAft>
                <a:spcPts val="1200"/>
              </a:spcAft>
              <a:buNone/>
            </a:pPr>
            <a:r>
              <a:rPr lang="en-US" sz="2000" b="1" dirty="0">
                <a:solidFill>
                  <a:schemeClr val="bg1"/>
                </a:solidFill>
                <a:latin typeface="Avenir Next LT Pro" panose="020B0504020202020204" pitchFamily="34" charset="0"/>
              </a:rPr>
              <a:t>Background</a:t>
            </a:r>
          </a:p>
        </p:txBody>
      </p:sp>
    </p:spTree>
    <p:custDataLst>
      <p:tags r:id="rId1"/>
    </p:custDataLst>
    <p:extLst>
      <p:ext uri="{BB962C8B-B14F-4D97-AF65-F5344CB8AC3E}">
        <p14:creationId xmlns:p14="http://schemas.microsoft.com/office/powerpoint/2010/main" val="3089528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061E6-F4ED-4956-E1B5-C8E9F8E1455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7F0FCA7-253A-97C9-0D93-255EFA2E6540}"/>
              </a:ext>
            </a:extLst>
          </p:cNvPr>
          <p:cNvSpPr/>
          <p:nvPr/>
        </p:nvSpPr>
        <p:spPr>
          <a:xfrm>
            <a:off x="8312946" y="3073400"/>
            <a:ext cx="5504654" cy="39243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2">
            <a:extLst>
              <a:ext uri="{FF2B5EF4-FFF2-40B4-BE49-F238E27FC236}">
                <a16:creationId xmlns:a16="http://schemas.microsoft.com/office/drawing/2014/main" id="{AA95D926-356D-4452-2551-F53A4EBA7B3F}"/>
              </a:ext>
            </a:extLst>
          </p:cNvPr>
          <p:cNvSpPr txBox="1">
            <a:spLocks/>
          </p:cNvSpPr>
          <p:nvPr/>
        </p:nvSpPr>
        <p:spPr>
          <a:xfrm>
            <a:off x="762258" y="2823687"/>
            <a:ext cx="7209086" cy="634166"/>
          </a:xfrm>
          <a:prstGeom prst="roundRect">
            <a:avLst>
              <a:gd name="adj" fmla="val 11421"/>
            </a:avLst>
          </a:prstGeom>
          <a:gradFill flip="none" rotWithShape="1">
            <a:gsLst>
              <a:gs pos="0">
                <a:schemeClr val="accent1">
                  <a:lumMod val="50000"/>
                </a:schemeClr>
              </a:gs>
              <a:gs pos="100000">
                <a:schemeClr val="bg2">
                  <a:lumMod val="50000"/>
                </a:schemeClr>
              </a:gs>
            </a:gsLst>
            <a:lin ang="0" scaled="1"/>
            <a:tileRect/>
          </a:gradFill>
        </p:spPr>
        <p:txBody>
          <a:bodyPr vert="horz" lIns="75438" tIns="37719" rIns="75438" bIns="37719" rtlCol="0" anchor="b">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endParaRPr lang="en-US" sz="2000" b="1" dirty="0">
              <a:solidFill>
                <a:schemeClr val="bg1"/>
              </a:solidFill>
              <a:latin typeface="Avenir Next LT Pro" panose="020B0504020202020204" pitchFamily="34" charset="0"/>
            </a:endParaRPr>
          </a:p>
        </p:txBody>
      </p:sp>
      <p:sp>
        <p:nvSpPr>
          <p:cNvPr id="8" name="Rectangle 7">
            <a:extLst>
              <a:ext uri="{FF2B5EF4-FFF2-40B4-BE49-F238E27FC236}">
                <a16:creationId xmlns:a16="http://schemas.microsoft.com/office/drawing/2014/main" id="{C7E89033-F22B-EB0A-4C6F-1ABC4D0805AB}"/>
              </a:ext>
            </a:extLst>
          </p:cNvPr>
          <p:cNvSpPr/>
          <p:nvPr/>
        </p:nvSpPr>
        <p:spPr>
          <a:xfrm>
            <a:off x="2006600" y="1249137"/>
            <a:ext cx="11252199" cy="1398385"/>
          </a:xfrm>
          <a:prstGeom prst="rect">
            <a:avLst/>
          </a:prstGeom>
          <a:gradFill flip="none" rotWithShape="1">
            <a:gsLst>
              <a:gs pos="0">
                <a:schemeClr val="tx2">
                  <a:lumMod val="90000"/>
                </a:schemeClr>
              </a:gs>
              <a:gs pos="100000">
                <a:schemeClr val="bg1"/>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85219E-6248-D73E-8034-0E3FCF7F782F}"/>
              </a:ext>
            </a:extLst>
          </p:cNvPr>
          <p:cNvSpPr>
            <a:spLocks noGrp="1"/>
          </p:cNvSpPr>
          <p:nvPr>
            <p:ph type="ctrTitle" idx="13"/>
          </p:nvPr>
        </p:nvSpPr>
        <p:spPr>
          <a:xfrm>
            <a:off x="7653271" y="-2359"/>
            <a:ext cx="4506133" cy="1041307"/>
          </a:xfrm>
          <a:noFill/>
        </p:spPr>
        <p:txBody>
          <a:bodyPr vert="horz" wrap="square" lIns="75438" tIns="37719" rIns="75438" bIns="37719" rtlCol="0" anchor="ctr">
            <a:spAutoFit/>
          </a:bodyPr>
          <a:lstStyle/>
          <a:p>
            <a:pPr algn="l" defTabSz="840530"/>
            <a:r>
              <a:rPr lang="en-US" sz="3200" dirty="0">
                <a:solidFill>
                  <a:schemeClr val="bg1"/>
                </a:solidFill>
                <a:latin typeface="Avenir Next LT Pro" panose="020B0504020202020204" pitchFamily="34" charset="0"/>
                <a:ea typeface="+mn-ea"/>
                <a:cs typeface="Helvetica" panose="020B0604020202020204" pitchFamily="34" charset="0"/>
              </a:rPr>
              <a:t>Example Case Study </a:t>
            </a:r>
          </a:p>
        </p:txBody>
      </p:sp>
      <p:sp>
        <p:nvSpPr>
          <p:cNvPr id="3" name="Content Placeholder 2">
            <a:extLst>
              <a:ext uri="{FF2B5EF4-FFF2-40B4-BE49-F238E27FC236}">
                <a16:creationId xmlns:a16="http://schemas.microsoft.com/office/drawing/2014/main" id="{CEBAD389-F23C-C41A-1788-22EB4BF3AAA6}"/>
              </a:ext>
            </a:extLst>
          </p:cNvPr>
          <p:cNvSpPr>
            <a:spLocks noGrp="1"/>
          </p:cNvSpPr>
          <p:nvPr>
            <p:ph idx="4294967295"/>
          </p:nvPr>
        </p:nvSpPr>
        <p:spPr>
          <a:xfrm>
            <a:off x="2521134" y="1290638"/>
            <a:ext cx="10102788" cy="1438275"/>
          </a:xfrm>
        </p:spPr>
        <p:txBody>
          <a:bodyPr vert="horz" lIns="75438" tIns="37719" rIns="75438" bIns="37719" rtlCol="0">
            <a:noAutofit/>
          </a:bodyPr>
          <a:lstStyle/>
          <a:p>
            <a:pPr>
              <a:lnSpc>
                <a:spcPct val="120000"/>
              </a:lnSpc>
              <a:spcAft>
                <a:spcPts val="600"/>
              </a:spcAft>
              <a:buClr>
                <a:schemeClr val="accent1"/>
              </a:buClr>
              <a:buFont typeface="Arial" panose="020B0604020202020204" pitchFamily="34" charset="0"/>
              <a:buChar char="•"/>
            </a:pPr>
            <a:r>
              <a:rPr lang="en-US" sz="1400" dirty="0">
                <a:solidFill>
                  <a:schemeClr val="tx1"/>
                </a:solidFill>
                <a:latin typeface="Avenir Next LT Pro" panose="020B0504020202020204" pitchFamily="34" charset="0"/>
              </a:rPr>
              <a:t>Global Brand w/&gt;10k EEs</a:t>
            </a:r>
          </a:p>
          <a:p>
            <a:pPr>
              <a:lnSpc>
                <a:spcPct val="120000"/>
              </a:lnSpc>
              <a:spcAft>
                <a:spcPts val="600"/>
              </a:spcAft>
              <a:buClr>
                <a:schemeClr val="accent1"/>
              </a:buClr>
              <a:buFont typeface="Arial" panose="020B0604020202020204" pitchFamily="34" charset="0"/>
              <a:buChar char="•"/>
            </a:pPr>
            <a:r>
              <a:rPr lang="en-US" sz="1400" dirty="0">
                <a:solidFill>
                  <a:schemeClr val="tx1"/>
                </a:solidFill>
                <a:latin typeface="Avenir Next LT Pro" panose="020B0504020202020204" pitchFamily="34" charset="0"/>
              </a:rPr>
              <a:t>Fast-growing Fintech organization </a:t>
            </a:r>
          </a:p>
          <a:p>
            <a:pPr>
              <a:lnSpc>
                <a:spcPct val="120000"/>
              </a:lnSpc>
              <a:spcAft>
                <a:spcPts val="600"/>
              </a:spcAft>
              <a:buClr>
                <a:schemeClr val="accent1"/>
              </a:buClr>
              <a:buFont typeface="Arial" panose="020B0604020202020204" pitchFamily="34" charset="0"/>
              <a:buChar char="•"/>
            </a:pPr>
            <a:r>
              <a:rPr lang="en-US" sz="1400" dirty="0">
                <a:solidFill>
                  <a:schemeClr val="tx1"/>
                </a:solidFill>
                <a:latin typeface="Avenir Next LT Pro" panose="020B0504020202020204" pitchFamily="34" charset="0"/>
              </a:rPr>
              <a:t>Leadership capabilities critical to business strategy and growth, yet many new and inexperienced people managers, including the Executive Team </a:t>
            </a:r>
          </a:p>
        </p:txBody>
      </p:sp>
      <p:sp>
        <p:nvSpPr>
          <p:cNvPr id="9" name="Content Placeholder 2">
            <a:extLst>
              <a:ext uri="{FF2B5EF4-FFF2-40B4-BE49-F238E27FC236}">
                <a16:creationId xmlns:a16="http://schemas.microsoft.com/office/drawing/2014/main" id="{54C9612C-8AB8-DE2B-A970-7BE851A1DD7A}"/>
              </a:ext>
            </a:extLst>
          </p:cNvPr>
          <p:cNvSpPr txBox="1">
            <a:spLocks/>
          </p:cNvSpPr>
          <p:nvPr/>
        </p:nvSpPr>
        <p:spPr>
          <a:xfrm>
            <a:off x="8572467" y="3586846"/>
            <a:ext cx="4947256" cy="2497226"/>
          </a:xfrm>
          <a:prstGeom prst="rect">
            <a:avLst/>
          </a:prstGeom>
        </p:spPr>
        <p:txBody>
          <a:bodyPr vert="horz" lIns="75438" tIns="37719" rIns="75438" bIns="37719"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Achieved savings of USD $2m per year in LD offerings, despite growing the curriculum (this was achieved through better alignment and allocation of vendor services and programs) </a:t>
            </a:r>
          </a:p>
          <a:p>
            <a:pPr algn="just">
              <a:lnSpc>
                <a:spcPct val="10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Improved leadership pipeline / promotion-ready by &gt;30% at 1.5 years post launch</a:t>
            </a:r>
          </a:p>
          <a:p>
            <a:pPr algn="just">
              <a:lnSpc>
                <a:spcPct val="10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Reduced external leader recruitment costs by &gt;25% at 2 years post launch </a:t>
            </a:r>
          </a:p>
          <a:p>
            <a:pPr algn="just">
              <a:lnSpc>
                <a:spcPct val="10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EE engagement scores regarding quality of leadership improved by &gt;10% each year;  reaching over &gt;30% improvement 3 years post launch </a:t>
            </a:r>
          </a:p>
          <a:p>
            <a:pPr algn="just">
              <a:lnSpc>
                <a:spcPct val="100000"/>
              </a:lnSpc>
              <a:spcBef>
                <a:spcPts val="0"/>
              </a:spcBef>
              <a:spcAft>
                <a:spcPts val="600"/>
              </a:spcAft>
              <a:buClr>
                <a:schemeClr val="accent1"/>
              </a:buClr>
            </a:pPr>
            <a:endParaRPr lang="en-US" sz="1400" dirty="0">
              <a:latin typeface="Avenir Next LT Pro" panose="020B0504020202020204" pitchFamily="34" charset="0"/>
              <a:cs typeface="Helvetica" panose="020B0604020202020204" pitchFamily="34" charset="0"/>
            </a:endParaRPr>
          </a:p>
          <a:p>
            <a:pPr algn="just">
              <a:lnSpc>
                <a:spcPct val="100000"/>
              </a:lnSpc>
              <a:spcBef>
                <a:spcPts val="0"/>
              </a:spcBef>
              <a:spcAft>
                <a:spcPts val="600"/>
              </a:spcAft>
              <a:buClr>
                <a:schemeClr val="accent1"/>
              </a:buClr>
            </a:pPr>
            <a:endParaRPr lang="en-US" sz="1400" dirty="0">
              <a:latin typeface="Avenir Next LT Pro" panose="020B0504020202020204" pitchFamily="34" charset="0"/>
              <a:cs typeface="Helvetica" panose="020B0604020202020204" pitchFamily="34" charset="0"/>
            </a:endParaRPr>
          </a:p>
          <a:p>
            <a:pPr algn="just">
              <a:lnSpc>
                <a:spcPct val="100000"/>
              </a:lnSpc>
              <a:spcBef>
                <a:spcPts val="0"/>
              </a:spcBef>
              <a:spcAft>
                <a:spcPts val="600"/>
              </a:spcAft>
              <a:buClr>
                <a:schemeClr val="accent1"/>
              </a:buClr>
            </a:pPr>
            <a:endParaRPr lang="en-US" sz="1400" dirty="0">
              <a:latin typeface="Avenir Next LT Pro" panose="020B0504020202020204" pitchFamily="34" charset="0"/>
              <a:cs typeface="Helvetica" panose="020B0604020202020204" pitchFamily="34" charset="0"/>
            </a:endParaRPr>
          </a:p>
        </p:txBody>
      </p:sp>
      <p:grpSp>
        <p:nvGrpSpPr>
          <p:cNvPr id="13" name="Group 12">
            <a:extLst>
              <a:ext uri="{FF2B5EF4-FFF2-40B4-BE49-F238E27FC236}">
                <a16:creationId xmlns:a16="http://schemas.microsoft.com/office/drawing/2014/main" id="{74D68FF4-6E26-FAC5-E690-C36A039C0651}"/>
              </a:ext>
            </a:extLst>
          </p:cNvPr>
          <p:cNvGrpSpPr/>
          <p:nvPr/>
        </p:nvGrpSpPr>
        <p:grpSpPr>
          <a:xfrm>
            <a:off x="246139" y="2701366"/>
            <a:ext cx="914400" cy="914400"/>
            <a:chOff x="6015789" y="1874756"/>
            <a:chExt cx="731520" cy="731520"/>
          </a:xfrm>
        </p:grpSpPr>
        <p:sp>
          <p:nvSpPr>
            <p:cNvPr id="18" name="Oval 17">
              <a:extLst>
                <a:ext uri="{FF2B5EF4-FFF2-40B4-BE49-F238E27FC236}">
                  <a16:creationId xmlns:a16="http://schemas.microsoft.com/office/drawing/2014/main" id="{E28D5C43-63DA-95D0-397C-57E71FD5DAE9}"/>
                </a:ext>
              </a:extLst>
            </p:cNvPr>
            <p:cNvSpPr/>
            <p:nvPr/>
          </p:nvSpPr>
          <p:spPr>
            <a:xfrm>
              <a:off x="6085207" y="1948981"/>
              <a:ext cx="594360" cy="594360"/>
            </a:xfrm>
            <a:prstGeom prst="ellipse">
              <a:avLst/>
            </a:prstGeom>
            <a:gradFill>
              <a:gsLst>
                <a:gs pos="0">
                  <a:srgbClr val="3C747D"/>
                </a:gs>
                <a:gs pos="100000">
                  <a:schemeClr val="tx1"/>
                </a:gs>
              </a:gsLst>
              <a:lin ang="13500000" scaled="1"/>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19" name="Oval 18">
              <a:extLst>
                <a:ext uri="{FF2B5EF4-FFF2-40B4-BE49-F238E27FC236}">
                  <a16:creationId xmlns:a16="http://schemas.microsoft.com/office/drawing/2014/main" id="{F569C641-88FE-7C4B-DCD7-5ECE99DE5715}"/>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sp>
        <p:nvSpPr>
          <p:cNvPr id="10" name="Content Placeholder 2">
            <a:extLst>
              <a:ext uri="{FF2B5EF4-FFF2-40B4-BE49-F238E27FC236}">
                <a16:creationId xmlns:a16="http://schemas.microsoft.com/office/drawing/2014/main" id="{B7D4EAE8-282C-F301-191F-05D69A287C67}"/>
              </a:ext>
            </a:extLst>
          </p:cNvPr>
          <p:cNvSpPr txBox="1">
            <a:spLocks/>
          </p:cNvSpPr>
          <p:nvPr/>
        </p:nvSpPr>
        <p:spPr>
          <a:xfrm>
            <a:off x="483182" y="3557687"/>
            <a:ext cx="7340018" cy="1500326"/>
          </a:xfrm>
          <a:prstGeom prst="rect">
            <a:avLst/>
          </a:prstGeom>
        </p:spPr>
        <p:txBody>
          <a:bodyPr vert="horz" lIns="75438" tIns="37719" rIns="75438" bIns="37719"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Built-upon organizational Values and Strategy by interpreting necessary Leadership Capabilities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Developed Leadership Competencies in alignment w/ Values and Strategy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Co-created Leadership Development Program architecture w/ the Executive Team</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Conducted worldwide research to source resources for multiple LD topics w/ a variety of learning modalities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Designed and facilitated a number of distinct LD topics as part of the overall LD curriculum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Provided coaches to support individual and team development, including Action Learning Teams  </a:t>
            </a:r>
          </a:p>
          <a:p>
            <a:pPr marL="0" indent="0" algn="just">
              <a:lnSpc>
                <a:spcPct val="120000"/>
              </a:lnSpc>
              <a:spcBef>
                <a:spcPts val="0"/>
              </a:spcBef>
              <a:spcAft>
                <a:spcPts val="600"/>
              </a:spcAft>
              <a:buClr>
                <a:schemeClr val="accent1"/>
              </a:buClr>
              <a:buNone/>
            </a:pPr>
            <a:endParaRPr lang="en-US" sz="1400" dirty="0">
              <a:latin typeface="Avenir Next LT Pro" panose="020B0504020202020204" pitchFamily="34" charset="0"/>
              <a:cs typeface="Helvetica" panose="020B0604020202020204" pitchFamily="34" charset="0"/>
            </a:endParaRPr>
          </a:p>
        </p:txBody>
      </p:sp>
      <p:pic>
        <p:nvPicPr>
          <p:cNvPr id="4098" name="Picture 2" descr="N:\_documents\_work\HO stuff\docs\marketing stuff\194045-200.png">
            <a:extLst>
              <a:ext uri="{FF2B5EF4-FFF2-40B4-BE49-F238E27FC236}">
                <a16:creationId xmlns:a16="http://schemas.microsoft.com/office/drawing/2014/main" id="{1E281303-02C6-F51B-2594-D9C8DF666573}"/>
              </a:ext>
            </a:extLst>
          </p:cNvPr>
          <p:cNvPicPr>
            <a:picLocks noChangeAspect="1" noChangeArrowheads="1"/>
          </p:cNvPicPr>
          <p:nvPr/>
        </p:nvPicPr>
        <p:blipFill>
          <a:blip r:embed="rId3" cstate="screen">
            <a:extLst>
              <a:ext uri="{BEBA8EAE-BF5A-486C-A8C5-ECC9F3942E4B}">
                <a14:imgProps xmlns:a14="http://schemas.microsoft.com/office/drawing/2010/main">
                  <a14:imgLayer r:embed="rId4">
                    <a14:imgEffect>
                      <a14:brightnessContrast bright="100000" contrast="10000"/>
                    </a14:imgEffect>
                  </a14:imgLayer>
                </a14:imgProps>
              </a:ext>
              <a:ext uri="{28A0092B-C50C-407E-A947-70E740481C1C}">
                <a14:useLocalDpi xmlns:a14="http://schemas.microsoft.com/office/drawing/2010/main"/>
              </a:ext>
            </a:extLst>
          </a:blip>
          <a:srcRect/>
          <a:stretch>
            <a:fillRect/>
          </a:stretch>
        </p:blipFill>
        <p:spPr bwMode="auto">
          <a:xfrm>
            <a:off x="527801" y="2978642"/>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395FE35-B4F3-2534-E3E7-13F84FF0D73A}"/>
              </a:ext>
            </a:extLst>
          </p:cNvPr>
          <p:cNvSpPr txBox="1"/>
          <p:nvPr/>
        </p:nvSpPr>
        <p:spPr>
          <a:xfrm>
            <a:off x="1466825" y="195130"/>
            <a:ext cx="5868946" cy="646331"/>
          </a:xfrm>
          <a:prstGeom prst="rect">
            <a:avLst/>
          </a:prstGeom>
          <a:noFill/>
        </p:spPr>
        <p:txBody>
          <a:bodyPr wrap="square" rtlCol="0">
            <a:spAutoFit/>
          </a:bodyPr>
          <a:lstStyle/>
          <a:p>
            <a:pPr>
              <a:defRPr/>
            </a:pPr>
            <a:r>
              <a:rPr lang="en-US" sz="3600" b="1" dirty="0">
                <a:solidFill>
                  <a:schemeClr val="bg1"/>
                </a:solidFill>
                <a:latin typeface="Avenir Next LT Pro" panose="020B0504020202020204" pitchFamily="34" charset="0"/>
              </a:rPr>
              <a:t>Leadership Development </a:t>
            </a:r>
          </a:p>
        </p:txBody>
      </p:sp>
      <p:cxnSp>
        <p:nvCxnSpPr>
          <p:cNvPr id="26" name="Straight Connector 25">
            <a:extLst>
              <a:ext uri="{FF2B5EF4-FFF2-40B4-BE49-F238E27FC236}">
                <a16:creationId xmlns:a16="http://schemas.microsoft.com/office/drawing/2014/main" id="{2499B8D3-ED61-D2B6-038C-1FAF8F83A921}"/>
              </a:ext>
            </a:extLst>
          </p:cNvPr>
          <p:cNvCxnSpPr/>
          <p:nvPr/>
        </p:nvCxnSpPr>
        <p:spPr>
          <a:xfrm>
            <a:off x="7500496" y="156699"/>
            <a:ext cx="0" cy="64008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8CBE184-EC32-2001-291F-47B9EDD97CCD}"/>
              </a:ext>
            </a:extLst>
          </p:cNvPr>
          <p:cNvSpPr txBox="1"/>
          <p:nvPr/>
        </p:nvSpPr>
        <p:spPr>
          <a:xfrm>
            <a:off x="1180418" y="2937594"/>
            <a:ext cx="2162175" cy="400110"/>
          </a:xfrm>
          <a:prstGeom prst="rect">
            <a:avLst/>
          </a:prstGeom>
          <a:noFill/>
        </p:spPr>
        <p:txBody>
          <a:bodyPr wrap="square">
            <a:spAutoFit/>
          </a:bodyPr>
          <a:lstStyle/>
          <a:p>
            <a:pPr marL="0" indent="0">
              <a:buNone/>
            </a:pPr>
            <a:r>
              <a:rPr lang="en-US" sz="2000" b="1" dirty="0">
                <a:solidFill>
                  <a:schemeClr val="bg1"/>
                </a:solidFill>
                <a:latin typeface="Avenir Next LT Pro" panose="020B0504020202020204" pitchFamily="34" charset="0"/>
              </a:rPr>
              <a:t>Steps Taken:</a:t>
            </a:r>
          </a:p>
        </p:txBody>
      </p:sp>
      <p:sp>
        <p:nvSpPr>
          <p:cNvPr id="27" name="Content Placeholder 2">
            <a:extLst>
              <a:ext uri="{FF2B5EF4-FFF2-40B4-BE49-F238E27FC236}">
                <a16:creationId xmlns:a16="http://schemas.microsoft.com/office/drawing/2014/main" id="{67E00CC9-13AA-3BCB-313C-289301AE4B34}"/>
              </a:ext>
            </a:extLst>
          </p:cNvPr>
          <p:cNvSpPr txBox="1">
            <a:spLocks/>
          </p:cNvSpPr>
          <p:nvPr/>
        </p:nvSpPr>
        <p:spPr>
          <a:xfrm>
            <a:off x="8742293" y="2810987"/>
            <a:ext cx="4777430" cy="634166"/>
          </a:xfrm>
          <a:prstGeom prst="roundRect">
            <a:avLst>
              <a:gd name="adj" fmla="val 11421"/>
            </a:avLst>
          </a:prstGeom>
          <a:gradFill flip="none" rotWithShape="1">
            <a:gsLst>
              <a:gs pos="0">
                <a:schemeClr val="accent1">
                  <a:lumMod val="50000"/>
                </a:schemeClr>
              </a:gs>
              <a:gs pos="100000">
                <a:schemeClr val="accent5">
                  <a:lumMod val="50000"/>
                </a:schemeClr>
              </a:gs>
            </a:gsLst>
            <a:lin ang="0" scaled="1"/>
            <a:tileRect/>
          </a:gradFill>
        </p:spPr>
        <p:txBody>
          <a:bodyPr vert="horz" lIns="75438" tIns="37719" rIns="75438" bIns="37719" rtlCol="0" anchor="b">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endParaRPr lang="en-US" sz="2000" b="1" dirty="0">
              <a:solidFill>
                <a:schemeClr val="bg1"/>
              </a:solidFill>
              <a:latin typeface="Avenir Next LT Pro" panose="020B0504020202020204" pitchFamily="34" charset="0"/>
            </a:endParaRPr>
          </a:p>
        </p:txBody>
      </p:sp>
      <p:grpSp>
        <p:nvGrpSpPr>
          <p:cNvPr id="28" name="Group 27">
            <a:extLst>
              <a:ext uri="{FF2B5EF4-FFF2-40B4-BE49-F238E27FC236}">
                <a16:creationId xmlns:a16="http://schemas.microsoft.com/office/drawing/2014/main" id="{5D4BE4EB-117D-15A1-8C3C-5E123F1DD517}"/>
              </a:ext>
            </a:extLst>
          </p:cNvPr>
          <p:cNvGrpSpPr/>
          <p:nvPr/>
        </p:nvGrpSpPr>
        <p:grpSpPr>
          <a:xfrm>
            <a:off x="8226173" y="2688666"/>
            <a:ext cx="914400" cy="914400"/>
            <a:chOff x="6015789" y="1874756"/>
            <a:chExt cx="731520" cy="731520"/>
          </a:xfrm>
        </p:grpSpPr>
        <p:sp>
          <p:nvSpPr>
            <p:cNvPr id="29" name="Oval 28">
              <a:extLst>
                <a:ext uri="{FF2B5EF4-FFF2-40B4-BE49-F238E27FC236}">
                  <a16:creationId xmlns:a16="http://schemas.microsoft.com/office/drawing/2014/main" id="{EDC163FB-3D64-297A-4FC3-C7E6F6DF18C7}"/>
                </a:ext>
              </a:extLst>
            </p:cNvPr>
            <p:cNvSpPr/>
            <p:nvPr/>
          </p:nvSpPr>
          <p:spPr>
            <a:xfrm>
              <a:off x="6085207" y="1948981"/>
              <a:ext cx="594360" cy="594360"/>
            </a:xfrm>
            <a:prstGeom prst="ellipse">
              <a:avLst/>
            </a:prstGeom>
            <a:gradFill>
              <a:gsLst>
                <a:gs pos="0">
                  <a:srgbClr val="3C747D"/>
                </a:gs>
                <a:gs pos="100000">
                  <a:schemeClr val="tx1"/>
                </a:gs>
              </a:gsLst>
              <a:lin ang="13500000" scaled="1"/>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30" name="Oval 29">
              <a:extLst>
                <a:ext uri="{FF2B5EF4-FFF2-40B4-BE49-F238E27FC236}">
                  <a16:creationId xmlns:a16="http://schemas.microsoft.com/office/drawing/2014/main" id="{863D39C2-80A3-D818-99D2-371FD63AD0BF}"/>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sp>
        <p:nvSpPr>
          <p:cNvPr id="32" name="TextBox 31">
            <a:extLst>
              <a:ext uri="{FF2B5EF4-FFF2-40B4-BE49-F238E27FC236}">
                <a16:creationId xmlns:a16="http://schemas.microsoft.com/office/drawing/2014/main" id="{C73719AC-84A1-EFB8-E9E9-9DE0ABACFF22}"/>
              </a:ext>
            </a:extLst>
          </p:cNvPr>
          <p:cNvSpPr txBox="1"/>
          <p:nvPr/>
        </p:nvSpPr>
        <p:spPr>
          <a:xfrm>
            <a:off x="9315919" y="2924894"/>
            <a:ext cx="3715683" cy="400110"/>
          </a:xfrm>
          <a:prstGeom prst="rect">
            <a:avLst/>
          </a:prstGeom>
          <a:noFill/>
        </p:spPr>
        <p:txBody>
          <a:bodyPr wrap="square">
            <a:spAutoFit/>
          </a:bodyPr>
          <a:lstStyle/>
          <a:p>
            <a:pPr marL="0" indent="0">
              <a:buNone/>
            </a:pPr>
            <a:r>
              <a:rPr lang="en-US" sz="2000" b="1" dirty="0">
                <a:solidFill>
                  <a:schemeClr val="bg1"/>
                </a:solidFill>
                <a:latin typeface="Avenir Next LT Pro" panose="020B0504020202020204" pitchFamily="34" charset="0"/>
              </a:rPr>
              <a:t>Measurements of Success</a:t>
            </a:r>
          </a:p>
        </p:txBody>
      </p:sp>
      <p:pic>
        <p:nvPicPr>
          <p:cNvPr id="4099" name="Picture 3" descr="N:\_documents\_work\HO stuff\docs\marketing stuff\trophy-png-13.png">
            <a:extLst>
              <a:ext uri="{FF2B5EF4-FFF2-40B4-BE49-F238E27FC236}">
                <a16:creationId xmlns:a16="http://schemas.microsoft.com/office/drawing/2014/main" id="{7895824D-D507-D6DC-F6FB-A0FCEC8F0ED2}"/>
              </a:ext>
            </a:extLst>
          </p:cNvPr>
          <p:cNvPicPr>
            <a:picLocks noChangeAspect="1" noChangeArrowheads="1"/>
          </p:cNvPicPr>
          <p:nvPr/>
        </p:nvPicPr>
        <p:blipFill>
          <a:blip r:embed="rId5" cstate="screen">
            <a:extLst>
              <a:ext uri="{BEBA8EAE-BF5A-486C-A8C5-ECC9F3942E4B}">
                <a14:imgProps xmlns:a14="http://schemas.microsoft.com/office/drawing/2010/main">
                  <a14:imgLayer r:embed="rId6">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8458167" y="2921512"/>
            <a:ext cx="457200" cy="457200"/>
          </a:xfrm>
          <a:prstGeom prst="rect">
            <a:avLst/>
          </a:prstGeom>
          <a:noFill/>
          <a:ln>
            <a:noFill/>
          </a:ln>
        </p:spPr>
      </p:pic>
      <p:sp>
        <p:nvSpPr>
          <p:cNvPr id="6" name="Content Placeholder 2">
            <a:extLst>
              <a:ext uri="{FF2B5EF4-FFF2-40B4-BE49-F238E27FC236}">
                <a16:creationId xmlns:a16="http://schemas.microsoft.com/office/drawing/2014/main" id="{455F24C5-B730-702F-77FB-4867C9060070}"/>
              </a:ext>
            </a:extLst>
          </p:cNvPr>
          <p:cNvSpPr txBox="1">
            <a:spLocks/>
          </p:cNvSpPr>
          <p:nvPr/>
        </p:nvSpPr>
        <p:spPr>
          <a:xfrm>
            <a:off x="483182" y="1193239"/>
            <a:ext cx="2015324" cy="1484165"/>
          </a:xfrm>
          <a:prstGeom prst="roundRect">
            <a:avLst>
              <a:gd name="adj" fmla="val 11421"/>
            </a:avLst>
          </a:prstGeom>
          <a:gradFill>
            <a:gsLst>
              <a:gs pos="0">
                <a:schemeClr val="accent1">
                  <a:lumMod val="50000"/>
                </a:schemeClr>
              </a:gs>
              <a:gs pos="100000">
                <a:schemeClr val="accent1"/>
              </a:gs>
            </a:gsLst>
            <a:lin ang="5400000" scaled="1"/>
          </a:gradFill>
        </p:spPr>
        <p:txBody>
          <a:bodyPr vert="horz" lIns="75438" tIns="37719" rIns="75438" bIns="37719" rtlCol="0" anchor="b">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endParaRPr lang="en-US" sz="2000" b="1" dirty="0">
              <a:solidFill>
                <a:schemeClr val="bg1"/>
              </a:solidFill>
              <a:latin typeface="Avenir Next LT Pro" panose="020B0504020202020204" pitchFamily="34" charset="0"/>
            </a:endParaRPr>
          </a:p>
        </p:txBody>
      </p:sp>
      <p:pic>
        <p:nvPicPr>
          <p:cNvPr id="15" name="Picture 2" descr="N:\_documents\_work\HO stuff\docs\marketing stuff\icon plans.png">
            <a:extLst>
              <a:ext uri="{FF2B5EF4-FFF2-40B4-BE49-F238E27FC236}">
                <a16:creationId xmlns:a16="http://schemas.microsoft.com/office/drawing/2014/main" id="{272BDEA3-6608-BD23-8EB4-8950BD43082D}"/>
              </a:ext>
            </a:extLst>
          </p:cNvPr>
          <p:cNvPicPr>
            <a:picLocks noChangeAspect="1" noChangeArrowheads="1"/>
          </p:cNvPicPr>
          <p:nvPr/>
        </p:nvPicPr>
        <p:blipFill>
          <a:blip r:embed="rId7" cstate="print">
            <a:biLevel thresh="25000"/>
            <a:extLst>
              <a:ext uri="{BEBA8EAE-BF5A-486C-A8C5-ECC9F3942E4B}">
                <a14:imgProps xmlns:a14="http://schemas.microsoft.com/office/drawing/2010/main">
                  <a14:imgLayer r:embed="rId8">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1219078" y="1493087"/>
            <a:ext cx="531613" cy="53161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66C77AEA-B058-B2A9-DB88-EC37D84EDA19}"/>
              </a:ext>
            </a:extLst>
          </p:cNvPr>
          <p:cNvSpPr txBox="1"/>
          <p:nvPr/>
        </p:nvSpPr>
        <p:spPr>
          <a:xfrm>
            <a:off x="508582" y="2126299"/>
            <a:ext cx="1952604" cy="400110"/>
          </a:xfrm>
          <a:prstGeom prst="rect">
            <a:avLst/>
          </a:prstGeom>
          <a:noFill/>
        </p:spPr>
        <p:txBody>
          <a:bodyPr wrap="square">
            <a:spAutoFit/>
          </a:bodyPr>
          <a:lstStyle/>
          <a:p>
            <a:pPr marL="0" indent="0" algn="ctr">
              <a:spcBef>
                <a:spcPts val="0"/>
              </a:spcBef>
              <a:spcAft>
                <a:spcPts val="1200"/>
              </a:spcAft>
              <a:buNone/>
            </a:pPr>
            <a:r>
              <a:rPr lang="en-US" sz="2000" b="1" dirty="0">
                <a:solidFill>
                  <a:schemeClr val="bg1"/>
                </a:solidFill>
                <a:latin typeface="Avenir Next LT Pro" panose="020B0504020202020204" pitchFamily="34" charset="0"/>
              </a:rPr>
              <a:t>Background</a:t>
            </a:r>
          </a:p>
        </p:txBody>
      </p:sp>
    </p:spTree>
    <p:custDataLst>
      <p:tags r:id="rId1"/>
    </p:custDataLst>
    <p:extLst>
      <p:ext uri="{BB962C8B-B14F-4D97-AF65-F5344CB8AC3E}">
        <p14:creationId xmlns:p14="http://schemas.microsoft.com/office/powerpoint/2010/main" val="959113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24A98-8DAE-2A81-669A-C92D4C96A16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FDC0F00-A392-1434-C1B2-9C1498FB6650}"/>
              </a:ext>
            </a:extLst>
          </p:cNvPr>
          <p:cNvSpPr/>
          <p:nvPr/>
        </p:nvSpPr>
        <p:spPr>
          <a:xfrm>
            <a:off x="8312946" y="3073400"/>
            <a:ext cx="5504654" cy="40894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2">
            <a:extLst>
              <a:ext uri="{FF2B5EF4-FFF2-40B4-BE49-F238E27FC236}">
                <a16:creationId xmlns:a16="http://schemas.microsoft.com/office/drawing/2014/main" id="{2C95E066-61FF-8E23-4C05-3816E0ECE068}"/>
              </a:ext>
            </a:extLst>
          </p:cNvPr>
          <p:cNvSpPr txBox="1">
            <a:spLocks/>
          </p:cNvSpPr>
          <p:nvPr/>
        </p:nvSpPr>
        <p:spPr>
          <a:xfrm>
            <a:off x="762258" y="2823687"/>
            <a:ext cx="7209086" cy="634166"/>
          </a:xfrm>
          <a:prstGeom prst="roundRect">
            <a:avLst>
              <a:gd name="adj" fmla="val 11421"/>
            </a:avLst>
          </a:prstGeom>
          <a:gradFill flip="none" rotWithShape="1">
            <a:gsLst>
              <a:gs pos="0">
                <a:schemeClr val="accent1">
                  <a:lumMod val="50000"/>
                </a:schemeClr>
              </a:gs>
              <a:gs pos="100000">
                <a:schemeClr val="bg2">
                  <a:lumMod val="50000"/>
                </a:schemeClr>
              </a:gs>
            </a:gsLst>
            <a:lin ang="0" scaled="1"/>
            <a:tileRect/>
          </a:gradFill>
        </p:spPr>
        <p:txBody>
          <a:bodyPr vert="horz" lIns="75438" tIns="37719" rIns="75438" bIns="37719" rtlCol="0" anchor="b">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endParaRPr lang="en-US" sz="2000" b="1" dirty="0">
              <a:solidFill>
                <a:schemeClr val="bg1"/>
              </a:solidFill>
              <a:latin typeface="Avenir Next LT Pro" panose="020B0504020202020204" pitchFamily="34" charset="0"/>
            </a:endParaRPr>
          </a:p>
        </p:txBody>
      </p:sp>
      <p:sp>
        <p:nvSpPr>
          <p:cNvPr id="8" name="Rectangle 7">
            <a:extLst>
              <a:ext uri="{FF2B5EF4-FFF2-40B4-BE49-F238E27FC236}">
                <a16:creationId xmlns:a16="http://schemas.microsoft.com/office/drawing/2014/main" id="{3FAC9035-2963-63C6-DE3A-4194AA7E31A0}"/>
              </a:ext>
            </a:extLst>
          </p:cNvPr>
          <p:cNvSpPr/>
          <p:nvPr/>
        </p:nvSpPr>
        <p:spPr>
          <a:xfrm>
            <a:off x="2120906" y="1196783"/>
            <a:ext cx="11137894" cy="1451081"/>
          </a:xfrm>
          <a:prstGeom prst="rect">
            <a:avLst/>
          </a:prstGeom>
          <a:gradFill flip="none" rotWithShape="1">
            <a:gsLst>
              <a:gs pos="0">
                <a:schemeClr val="tx2">
                  <a:lumMod val="90000"/>
                </a:schemeClr>
              </a:gs>
              <a:gs pos="100000">
                <a:schemeClr val="bg1"/>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99886E-EFC3-DD08-FA7F-79BAA6257923}"/>
              </a:ext>
            </a:extLst>
          </p:cNvPr>
          <p:cNvSpPr>
            <a:spLocks noGrp="1"/>
          </p:cNvSpPr>
          <p:nvPr>
            <p:ph type="ctrTitle" idx="13"/>
          </p:nvPr>
        </p:nvSpPr>
        <p:spPr>
          <a:xfrm>
            <a:off x="6802829" y="24668"/>
            <a:ext cx="4506133" cy="1041307"/>
          </a:xfrm>
          <a:noFill/>
        </p:spPr>
        <p:txBody>
          <a:bodyPr vert="horz" wrap="square" lIns="75438" tIns="37719" rIns="75438" bIns="37719" rtlCol="0" anchor="ctr">
            <a:spAutoFit/>
          </a:bodyPr>
          <a:lstStyle/>
          <a:p>
            <a:pPr algn="l" defTabSz="840530"/>
            <a:r>
              <a:rPr lang="en-US" sz="3200" dirty="0">
                <a:solidFill>
                  <a:schemeClr val="bg1"/>
                </a:solidFill>
                <a:latin typeface="Avenir Next LT Pro" panose="020B0504020202020204" pitchFamily="34" charset="0"/>
                <a:ea typeface="+mn-ea"/>
                <a:cs typeface="Helvetica" panose="020B0604020202020204" pitchFamily="34" charset="0"/>
              </a:rPr>
              <a:t>Example Case Study </a:t>
            </a:r>
          </a:p>
        </p:txBody>
      </p:sp>
      <p:sp>
        <p:nvSpPr>
          <p:cNvPr id="3" name="Content Placeholder 2">
            <a:extLst>
              <a:ext uri="{FF2B5EF4-FFF2-40B4-BE49-F238E27FC236}">
                <a16:creationId xmlns:a16="http://schemas.microsoft.com/office/drawing/2014/main" id="{166681AB-A93D-5533-79EA-E3AAACBB2539}"/>
              </a:ext>
            </a:extLst>
          </p:cNvPr>
          <p:cNvSpPr>
            <a:spLocks noGrp="1"/>
          </p:cNvSpPr>
          <p:nvPr>
            <p:ph idx="4294967295"/>
          </p:nvPr>
        </p:nvSpPr>
        <p:spPr>
          <a:xfrm>
            <a:off x="2461186" y="1239129"/>
            <a:ext cx="10102788" cy="1438275"/>
          </a:xfrm>
        </p:spPr>
        <p:txBody>
          <a:bodyPr vert="horz" lIns="75438" tIns="37719" rIns="75438" bIns="37719" rtlCol="0">
            <a:noAutofit/>
          </a:bodyPr>
          <a:lstStyle/>
          <a:p>
            <a:pPr>
              <a:lnSpc>
                <a:spcPct val="120000"/>
              </a:lnSpc>
              <a:spcAft>
                <a:spcPts val="600"/>
              </a:spcAft>
              <a:buClr>
                <a:schemeClr val="accent1"/>
              </a:buClr>
              <a:buFont typeface="Arial" panose="020B0604020202020204" pitchFamily="34" charset="0"/>
              <a:buChar char="•"/>
            </a:pPr>
            <a:r>
              <a:rPr lang="en-US" sz="1400" dirty="0">
                <a:solidFill>
                  <a:schemeClr val="tx1"/>
                </a:solidFill>
                <a:latin typeface="Avenir Next LT Pro" panose="020B0504020202020204" pitchFamily="34" charset="0"/>
              </a:rPr>
              <a:t>Global Brand w/ &gt;10k EEs</a:t>
            </a:r>
          </a:p>
          <a:p>
            <a:pPr>
              <a:lnSpc>
                <a:spcPct val="120000"/>
              </a:lnSpc>
              <a:spcAft>
                <a:spcPts val="600"/>
              </a:spcAft>
              <a:buClr>
                <a:schemeClr val="accent1"/>
              </a:buClr>
              <a:buFont typeface="Arial" panose="020B0604020202020204" pitchFamily="34" charset="0"/>
              <a:buChar char="•"/>
            </a:pPr>
            <a:r>
              <a:rPr lang="en-US" sz="1400" dirty="0">
                <a:solidFill>
                  <a:schemeClr val="tx1"/>
                </a:solidFill>
                <a:latin typeface="Avenir Next LT Pro" panose="020B0504020202020204" pitchFamily="34" charset="0"/>
              </a:rPr>
              <a:t>Fast-growing Technology organization </a:t>
            </a:r>
          </a:p>
          <a:p>
            <a:pPr>
              <a:lnSpc>
                <a:spcPct val="120000"/>
              </a:lnSpc>
              <a:spcAft>
                <a:spcPts val="600"/>
              </a:spcAft>
              <a:buClr>
                <a:schemeClr val="accent1"/>
              </a:buClr>
              <a:buFont typeface="Arial" panose="020B0604020202020204" pitchFamily="34" charset="0"/>
              <a:buChar char="•"/>
            </a:pPr>
            <a:r>
              <a:rPr lang="en-US" sz="1400" dirty="0">
                <a:solidFill>
                  <a:schemeClr val="tx1"/>
                </a:solidFill>
                <a:latin typeface="Avenir Next LT Pro" panose="020B0504020202020204" pitchFamily="34" charset="0"/>
              </a:rPr>
              <a:t>Disparate Career Development frameworks across the organization </a:t>
            </a:r>
          </a:p>
          <a:p>
            <a:pPr>
              <a:lnSpc>
                <a:spcPct val="120000"/>
              </a:lnSpc>
              <a:spcAft>
                <a:spcPts val="600"/>
              </a:spcAft>
              <a:buClr>
                <a:schemeClr val="accent1"/>
              </a:buClr>
              <a:buFont typeface="Arial" panose="020B0604020202020204" pitchFamily="34" charset="0"/>
              <a:buChar char="•"/>
            </a:pPr>
            <a:r>
              <a:rPr lang="en-US" sz="1400" dirty="0">
                <a:solidFill>
                  <a:schemeClr val="tx1"/>
                </a:solidFill>
                <a:latin typeface="Avenir Next LT Pro" panose="020B0504020202020204" pitchFamily="34" charset="0"/>
              </a:rPr>
              <a:t>Need to bring clarity and consistency to same job levels across the organization to support growth objectives </a:t>
            </a:r>
          </a:p>
          <a:p>
            <a:pPr>
              <a:lnSpc>
                <a:spcPct val="120000"/>
              </a:lnSpc>
              <a:spcAft>
                <a:spcPts val="600"/>
              </a:spcAft>
              <a:buClr>
                <a:schemeClr val="accent1"/>
              </a:buClr>
              <a:buFont typeface="Arial" panose="020B0604020202020204" pitchFamily="34" charset="0"/>
              <a:buChar char="•"/>
            </a:pPr>
            <a:endParaRPr lang="en-US" sz="1400" dirty="0">
              <a:solidFill>
                <a:schemeClr val="tx1"/>
              </a:solidFill>
              <a:latin typeface="Avenir Next LT Pro" panose="020B0504020202020204" pitchFamily="34" charset="0"/>
            </a:endParaRPr>
          </a:p>
          <a:p>
            <a:pPr>
              <a:lnSpc>
                <a:spcPct val="120000"/>
              </a:lnSpc>
              <a:spcAft>
                <a:spcPts val="600"/>
              </a:spcAft>
              <a:buClr>
                <a:schemeClr val="accent1"/>
              </a:buClr>
              <a:buFont typeface="Arial" panose="020B0604020202020204" pitchFamily="34" charset="0"/>
              <a:buChar char="•"/>
            </a:pPr>
            <a:endParaRPr lang="en-US" sz="1400" dirty="0">
              <a:solidFill>
                <a:schemeClr val="tx1"/>
              </a:solidFill>
              <a:latin typeface="Avenir Next LT Pro" panose="020B0504020202020204" pitchFamily="34" charset="0"/>
            </a:endParaRPr>
          </a:p>
        </p:txBody>
      </p:sp>
      <p:sp>
        <p:nvSpPr>
          <p:cNvPr id="9" name="Content Placeholder 2">
            <a:extLst>
              <a:ext uri="{FF2B5EF4-FFF2-40B4-BE49-F238E27FC236}">
                <a16:creationId xmlns:a16="http://schemas.microsoft.com/office/drawing/2014/main" id="{2DAB6127-B2C7-3B31-8689-CDB4520BCD5F}"/>
              </a:ext>
            </a:extLst>
          </p:cNvPr>
          <p:cNvSpPr txBox="1">
            <a:spLocks/>
          </p:cNvSpPr>
          <p:nvPr/>
        </p:nvSpPr>
        <p:spPr>
          <a:xfrm>
            <a:off x="8572467" y="3586846"/>
            <a:ext cx="4947256" cy="2497226"/>
          </a:xfrm>
          <a:prstGeom prst="rect">
            <a:avLst/>
          </a:prstGeom>
        </p:spPr>
        <p:txBody>
          <a:bodyPr vert="horz" lIns="75438" tIns="37719" rIns="75438" bIns="37719"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EE Engagement scores increased by &gt;25% in regards to internal career development opportunities </a:t>
            </a:r>
          </a:p>
          <a:p>
            <a:pPr algn="just">
              <a:lnSpc>
                <a:spcPct val="10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Traffic to online Career Development site sustained &gt;80% recurring visits from target audience; illustrating high and ongoing usage</a:t>
            </a:r>
          </a:p>
          <a:p>
            <a:pPr algn="just">
              <a:lnSpc>
                <a:spcPct val="10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Surveying of people managers reported close to 100% satisfaction w/ solution; including strong commentary that the solution has made career development coaching much simpler, faster and more effective  </a:t>
            </a:r>
          </a:p>
          <a:p>
            <a:pPr algn="just">
              <a:lnSpc>
                <a:spcPct val="10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Expected that internal succession pipeline will improve by &gt;50% w/in 2 years post solution deployment </a:t>
            </a:r>
          </a:p>
          <a:p>
            <a:pPr algn="just">
              <a:lnSpc>
                <a:spcPct val="10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Expected that external recruitment costs will reduce by &gt;20% w/in 3 years post solution deployment, due to increased promotion-ready bench-strength </a:t>
            </a:r>
          </a:p>
        </p:txBody>
      </p:sp>
      <p:grpSp>
        <p:nvGrpSpPr>
          <p:cNvPr id="13" name="Group 12">
            <a:extLst>
              <a:ext uri="{FF2B5EF4-FFF2-40B4-BE49-F238E27FC236}">
                <a16:creationId xmlns:a16="http://schemas.microsoft.com/office/drawing/2014/main" id="{C853C1D0-14FD-DFC7-496D-E2F729925407}"/>
              </a:ext>
            </a:extLst>
          </p:cNvPr>
          <p:cNvGrpSpPr/>
          <p:nvPr/>
        </p:nvGrpSpPr>
        <p:grpSpPr>
          <a:xfrm>
            <a:off x="246139" y="2701366"/>
            <a:ext cx="914400" cy="914400"/>
            <a:chOff x="6015789" y="1874756"/>
            <a:chExt cx="731520" cy="731520"/>
          </a:xfrm>
        </p:grpSpPr>
        <p:sp>
          <p:nvSpPr>
            <p:cNvPr id="18" name="Oval 17">
              <a:extLst>
                <a:ext uri="{FF2B5EF4-FFF2-40B4-BE49-F238E27FC236}">
                  <a16:creationId xmlns:a16="http://schemas.microsoft.com/office/drawing/2014/main" id="{28D6CDB1-2965-B8F6-F7B5-7183E91932CD}"/>
                </a:ext>
              </a:extLst>
            </p:cNvPr>
            <p:cNvSpPr/>
            <p:nvPr/>
          </p:nvSpPr>
          <p:spPr>
            <a:xfrm>
              <a:off x="6085207" y="1948981"/>
              <a:ext cx="594360" cy="594360"/>
            </a:xfrm>
            <a:prstGeom prst="ellipse">
              <a:avLst/>
            </a:prstGeom>
            <a:gradFill>
              <a:gsLst>
                <a:gs pos="0">
                  <a:srgbClr val="3C747D"/>
                </a:gs>
                <a:gs pos="100000">
                  <a:schemeClr val="tx1"/>
                </a:gs>
              </a:gsLst>
              <a:lin ang="13500000" scaled="1"/>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19" name="Oval 18">
              <a:extLst>
                <a:ext uri="{FF2B5EF4-FFF2-40B4-BE49-F238E27FC236}">
                  <a16:creationId xmlns:a16="http://schemas.microsoft.com/office/drawing/2014/main" id="{75D64C1F-A6EA-4A5D-9E5A-779F5CF71773}"/>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sp>
        <p:nvSpPr>
          <p:cNvPr id="10" name="Content Placeholder 2">
            <a:extLst>
              <a:ext uri="{FF2B5EF4-FFF2-40B4-BE49-F238E27FC236}">
                <a16:creationId xmlns:a16="http://schemas.microsoft.com/office/drawing/2014/main" id="{86FC6C48-BE63-9F5D-5538-ADAE376E192F}"/>
              </a:ext>
            </a:extLst>
          </p:cNvPr>
          <p:cNvSpPr txBox="1">
            <a:spLocks/>
          </p:cNvSpPr>
          <p:nvPr/>
        </p:nvSpPr>
        <p:spPr>
          <a:xfrm>
            <a:off x="483182" y="3557687"/>
            <a:ext cx="7340018" cy="1500326"/>
          </a:xfrm>
          <a:prstGeom prst="rect">
            <a:avLst/>
          </a:prstGeom>
        </p:spPr>
        <p:txBody>
          <a:bodyPr vert="horz" lIns="75438" tIns="37719" rIns="75438" bIns="37719"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Established HR Steering Group w/ cross-functional business stakeholders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Audited existing Career Frameworks to leverage and minimize disruption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Created new Career Framework template technology-enabled for enhanced user experience</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Profiled 6 individual contributor and 6 people manager roles for each 50+ job families across the enterprise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Developed job-level content w/ consistencies across job families while balancing unique functional needs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Solicited expert business stakeholder input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Deployed Career Frameworks online for optimal user experience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Trained and coached people managers and employees on how and when to use </a:t>
            </a:r>
          </a:p>
        </p:txBody>
      </p:sp>
      <p:pic>
        <p:nvPicPr>
          <p:cNvPr id="4098" name="Picture 2" descr="N:\_documents\_work\HO stuff\docs\marketing stuff\194045-200.png">
            <a:extLst>
              <a:ext uri="{FF2B5EF4-FFF2-40B4-BE49-F238E27FC236}">
                <a16:creationId xmlns:a16="http://schemas.microsoft.com/office/drawing/2014/main" id="{68FFF2D8-C2C3-CD2C-B041-7E5B2F750C8B}"/>
              </a:ext>
            </a:extLst>
          </p:cNvPr>
          <p:cNvPicPr>
            <a:picLocks noChangeAspect="1" noChangeArrowheads="1"/>
          </p:cNvPicPr>
          <p:nvPr/>
        </p:nvPicPr>
        <p:blipFill>
          <a:blip r:embed="rId3" cstate="screen">
            <a:extLst>
              <a:ext uri="{BEBA8EAE-BF5A-486C-A8C5-ECC9F3942E4B}">
                <a14:imgProps xmlns:a14="http://schemas.microsoft.com/office/drawing/2010/main">
                  <a14:imgLayer r:embed="rId4">
                    <a14:imgEffect>
                      <a14:brightnessContrast bright="100000" contrast="10000"/>
                    </a14:imgEffect>
                  </a14:imgLayer>
                </a14:imgProps>
              </a:ext>
              <a:ext uri="{28A0092B-C50C-407E-A947-70E740481C1C}">
                <a14:useLocalDpi xmlns:a14="http://schemas.microsoft.com/office/drawing/2010/main"/>
              </a:ext>
            </a:extLst>
          </a:blip>
          <a:srcRect/>
          <a:stretch>
            <a:fillRect/>
          </a:stretch>
        </p:blipFill>
        <p:spPr bwMode="auto">
          <a:xfrm>
            <a:off x="527801" y="2978642"/>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4C0FDDA-77AF-5CF0-F670-B59ED5D5BCA5}"/>
              </a:ext>
            </a:extLst>
          </p:cNvPr>
          <p:cNvSpPr txBox="1"/>
          <p:nvPr/>
        </p:nvSpPr>
        <p:spPr>
          <a:xfrm>
            <a:off x="2971799" y="195130"/>
            <a:ext cx="3670301" cy="646331"/>
          </a:xfrm>
          <a:prstGeom prst="rect">
            <a:avLst/>
          </a:prstGeom>
          <a:noFill/>
        </p:spPr>
        <p:txBody>
          <a:bodyPr wrap="square" rtlCol="0">
            <a:spAutoFit/>
          </a:bodyPr>
          <a:lstStyle/>
          <a:p>
            <a:pPr>
              <a:defRPr/>
            </a:pPr>
            <a:r>
              <a:rPr lang="en-US" sz="3600" b="1" dirty="0">
                <a:solidFill>
                  <a:schemeClr val="bg1"/>
                </a:solidFill>
                <a:latin typeface="Avenir Next LT Pro" panose="020B0504020202020204" pitchFamily="34" charset="0"/>
              </a:rPr>
              <a:t>Talent Mobility </a:t>
            </a:r>
          </a:p>
        </p:txBody>
      </p:sp>
      <p:cxnSp>
        <p:nvCxnSpPr>
          <p:cNvPr id="26" name="Straight Connector 25">
            <a:extLst>
              <a:ext uri="{FF2B5EF4-FFF2-40B4-BE49-F238E27FC236}">
                <a16:creationId xmlns:a16="http://schemas.microsoft.com/office/drawing/2014/main" id="{53373C64-8331-7B14-4572-4B9FFEF32B14}"/>
              </a:ext>
            </a:extLst>
          </p:cNvPr>
          <p:cNvCxnSpPr/>
          <p:nvPr/>
        </p:nvCxnSpPr>
        <p:spPr>
          <a:xfrm>
            <a:off x="6650054" y="183726"/>
            <a:ext cx="0" cy="64008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1B2BE2F-9D71-C393-CF4E-3412BF655439}"/>
              </a:ext>
            </a:extLst>
          </p:cNvPr>
          <p:cNvSpPr txBox="1"/>
          <p:nvPr/>
        </p:nvSpPr>
        <p:spPr>
          <a:xfrm>
            <a:off x="1180418" y="2937594"/>
            <a:ext cx="2162175" cy="400110"/>
          </a:xfrm>
          <a:prstGeom prst="rect">
            <a:avLst/>
          </a:prstGeom>
          <a:noFill/>
        </p:spPr>
        <p:txBody>
          <a:bodyPr wrap="square">
            <a:spAutoFit/>
          </a:bodyPr>
          <a:lstStyle/>
          <a:p>
            <a:pPr marL="0" indent="0">
              <a:buNone/>
            </a:pPr>
            <a:r>
              <a:rPr lang="en-US" sz="2000" b="1" dirty="0">
                <a:solidFill>
                  <a:schemeClr val="bg1"/>
                </a:solidFill>
                <a:latin typeface="Avenir Next LT Pro" panose="020B0504020202020204" pitchFamily="34" charset="0"/>
              </a:rPr>
              <a:t>Steps Taken:</a:t>
            </a:r>
          </a:p>
        </p:txBody>
      </p:sp>
      <p:sp>
        <p:nvSpPr>
          <p:cNvPr id="27" name="Content Placeholder 2">
            <a:extLst>
              <a:ext uri="{FF2B5EF4-FFF2-40B4-BE49-F238E27FC236}">
                <a16:creationId xmlns:a16="http://schemas.microsoft.com/office/drawing/2014/main" id="{C933CB1C-CF1B-1924-75F4-43CB48782745}"/>
              </a:ext>
            </a:extLst>
          </p:cNvPr>
          <p:cNvSpPr txBox="1">
            <a:spLocks/>
          </p:cNvSpPr>
          <p:nvPr/>
        </p:nvSpPr>
        <p:spPr>
          <a:xfrm>
            <a:off x="8742293" y="2810987"/>
            <a:ext cx="4777430" cy="634166"/>
          </a:xfrm>
          <a:prstGeom prst="roundRect">
            <a:avLst>
              <a:gd name="adj" fmla="val 11421"/>
            </a:avLst>
          </a:prstGeom>
          <a:gradFill flip="none" rotWithShape="1">
            <a:gsLst>
              <a:gs pos="0">
                <a:schemeClr val="accent1">
                  <a:lumMod val="50000"/>
                </a:schemeClr>
              </a:gs>
              <a:gs pos="100000">
                <a:schemeClr val="accent5">
                  <a:lumMod val="50000"/>
                </a:schemeClr>
              </a:gs>
            </a:gsLst>
            <a:lin ang="0" scaled="1"/>
            <a:tileRect/>
          </a:gradFill>
        </p:spPr>
        <p:txBody>
          <a:bodyPr vert="horz" lIns="75438" tIns="37719" rIns="75438" bIns="37719" rtlCol="0" anchor="b">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endParaRPr lang="en-US" sz="2000" b="1" dirty="0">
              <a:solidFill>
                <a:schemeClr val="bg1"/>
              </a:solidFill>
              <a:latin typeface="Avenir Next LT Pro" panose="020B0504020202020204" pitchFamily="34" charset="0"/>
            </a:endParaRPr>
          </a:p>
        </p:txBody>
      </p:sp>
      <p:grpSp>
        <p:nvGrpSpPr>
          <p:cNvPr id="28" name="Group 27">
            <a:extLst>
              <a:ext uri="{FF2B5EF4-FFF2-40B4-BE49-F238E27FC236}">
                <a16:creationId xmlns:a16="http://schemas.microsoft.com/office/drawing/2014/main" id="{E947C68E-2FF7-1407-11FA-98263C1D1799}"/>
              </a:ext>
            </a:extLst>
          </p:cNvPr>
          <p:cNvGrpSpPr/>
          <p:nvPr/>
        </p:nvGrpSpPr>
        <p:grpSpPr>
          <a:xfrm>
            <a:off x="8226173" y="2688666"/>
            <a:ext cx="914400" cy="914400"/>
            <a:chOff x="6015789" y="1874756"/>
            <a:chExt cx="731520" cy="731520"/>
          </a:xfrm>
        </p:grpSpPr>
        <p:sp>
          <p:nvSpPr>
            <p:cNvPr id="29" name="Oval 28">
              <a:extLst>
                <a:ext uri="{FF2B5EF4-FFF2-40B4-BE49-F238E27FC236}">
                  <a16:creationId xmlns:a16="http://schemas.microsoft.com/office/drawing/2014/main" id="{6F5D8698-ED71-D11D-B04D-C77229E90A2C}"/>
                </a:ext>
              </a:extLst>
            </p:cNvPr>
            <p:cNvSpPr/>
            <p:nvPr/>
          </p:nvSpPr>
          <p:spPr>
            <a:xfrm>
              <a:off x="6085207" y="1948981"/>
              <a:ext cx="594360" cy="594360"/>
            </a:xfrm>
            <a:prstGeom prst="ellipse">
              <a:avLst/>
            </a:prstGeom>
            <a:gradFill>
              <a:gsLst>
                <a:gs pos="0">
                  <a:srgbClr val="3C747D"/>
                </a:gs>
                <a:gs pos="100000">
                  <a:schemeClr val="tx1"/>
                </a:gs>
              </a:gsLst>
              <a:lin ang="13500000" scaled="1"/>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30" name="Oval 29">
              <a:extLst>
                <a:ext uri="{FF2B5EF4-FFF2-40B4-BE49-F238E27FC236}">
                  <a16:creationId xmlns:a16="http://schemas.microsoft.com/office/drawing/2014/main" id="{0E5AAEAD-4FC4-2110-6F76-1D5A64B974E3}"/>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sp>
        <p:nvSpPr>
          <p:cNvPr id="32" name="TextBox 31">
            <a:extLst>
              <a:ext uri="{FF2B5EF4-FFF2-40B4-BE49-F238E27FC236}">
                <a16:creationId xmlns:a16="http://schemas.microsoft.com/office/drawing/2014/main" id="{6987FEEB-B5D9-80D5-4D40-124D3064B9EA}"/>
              </a:ext>
            </a:extLst>
          </p:cNvPr>
          <p:cNvSpPr txBox="1"/>
          <p:nvPr/>
        </p:nvSpPr>
        <p:spPr>
          <a:xfrm>
            <a:off x="9315919" y="2924894"/>
            <a:ext cx="3715683" cy="400110"/>
          </a:xfrm>
          <a:prstGeom prst="rect">
            <a:avLst/>
          </a:prstGeom>
          <a:noFill/>
        </p:spPr>
        <p:txBody>
          <a:bodyPr wrap="square">
            <a:spAutoFit/>
          </a:bodyPr>
          <a:lstStyle/>
          <a:p>
            <a:pPr marL="0" indent="0">
              <a:buNone/>
            </a:pPr>
            <a:r>
              <a:rPr lang="en-US" sz="2000" b="1" dirty="0">
                <a:solidFill>
                  <a:schemeClr val="bg1"/>
                </a:solidFill>
                <a:latin typeface="Avenir Next LT Pro" panose="020B0504020202020204" pitchFamily="34" charset="0"/>
              </a:rPr>
              <a:t>Measurements of Success</a:t>
            </a:r>
          </a:p>
        </p:txBody>
      </p:sp>
      <p:pic>
        <p:nvPicPr>
          <p:cNvPr id="4099" name="Picture 3" descr="N:\_documents\_work\HO stuff\docs\marketing stuff\trophy-png-13.png">
            <a:extLst>
              <a:ext uri="{FF2B5EF4-FFF2-40B4-BE49-F238E27FC236}">
                <a16:creationId xmlns:a16="http://schemas.microsoft.com/office/drawing/2014/main" id="{68150CDD-1340-E826-9B60-CBD381489572}"/>
              </a:ext>
            </a:extLst>
          </p:cNvPr>
          <p:cNvPicPr>
            <a:picLocks noChangeAspect="1" noChangeArrowheads="1"/>
          </p:cNvPicPr>
          <p:nvPr/>
        </p:nvPicPr>
        <p:blipFill>
          <a:blip r:embed="rId5" cstate="screen">
            <a:extLst>
              <a:ext uri="{BEBA8EAE-BF5A-486C-A8C5-ECC9F3942E4B}">
                <a14:imgProps xmlns:a14="http://schemas.microsoft.com/office/drawing/2010/main">
                  <a14:imgLayer r:embed="rId6">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8458167" y="2921512"/>
            <a:ext cx="457200" cy="457200"/>
          </a:xfrm>
          <a:prstGeom prst="rect">
            <a:avLst/>
          </a:prstGeom>
          <a:noFill/>
          <a:ln>
            <a:noFill/>
          </a:ln>
        </p:spPr>
      </p:pic>
      <p:sp>
        <p:nvSpPr>
          <p:cNvPr id="6" name="Content Placeholder 2">
            <a:extLst>
              <a:ext uri="{FF2B5EF4-FFF2-40B4-BE49-F238E27FC236}">
                <a16:creationId xmlns:a16="http://schemas.microsoft.com/office/drawing/2014/main" id="{A39F8FED-E81B-75D1-A745-1ECF023DEA31}"/>
              </a:ext>
            </a:extLst>
          </p:cNvPr>
          <p:cNvSpPr txBox="1">
            <a:spLocks/>
          </p:cNvSpPr>
          <p:nvPr/>
        </p:nvSpPr>
        <p:spPr>
          <a:xfrm>
            <a:off x="483182" y="1193239"/>
            <a:ext cx="2015324" cy="1484165"/>
          </a:xfrm>
          <a:prstGeom prst="roundRect">
            <a:avLst>
              <a:gd name="adj" fmla="val 11421"/>
            </a:avLst>
          </a:prstGeom>
          <a:gradFill>
            <a:gsLst>
              <a:gs pos="0">
                <a:schemeClr val="accent1">
                  <a:lumMod val="50000"/>
                </a:schemeClr>
              </a:gs>
              <a:gs pos="100000">
                <a:schemeClr val="accent1"/>
              </a:gs>
            </a:gsLst>
            <a:lin ang="5400000" scaled="1"/>
          </a:gradFill>
        </p:spPr>
        <p:txBody>
          <a:bodyPr vert="horz" lIns="75438" tIns="37719" rIns="75438" bIns="37719" rtlCol="0" anchor="b">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endParaRPr lang="en-US" sz="2000" b="1" dirty="0">
              <a:solidFill>
                <a:schemeClr val="bg1"/>
              </a:solidFill>
              <a:latin typeface="Avenir Next LT Pro" panose="020B0504020202020204" pitchFamily="34" charset="0"/>
            </a:endParaRPr>
          </a:p>
        </p:txBody>
      </p:sp>
      <p:pic>
        <p:nvPicPr>
          <p:cNvPr id="15" name="Picture 2" descr="N:\_documents\_work\HO stuff\docs\marketing stuff\icon plans.png">
            <a:extLst>
              <a:ext uri="{FF2B5EF4-FFF2-40B4-BE49-F238E27FC236}">
                <a16:creationId xmlns:a16="http://schemas.microsoft.com/office/drawing/2014/main" id="{2D8FB7BB-3C28-BACD-CD29-6E0B62A8C840}"/>
              </a:ext>
            </a:extLst>
          </p:cNvPr>
          <p:cNvPicPr>
            <a:picLocks noChangeAspect="1" noChangeArrowheads="1"/>
          </p:cNvPicPr>
          <p:nvPr/>
        </p:nvPicPr>
        <p:blipFill>
          <a:blip r:embed="rId7" cstate="print">
            <a:biLevel thresh="25000"/>
            <a:extLst>
              <a:ext uri="{BEBA8EAE-BF5A-486C-A8C5-ECC9F3942E4B}">
                <a14:imgProps xmlns:a14="http://schemas.microsoft.com/office/drawing/2010/main">
                  <a14:imgLayer r:embed="rId8">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1219078" y="1493087"/>
            <a:ext cx="531613" cy="53161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E6CAF2C7-20D6-D6D7-938A-5BC49B0B7FC0}"/>
              </a:ext>
            </a:extLst>
          </p:cNvPr>
          <p:cNvSpPr txBox="1"/>
          <p:nvPr/>
        </p:nvSpPr>
        <p:spPr>
          <a:xfrm>
            <a:off x="508582" y="2126299"/>
            <a:ext cx="1952604" cy="400110"/>
          </a:xfrm>
          <a:prstGeom prst="rect">
            <a:avLst/>
          </a:prstGeom>
          <a:noFill/>
        </p:spPr>
        <p:txBody>
          <a:bodyPr wrap="square">
            <a:spAutoFit/>
          </a:bodyPr>
          <a:lstStyle/>
          <a:p>
            <a:pPr marL="0" indent="0" algn="ctr">
              <a:spcBef>
                <a:spcPts val="0"/>
              </a:spcBef>
              <a:spcAft>
                <a:spcPts val="1200"/>
              </a:spcAft>
              <a:buNone/>
            </a:pPr>
            <a:r>
              <a:rPr lang="en-US" sz="2000" b="1" dirty="0">
                <a:solidFill>
                  <a:schemeClr val="bg1"/>
                </a:solidFill>
                <a:latin typeface="Avenir Next LT Pro" panose="020B0504020202020204" pitchFamily="34" charset="0"/>
              </a:rPr>
              <a:t>Background</a:t>
            </a:r>
          </a:p>
        </p:txBody>
      </p:sp>
    </p:spTree>
    <p:custDataLst>
      <p:tags r:id="rId1"/>
    </p:custDataLst>
    <p:extLst>
      <p:ext uri="{BB962C8B-B14F-4D97-AF65-F5344CB8AC3E}">
        <p14:creationId xmlns:p14="http://schemas.microsoft.com/office/powerpoint/2010/main" val="1844082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FDED7-1260-F022-31F3-75C17FD679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6858BFC-1D7D-30C0-E5DC-D823DD78F4BF}"/>
              </a:ext>
            </a:extLst>
          </p:cNvPr>
          <p:cNvSpPr/>
          <p:nvPr/>
        </p:nvSpPr>
        <p:spPr>
          <a:xfrm>
            <a:off x="8312946" y="3517900"/>
            <a:ext cx="5504654" cy="27686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2">
            <a:extLst>
              <a:ext uri="{FF2B5EF4-FFF2-40B4-BE49-F238E27FC236}">
                <a16:creationId xmlns:a16="http://schemas.microsoft.com/office/drawing/2014/main" id="{A930CF29-63B8-D7B7-20BD-940457B76F6D}"/>
              </a:ext>
            </a:extLst>
          </p:cNvPr>
          <p:cNvSpPr txBox="1">
            <a:spLocks/>
          </p:cNvSpPr>
          <p:nvPr/>
        </p:nvSpPr>
        <p:spPr>
          <a:xfrm>
            <a:off x="762258" y="3280887"/>
            <a:ext cx="7209086" cy="634166"/>
          </a:xfrm>
          <a:prstGeom prst="roundRect">
            <a:avLst>
              <a:gd name="adj" fmla="val 11421"/>
            </a:avLst>
          </a:prstGeom>
          <a:gradFill flip="none" rotWithShape="1">
            <a:gsLst>
              <a:gs pos="0">
                <a:schemeClr val="accent1">
                  <a:lumMod val="50000"/>
                </a:schemeClr>
              </a:gs>
              <a:gs pos="100000">
                <a:schemeClr val="bg2">
                  <a:lumMod val="50000"/>
                </a:schemeClr>
              </a:gs>
            </a:gsLst>
            <a:lin ang="0" scaled="1"/>
            <a:tileRect/>
          </a:gradFill>
        </p:spPr>
        <p:txBody>
          <a:bodyPr vert="horz" lIns="75438" tIns="37719" rIns="75438" bIns="37719" rtlCol="0" anchor="b">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endParaRPr lang="en-US" sz="2000" b="1" dirty="0">
              <a:solidFill>
                <a:schemeClr val="bg1"/>
              </a:solidFill>
              <a:latin typeface="Avenir Next LT Pro" panose="020B0504020202020204" pitchFamily="34" charset="0"/>
            </a:endParaRPr>
          </a:p>
        </p:txBody>
      </p:sp>
      <p:sp>
        <p:nvSpPr>
          <p:cNvPr id="8" name="Rectangle 7">
            <a:extLst>
              <a:ext uri="{FF2B5EF4-FFF2-40B4-BE49-F238E27FC236}">
                <a16:creationId xmlns:a16="http://schemas.microsoft.com/office/drawing/2014/main" id="{BB694A5D-803B-C599-59F3-9BF1499DFEC1}"/>
              </a:ext>
            </a:extLst>
          </p:cNvPr>
          <p:cNvSpPr/>
          <p:nvPr/>
        </p:nvSpPr>
        <p:spPr>
          <a:xfrm>
            <a:off x="2108200" y="1236437"/>
            <a:ext cx="11150599" cy="1805936"/>
          </a:xfrm>
          <a:prstGeom prst="rect">
            <a:avLst/>
          </a:prstGeom>
          <a:gradFill flip="none" rotWithShape="1">
            <a:gsLst>
              <a:gs pos="0">
                <a:schemeClr val="tx2">
                  <a:lumMod val="90000"/>
                </a:schemeClr>
              </a:gs>
              <a:gs pos="100000">
                <a:schemeClr val="bg1"/>
              </a:gs>
            </a:gsLst>
            <a:lin ang="5400000" scaled="1"/>
            <a:tileRect/>
          </a:gradFill>
          <a:ln>
            <a:gradFill>
              <a:gsLst>
                <a:gs pos="0">
                  <a:schemeClr val="accent1">
                    <a:lumMod val="5000"/>
                    <a:lumOff val="95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ntent Placeholder 2">
            <a:extLst>
              <a:ext uri="{FF2B5EF4-FFF2-40B4-BE49-F238E27FC236}">
                <a16:creationId xmlns:a16="http://schemas.microsoft.com/office/drawing/2014/main" id="{B1C4EB6A-2F18-A38B-0F26-953AC5F6CE6D}"/>
              </a:ext>
            </a:extLst>
          </p:cNvPr>
          <p:cNvSpPr txBox="1">
            <a:spLocks/>
          </p:cNvSpPr>
          <p:nvPr/>
        </p:nvSpPr>
        <p:spPr>
          <a:xfrm>
            <a:off x="483182" y="1193239"/>
            <a:ext cx="2015324" cy="1894953"/>
          </a:xfrm>
          <a:prstGeom prst="roundRect">
            <a:avLst>
              <a:gd name="adj" fmla="val 11421"/>
            </a:avLst>
          </a:prstGeom>
          <a:gradFill>
            <a:gsLst>
              <a:gs pos="0">
                <a:schemeClr val="accent1">
                  <a:lumMod val="50000"/>
                </a:schemeClr>
              </a:gs>
              <a:gs pos="100000">
                <a:schemeClr val="accent1"/>
              </a:gs>
            </a:gsLst>
            <a:lin ang="5400000" scaled="1"/>
          </a:gradFill>
        </p:spPr>
        <p:txBody>
          <a:bodyPr vert="horz" lIns="75438" tIns="37719" rIns="75438" bIns="37719" rtlCol="0" anchor="b">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endParaRPr lang="en-US" sz="2000" b="1" dirty="0">
              <a:solidFill>
                <a:schemeClr val="bg1"/>
              </a:solidFill>
              <a:latin typeface="Avenir Next LT Pro" panose="020B0504020202020204" pitchFamily="34" charset="0"/>
            </a:endParaRPr>
          </a:p>
        </p:txBody>
      </p:sp>
      <p:sp>
        <p:nvSpPr>
          <p:cNvPr id="2" name="Title 1">
            <a:extLst>
              <a:ext uri="{FF2B5EF4-FFF2-40B4-BE49-F238E27FC236}">
                <a16:creationId xmlns:a16="http://schemas.microsoft.com/office/drawing/2014/main" id="{D26FEBCB-655D-C145-76BC-3E07B6954A79}"/>
              </a:ext>
            </a:extLst>
          </p:cNvPr>
          <p:cNvSpPr>
            <a:spLocks noGrp="1"/>
          </p:cNvSpPr>
          <p:nvPr>
            <p:ph type="ctrTitle" idx="13"/>
          </p:nvPr>
        </p:nvSpPr>
        <p:spPr>
          <a:xfrm>
            <a:off x="6802829" y="24668"/>
            <a:ext cx="4506133" cy="1041307"/>
          </a:xfrm>
          <a:noFill/>
        </p:spPr>
        <p:txBody>
          <a:bodyPr vert="horz" wrap="square" lIns="75438" tIns="37719" rIns="75438" bIns="37719" rtlCol="0" anchor="ctr">
            <a:spAutoFit/>
          </a:bodyPr>
          <a:lstStyle/>
          <a:p>
            <a:pPr algn="l" defTabSz="840530"/>
            <a:r>
              <a:rPr lang="en-US" sz="3200" dirty="0">
                <a:solidFill>
                  <a:schemeClr val="bg1"/>
                </a:solidFill>
                <a:latin typeface="Avenir Next LT Pro" panose="020B0504020202020204" pitchFamily="34" charset="0"/>
                <a:ea typeface="+mn-ea"/>
                <a:cs typeface="Helvetica" panose="020B0604020202020204" pitchFamily="34" charset="0"/>
              </a:rPr>
              <a:t>Example Case Study </a:t>
            </a:r>
          </a:p>
        </p:txBody>
      </p:sp>
      <p:sp>
        <p:nvSpPr>
          <p:cNvPr id="3" name="Content Placeholder 2">
            <a:extLst>
              <a:ext uri="{FF2B5EF4-FFF2-40B4-BE49-F238E27FC236}">
                <a16:creationId xmlns:a16="http://schemas.microsoft.com/office/drawing/2014/main" id="{B01AB5EE-893D-168C-6EF9-72E065FD305C}"/>
              </a:ext>
            </a:extLst>
          </p:cNvPr>
          <p:cNvSpPr>
            <a:spLocks noGrp="1"/>
          </p:cNvSpPr>
          <p:nvPr>
            <p:ph idx="4294967295"/>
          </p:nvPr>
        </p:nvSpPr>
        <p:spPr>
          <a:xfrm>
            <a:off x="2521134" y="1303338"/>
            <a:ext cx="10102788" cy="1438275"/>
          </a:xfrm>
        </p:spPr>
        <p:txBody>
          <a:bodyPr vert="horz" lIns="75438" tIns="37719" rIns="75438" bIns="37719" rtlCol="0">
            <a:noAutofit/>
          </a:bodyPr>
          <a:lstStyle/>
          <a:p>
            <a:pPr>
              <a:lnSpc>
                <a:spcPct val="120000"/>
              </a:lnSpc>
              <a:spcAft>
                <a:spcPts val="600"/>
              </a:spcAft>
              <a:buClr>
                <a:schemeClr val="accent1"/>
              </a:buClr>
              <a:buFont typeface="Arial" panose="020B0604020202020204" pitchFamily="34" charset="0"/>
              <a:buChar char="•"/>
            </a:pPr>
            <a:r>
              <a:rPr lang="en-US" sz="1400" dirty="0">
                <a:solidFill>
                  <a:schemeClr val="tx1"/>
                </a:solidFill>
                <a:latin typeface="Avenir Next LT Pro" panose="020B0504020202020204" pitchFamily="34" charset="0"/>
              </a:rPr>
              <a:t>Global Brand w/ &gt;50k EEs</a:t>
            </a:r>
          </a:p>
          <a:p>
            <a:pPr>
              <a:lnSpc>
                <a:spcPct val="120000"/>
              </a:lnSpc>
              <a:spcAft>
                <a:spcPts val="600"/>
              </a:spcAft>
              <a:buClr>
                <a:schemeClr val="accent1"/>
              </a:buClr>
              <a:buFont typeface="Arial" panose="020B0604020202020204" pitchFamily="34" charset="0"/>
              <a:buChar char="•"/>
            </a:pPr>
            <a:r>
              <a:rPr lang="en-US" sz="1400" dirty="0">
                <a:solidFill>
                  <a:schemeClr val="tx1"/>
                </a:solidFill>
                <a:latin typeface="Avenir Next LT Pro" panose="020B0504020202020204" pitchFamily="34" charset="0"/>
              </a:rPr>
              <a:t>Long-established Pharmaceutical </a:t>
            </a:r>
          </a:p>
          <a:p>
            <a:pPr>
              <a:lnSpc>
                <a:spcPct val="120000"/>
              </a:lnSpc>
              <a:spcAft>
                <a:spcPts val="600"/>
              </a:spcAft>
              <a:buClr>
                <a:schemeClr val="accent1"/>
              </a:buClr>
              <a:buFont typeface="Arial" panose="020B0604020202020204" pitchFamily="34" charset="0"/>
              <a:buChar char="•"/>
            </a:pPr>
            <a:r>
              <a:rPr lang="en-US" sz="1400" dirty="0">
                <a:solidFill>
                  <a:schemeClr val="tx1"/>
                </a:solidFill>
                <a:latin typeface="Avenir Next LT Pro" panose="020B0504020202020204" pitchFamily="34" charset="0"/>
              </a:rPr>
              <a:t>Previous DEIB strategies centered almost solely on Talent Acquisition </a:t>
            </a:r>
          </a:p>
          <a:p>
            <a:pPr>
              <a:lnSpc>
                <a:spcPct val="120000"/>
              </a:lnSpc>
              <a:spcAft>
                <a:spcPts val="600"/>
              </a:spcAft>
              <a:buClr>
                <a:schemeClr val="accent1"/>
              </a:buClr>
              <a:buFont typeface="Arial" panose="020B0604020202020204" pitchFamily="34" charset="0"/>
              <a:buChar char="•"/>
            </a:pPr>
            <a:r>
              <a:rPr lang="en-US" sz="1400" dirty="0">
                <a:solidFill>
                  <a:schemeClr val="tx1"/>
                </a:solidFill>
                <a:latin typeface="Avenir Next LT Pro" panose="020B0504020202020204" pitchFamily="34" charset="0"/>
              </a:rPr>
              <a:t>Need to establish a global, systemic DEIB Strategy and Plan that would truly embed DEIB into the organization and its ways of working both internally and externally </a:t>
            </a:r>
          </a:p>
        </p:txBody>
      </p:sp>
      <p:sp>
        <p:nvSpPr>
          <p:cNvPr id="9" name="Content Placeholder 2">
            <a:extLst>
              <a:ext uri="{FF2B5EF4-FFF2-40B4-BE49-F238E27FC236}">
                <a16:creationId xmlns:a16="http://schemas.microsoft.com/office/drawing/2014/main" id="{DD651B07-50C0-D914-7A9A-70CF0A9989F9}"/>
              </a:ext>
            </a:extLst>
          </p:cNvPr>
          <p:cNvSpPr txBox="1">
            <a:spLocks/>
          </p:cNvSpPr>
          <p:nvPr/>
        </p:nvSpPr>
        <p:spPr>
          <a:xfrm>
            <a:off x="8572467" y="4031346"/>
            <a:ext cx="4947256" cy="1924954"/>
          </a:xfrm>
          <a:prstGeom prst="rect">
            <a:avLst/>
          </a:prstGeom>
        </p:spPr>
        <p:txBody>
          <a:bodyPr vert="horz" lIns="75438" tIns="37719" rIns="75438" bIns="37719"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EE Engagement results both specific to inclusion and overall engagement improved by &gt;30% w/in 12 months and continues to improve </a:t>
            </a:r>
          </a:p>
          <a:p>
            <a:pPr algn="just">
              <a:lnSpc>
                <a:spcPct val="10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Diverse representation in management positions globally increased by &gt;20% w/in 24 months </a:t>
            </a:r>
          </a:p>
          <a:p>
            <a:pPr algn="just">
              <a:lnSpc>
                <a:spcPct val="10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Market share in global LGBTQ community customers increased by &gt;10% w/in 24 months </a:t>
            </a:r>
          </a:p>
          <a:p>
            <a:pPr algn="just">
              <a:lnSpc>
                <a:spcPct val="100000"/>
              </a:lnSpc>
              <a:spcBef>
                <a:spcPts val="0"/>
              </a:spcBef>
              <a:spcAft>
                <a:spcPts val="600"/>
              </a:spcAft>
              <a:buClr>
                <a:schemeClr val="accent1"/>
              </a:buClr>
            </a:pPr>
            <a:endParaRPr lang="en-US" sz="1400" dirty="0">
              <a:latin typeface="Avenir Next LT Pro" panose="020B0504020202020204" pitchFamily="34" charset="0"/>
              <a:cs typeface="Helvetica" panose="020B0604020202020204" pitchFamily="34" charset="0"/>
            </a:endParaRPr>
          </a:p>
          <a:p>
            <a:pPr algn="just">
              <a:lnSpc>
                <a:spcPct val="100000"/>
              </a:lnSpc>
              <a:spcBef>
                <a:spcPts val="0"/>
              </a:spcBef>
              <a:spcAft>
                <a:spcPts val="600"/>
              </a:spcAft>
              <a:buClr>
                <a:schemeClr val="accent1"/>
              </a:buClr>
            </a:pPr>
            <a:endParaRPr lang="en-US" sz="1400" dirty="0">
              <a:latin typeface="Avenir Next LT Pro" panose="020B0504020202020204" pitchFamily="34" charset="0"/>
              <a:cs typeface="Helvetica" panose="020B0604020202020204" pitchFamily="34" charset="0"/>
            </a:endParaRPr>
          </a:p>
          <a:p>
            <a:pPr algn="just">
              <a:lnSpc>
                <a:spcPct val="100000"/>
              </a:lnSpc>
              <a:spcBef>
                <a:spcPts val="0"/>
              </a:spcBef>
              <a:spcAft>
                <a:spcPts val="600"/>
              </a:spcAft>
              <a:buClr>
                <a:schemeClr val="accent1"/>
              </a:buClr>
            </a:pPr>
            <a:endParaRPr lang="en-US" sz="1400" dirty="0">
              <a:latin typeface="Avenir Next LT Pro" panose="020B0504020202020204" pitchFamily="34" charset="0"/>
              <a:cs typeface="Helvetica" panose="020B0604020202020204" pitchFamily="34" charset="0"/>
            </a:endParaRPr>
          </a:p>
        </p:txBody>
      </p:sp>
      <p:grpSp>
        <p:nvGrpSpPr>
          <p:cNvPr id="13" name="Group 12">
            <a:extLst>
              <a:ext uri="{FF2B5EF4-FFF2-40B4-BE49-F238E27FC236}">
                <a16:creationId xmlns:a16="http://schemas.microsoft.com/office/drawing/2014/main" id="{4C10D6B3-4310-2F71-241C-FD5FE56080D8}"/>
              </a:ext>
            </a:extLst>
          </p:cNvPr>
          <p:cNvGrpSpPr/>
          <p:nvPr/>
        </p:nvGrpSpPr>
        <p:grpSpPr>
          <a:xfrm>
            <a:off x="246139" y="3158566"/>
            <a:ext cx="914400" cy="914400"/>
            <a:chOff x="6015789" y="1874756"/>
            <a:chExt cx="731520" cy="731520"/>
          </a:xfrm>
        </p:grpSpPr>
        <p:sp>
          <p:nvSpPr>
            <p:cNvPr id="18" name="Oval 17">
              <a:extLst>
                <a:ext uri="{FF2B5EF4-FFF2-40B4-BE49-F238E27FC236}">
                  <a16:creationId xmlns:a16="http://schemas.microsoft.com/office/drawing/2014/main" id="{0C07B735-6AEB-5733-9A15-9878360DBFB3}"/>
                </a:ext>
              </a:extLst>
            </p:cNvPr>
            <p:cNvSpPr/>
            <p:nvPr/>
          </p:nvSpPr>
          <p:spPr>
            <a:xfrm>
              <a:off x="6085207" y="1948981"/>
              <a:ext cx="594360" cy="594360"/>
            </a:xfrm>
            <a:prstGeom prst="ellipse">
              <a:avLst/>
            </a:prstGeom>
            <a:gradFill>
              <a:gsLst>
                <a:gs pos="0">
                  <a:srgbClr val="3C747D"/>
                </a:gs>
                <a:gs pos="100000">
                  <a:schemeClr val="tx1"/>
                </a:gs>
              </a:gsLst>
              <a:lin ang="13500000" scaled="1"/>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19" name="Oval 18">
              <a:extLst>
                <a:ext uri="{FF2B5EF4-FFF2-40B4-BE49-F238E27FC236}">
                  <a16:creationId xmlns:a16="http://schemas.microsoft.com/office/drawing/2014/main" id="{7F6AFAF3-7647-6D23-44F3-427C00E8C463}"/>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sp>
        <p:nvSpPr>
          <p:cNvPr id="10" name="Content Placeholder 2">
            <a:extLst>
              <a:ext uri="{FF2B5EF4-FFF2-40B4-BE49-F238E27FC236}">
                <a16:creationId xmlns:a16="http://schemas.microsoft.com/office/drawing/2014/main" id="{B8F8D188-1A69-ABC3-36D7-966449C8AD0D}"/>
              </a:ext>
            </a:extLst>
          </p:cNvPr>
          <p:cNvSpPr txBox="1">
            <a:spLocks/>
          </p:cNvSpPr>
          <p:nvPr/>
        </p:nvSpPr>
        <p:spPr>
          <a:xfrm>
            <a:off x="483182" y="4014887"/>
            <a:ext cx="7340018" cy="1500326"/>
          </a:xfrm>
          <a:prstGeom prst="rect">
            <a:avLst/>
          </a:prstGeom>
        </p:spPr>
        <p:txBody>
          <a:bodyPr vert="horz" lIns="75438" tIns="37719" rIns="75438" bIns="37719"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Strategic DEIB Goals and KPIs sponsored by Executive Team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Alignment with International HQ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Audit of existing Business and People Practices to align w/ DEIB</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Transformation Roadmap across multiple years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Robust Framework for communicating, educating, measuring, sharing, iterating DEIB Strategy and Plans across all organizational levels, but starting at the top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More than just training and communication, systemic updating/alignment of business and people Practices </a:t>
            </a:r>
          </a:p>
          <a:p>
            <a:pPr algn="just">
              <a:lnSpc>
                <a:spcPct val="120000"/>
              </a:lnSpc>
              <a:spcBef>
                <a:spcPts val="0"/>
              </a:spcBef>
              <a:spcAft>
                <a:spcPts val="600"/>
              </a:spcAft>
              <a:buClr>
                <a:schemeClr val="accent1"/>
              </a:buClr>
            </a:pPr>
            <a:r>
              <a:rPr lang="en-US" sz="1400" dirty="0">
                <a:latin typeface="Avenir Next LT Pro" panose="020B0504020202020204" pitchFamily="34" charset="0"/>
                <a:cs typeface="Helvetica" panose="020B0604020202020204" pitchFamily="34" charset="0"/>
              </a:rPr>
              <a:t>Increased community outreach and philanthropy, inside-out view </a:t>
            </a:r>
          </a:p>
        </p:txBody>
      </p:sp>
      <p:pic>
        <p:nvPicPr>
          <p:cNvPr id="11" name="Picture 2" descr="N:\_documents\_work\HO stuff\docs\marketing stuff\icon plans.png">
            <a:extLst>
              <a:ext uri="{FF2B5EF4-FFF2-40B4-BE49-F238E27FC236}">
                <a16:creationId xmlns:a16="http://schemas.microsoft.com/office/drawing/2014/main" id="{92A92BC9-FA24-A5B0-3EEB-2F86277CCB23}"/>
              </a:ext>
            </a:extLst>
          </p:cNvPr>
          <p:cNvPicPr>
            <a:picLocks noChangeAspect="1" noChangeArrowheads="1"/>
          </p:cNvPicPr>
          <p:nvPr/>
        </p:nvPicPr>
        <p:blipFill>
          <a:blip r:embed="rId3" cstate="print">
            <a:biLevel thresh="25000"/>
            <a:extLst>
              <a:ext uri="{BEBA8EAE-BF5A-486C-A8C5-ECC9F3942E4B}">
                <a14:imgProps xmlns:a14="http://schemas.microsoft.com/office/drawing/2010/main">
                  <a14:imgLayer r:embed="rId4">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1219078" y="1581987"/>
            <a:ext cx="531613" cy="53161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N:\_documents\_work\HO stuff\docs\marketing stuff\194045-200.png">
            <a:extLst>
              <a:ext uri="{FF2B5EF4-FFF2-40B4-BE49-F238E27FC236}">
                <a16:creationId xmlns:a16="http://schemas.microsoft.com/office/drawing/2014/main" id="{D24E6C80-9F51-FB05-12BA-D56E22388DD8}"/>
              </a:ext>
            </a:extLst>
          </p:cNvPr>
          <p:cNvPicPr>
            <a:picLocks noChangeAspect="1" noChangeArrowheads="1"/>
          </p:cNvPicPr>
          <p:nvPr/>
        </p:nvPicPr>
        <p:blipFill>
          <a:blip r:embed="rId5" cstate="screen">
            <a:extLst>
              <a:ext uri="{BEBA8EAE-BF5A-486C-A8C5-ECC9F3942E4B}">
                <a14:imgProps xmlns:a14="http://schemas.microsoft.com/office/drawing/2010/main">
                  <a14:imgLayer r:embed="rId6">
                    <a14:imgEffect>
                      <a14:brightnessContrast bright="100000" contrast="10000"/>
                    </a14:imgEffect>
                  </a14:imgLayer>
                </a14:imgProps>
              </a:ext>
              <a:ext uri="{28A0092B-C50C-407E-A947-70E740481C1C}">
                <a14:useLocalDpi xmlns:a14="http://schemas.microsoft.com/office/drawing/2010/main"/>
              </a:ext>
            </a:extLst>
          </a:blip>
          <a:srcRect/>
          <a:stretch>
            <a:fillRect/>
          </a:stretch>
        </p:blipFill>
        <p:spPr bwMode="auto">
          <a:xfrm>
            <a:off x="527801" y="3435842"/>
            <a:ext cx="365760" cy="3657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40BB80A-0421-0B29-3558-9121B337FF79}"/>
              </a:ext>
            </a:extLst>
          </p:cNvPr>
          <p:cNvSpPr txBox="1"/>
          <p:nvPr/>
        </p:nvSpPr>
        <p:spPr>
          <a:xfrm>
            <a:off x="1213270" y="-70902"/>
            <a:ext cx="5879842" cy="1200329"/>
          </a:xfrm>
          <a:prstGeom prst="rect">
            <a:avLst/>
          </a:prstGeom>
          <a:noFill/>
        </p:spPr>
        <p:txBody>
          <a:bodyPr wrap="square" rtlCol="0">
            <a:spAutoFit/>
          </a:bodyPr>
          <a:lstStyle/>
          <a:p>
            <a:pPr>
              <a:defRPr/>
            </a:pPr>
            <a:r>
              <a:rPr lang="en-US" sz="3600" b="1" dirty="0">
                <a:solidFill>
                  <a:schemeClr val="bg1"/>
                </a:solidFill>
                <a:latin typeface="Avenir Next LT Pro" panose="020B0504020202020204" pitchFamily="34" charset="0"/>
              </a:rPr>
              <a:t>Diversity, Equity, Inclusion &amp; Belonging </a:t>
            </a:r>
          </a:p>
        </p:txBody>
      </p:sp>
      <p:cxnSp>
        <p:nvCxnSpPr>
          <p:cNvPr id="26" name="Straight Connector 25">
            <a:extLst>
              <a:ext uri="{FF2B5EF4-FFF2-40B4-BE49-F238E27FC236}">
                <a16:creationId xmlns:a16="http://schemas.microsoft.com/office/drawing/2014/main" id="{AAC51E96-8FA6-8649-6CF5-CCB586D684FF}"/>
              </a:ext>
            </a:extLst>
          </p:cNvPr>
          <p:cNvCxnSpPr/>
          <p:nvPr/>
        </p:nvCxnSpPr>
        <p:spPr>
          <a:xfrm>
            <a:off x="6650054" y="183726"/>
            <a:ext cx="0" cy="64008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F083D9-32B7-B130-2879-7A48ABB6EF59}"/>
              </a:ext>
            </a:extLst>
          </p:cNvPr>
          <p:cNvSpPr txBox="1"/>
          <p:nvPr/>
        </p:nvSpPr>
        <p:spPr>
          <a:xfrm>
            <a:off x="508582" y="2215199"/>
            <a:ext cx="1952604" cy="400110"/>
          </a:xfrm>
          <a:prstGeom prst="rect">
            <a:avLst/>
          </a:prstGeom>
          <a:noFill/>
        </p:spPr>
        <p:txBody>
          <a:bodyPr wrap="square">
            <a:spAutoFit/>
          </a:bodyPr>
          <a:lstStyle/>
          <a:p>
            <a:pPr marL="0" indent="0" algn="ctr">
              <a:spcBef>
                <a:spcPts val="0"/>
              </a:spcBef>
              <a:spcAft>
                <a:spcPts val="1200"/>
              </a:spcAft>
              <a:buNone/>
            </a:pPr>
            <a:r>
              <a:rPr lang="en-US" sz="2000" b="1" dirty="0">
                <a:solidFill>
                  <a:schemeClr val="bg1"/>
                </a:solidFill>
                <a:latin typeface="Avenir Next LT Pro" panose="020B0504020202020204" pitchFamily="34" charset="0"/>
              </a:rPr>
              <a:t>Background</a:t>
            </a:r>
          </a:p>
        </p:txBody>
      </p:sp>
      <p:sp>
        <p:nvSpPr>
          <p:cNvPr id="25" name="TextBox 24">
            <a:extLst>
              <a:ext uri="{FF2B5EF4-FFF2-40B4-BE49-F238E27FC236}">
                <a16:creationId xmlns:a16="http://schemas.microsoft.com/office/drawing/2014/main" id="{54BFAFA4-DA59-9782-38F2-9B8EE16BD3A7}"/>
              </a:ext>
            </a:extLst>
          </p:cNvPr>
          <p:cNvSpPr txBox="1"/>
          <p:nvPr/>
        </p:nvSpPr>
        <p:spPr>
          <a:xfrm>
            <a:off x="1180418" y="3394794"/>
            <a:ext cx="2162175" cy="400110"/>
          </a:xfrm>
          <a:prstGeom prst="rect">
            <a:avLst/>
          </a:prstGeom>
          <a:noFill/>
        </p:spPr>
        <p:txBody>
          <a:bodyPr wrap="square">
            <a:spAutoFit/>
          </a:bodyPr>
          <a:lstStyle/>
          <a:p>
            <a:pPr marL="0" indent="0">
              <a:buNone/>
            </a:pPr>
            <a:r>
              <a:rPr lang="en-US" sz="2000" b="1" dirty="0">
                <a:solidFill>
                  <a:schemeClr val="bg1"/>
                </a:solidFill>
                <a:latin typeface="Avenir Next LT Pro" panose="020B0504020202020204" pitchFamily="34" charset="0"/>
              </a:rPr>
              <a:t>Steps Taken:</a:t>
            </a:r>
          </a:p>
        </p:txBody>
      </p:sp>
      <p:sp>
        <p:nvSpPr>
          <p:cNvPr id="27" name="Content Placeholder 2">
            <a:extLst>
              <a:ext uri="{FF2B5EF4-FFF2-40B4-BE49-F238E27FC236}">
                <a16:creationId xmlns:a16="http://schemas.microsoft.com/office/drawing/2014/main" id="{C6C283A7-230B-DDF9-7D17-572F9851B398}"/>
              </a:ext>
            </a:extLst>
          </p:cNvPr>
          <p:cNvSpPr txBox="1">
            <a:spLocks/>
          </p:cNvSpPr>
          <p:nvPr/>
        </p:nvSpPr>
        <p:spPr>
          <a:xfrm>
            <a:off x="8742293" y="3255487"/>
            <a:ext cx="4777430" cy="634166"/>
          </a:xfrm>
          <a:prstGeom prst="roundRect">
            <a:avLst>
              <a:gd name="adj" fmla="val 11421"/>
            </a:avLst>
          </a:prstGeom>
          <a:gradFill flip="none" rotWithShape="1">
            <a:gsLst>
              <a:gs pos="0">
                <a:schemeClr val="accent1">
                  <a:lumMod val="50000"/>
                </a:schemeClr>
              </a:gs>
              <a:gs pos="100000">
                <a:schemeClr val="accent5">
                  <a:lumMod val="50000"/>
                </a:schemeClr>
              </a:gs>
            </a:gsLst>
            <a:lin ang="0" scaled="1"/>
            <a:tileRect/>
          </a:gradFill>
        </p:spPr>
        <p:txBody>
          <a:bodyPr vert="horz" lIns="75438" tIns="37719" rIns="75438" bIns="37719" rtlCol="0" anchor="b">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spcAft>
                <a:spcPts val="1200"/>
              </a:spcAft>
              <a:buNone/>
            </a:pPr>
            <a:endParaRPr lang="en-US" sz="2000" b="1" dirty="0">
              <a:solidFill>
                <a:schemeClr val="bg1"/>
              </a:solidFill>
              <a:latin typeface="Avenir Next LT Pro" panose="020B0504020202020204" pitchFamily="34" charset="0"/>
            </a:endParaRPr>
          </a:p>
        </p:txBody>
      </p:sp>
      <p:grpSp>
        <p:nvGrpSpPr>
          <p:cNvPr id="28" name="Group 27">
            <a:extLst>
              <a:ext uri="{FF2B5EF4-FFF2-40B4-BE49-F238E27FC236}">
                <a16:creationId xmlns:a16="http://schemas.microsoft.com/office/drawing/2014/main" id="{8AFFF0CC-B5FD-AE4C-DDE6-5BC76201E833}"/>
              </a:ext>
            </a:extLst>
          </p:cNvPr>
          <p:cNvGrpSpPr/>
          <p:nvPr/>
        </p:nvGrpSpPr>
        <p:grpSpPr>
          <a:xfrm>
            <a:off x="8226173" y="3133166"/>
            <a:ext cx="914400" cy="914400"/>
            <a:chOff x="6015789" y="1874756"/>
            <a:chExt cx="731520" cy="731520"/>
          </a:xfrm>
        </p:grpSpPr>
        <p:sp>
          <p:nvSpPr>
            <p:cNvPr id="29" name="Oval 28">
              <a:extLst>
                <a:ext uri="{FF2B5EF4-FFF2-40B4-BE49-F238E27FC236}">
                  <a16:creationId xmlns:a16="http://schemas.microsoft.com/office/drawing/2014/main" id="{6BF3D07E-69DB-E4C3-27FE-983D340AF91E}"/>
                </a:ext>
              </a:extLst>
            </p:cNvPr>
            <p:cNvSpPr/>
            <p:nvPr/>
          </p:nvSpPr>
          <p:spPr>
            <a:xfrm>
              <a:off x="6085207" y="1948981"/>
              <a:ext cx="594360" cy="594360"/>
            </a:xfrm>
            <a:prstGeom prst="ellipse">
              <a:avLst/>
            </a:prstGeom>
            <a:gradFill>
              <a:gsLst>
                <a:gs pos="0">
                  <a:srgbClr val="3C747D"/>
                </a:gs>
                <a:gs pos="100000">
                  <a:schemeClr val="tx1"/>
                </a:gs>
              </a:gsLst>
              <a:lin ang="13500000" scaled="1"/>
            </a:gra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sp>
          <p:nvSpPr>
            <p:cNvPr id="30" name="Oval 29">
              <a:extLst>
                <a:ext uri="{FF2B5EF4-FFF2-40B4-BE49-F238E27FC236}">
                  <a16:creationId xmlns:a16="http://schemas.microsoft.com/office/drawing/2014/main" id="{A9B81711-E3D6-CE6D-9D76-3C790EBE0E5F}"/>
                </a:ext>
              </a:extLst>
            </p:cNvPr>
            <p:cNvSpPr/>
            <p:nvPr/>
          </p:nvSpPr>
          <p:spPr>
            <a:xfrm>
              <a:off x="6015789" y="1874756"/>
              <a:ext cx="731520" cy="731520"/>
            </a:xfrm>
            <a:prstGeom prst="ellipse">
              <a:avLst/>
            </a:prstGeom>
            <a:noFill/>
            <a:ln w="12700">
              <a:gradFill>
                <a:gsLst>
                  <a:gs pos="0">
                    <a:schemeClr val="bg1">
                      <a:lumMod val="50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3F3F3"/>
                </a:solidFill>
                <a:effectLst/>
                <a:uLnTx/>
                <a:uFillTx/>
                <a:ea typeface="+mn-ea"/>
                <a:cs typeface="+mn-cs"/>
              </a:endParaRPr>
            </a:p>
          </p:txBody>
        </p:sp>
      </p:grpSp>
      <p:sp>
        <p:nvSpPr>
          <p:cNvPr id="32" name="TextBox 31">
            <a:extLst>
              <a:ext uri="{FF2B5EF4-FFF2-40B4-BE49-F238E27FC236}">
                <a16:creationId xmlns:a16="http://schemas.microsoft.com/office/drawing/2014/main" id="{C2B94146-3193-224D-4DE3-A28E86AAD2D6}"/>
              </a:ext>
            </a:extLst>
          </p:cNvPr>
          <p:cNvSpPr txBox="1"/>
          <p:nvPr/>
        </p:nvSpPr>
        <p:spPr>
          <a:xfrm>
            <a:off x="9315919" y="3369394"/>
            <a:ext cx="3715683" cy="400110"/>
          </a:xfrm>
          <a:prstGeom prst="rect">
            <a:avLst/>
          </a:prstGeom>
          <a:noFill/>
        </p:spPr>
        <p:txBody>
          <a:bodyPr wrap="square">
            <a:spAutoFit/>
          </a:bodyPr>
          <a:lstStyle/>
          <a:p>
            <a:pPr marL="0" indent="0">
              <a:buNone/>
            </a:pPr>
            <a:r>
              <a:rPr lang="en-US" sz="2000" b="1" dirty="0">
                <a:solidFill>
                  <a:schemeClr val="bg1"/>
                </a:solidFill>
                <a:latin typeface="Avenir Next LT Pro" panose="020B0504020202020204" pitchFamily="34" charset="0"/>
              </a:rPr>
              <a:t>Measurements of Success</a:t>
            </a:r>
          </a:p>
        </p:txBody>
      </p:sp>
      <p:pic>
        <p:nvPicPr>
          <p:cNvPr id="4099" name="Picture 3" descr="N:\_documents\_work\HO stuff\docs\marketing stuff\trophy-png-13.png">
            <a:extLst>
              <a:ext uri="{FF2B5EF4-FFF2-40B4-BE49-F238E27FC236}">
                <a16:creationId xmlns:a16="http://schemas.microsoft.com/office/drawing/2014/main" id="{A81975D4-354A-42F2-A7DF-D0B50F97A285}"/>
              </a:ext>
            </a:extLst>
          </p:cNvPr>
          <p:cNvPicPr>
            <a:picLocks noChangeAspect="1" noChangeArrowheads="1"/>
          </p:cNvPicPr>
          <p:nvPr/>
        </p:nvPicPr>
        <p:blipFill>
          <a:blip r:embed="rId7" cstate="screen">
            <a:extLst>
              <a:ext uri="{BEBA8EAE-BF5A-486C-A8C5-ECC9F3942E4B}">
                <a14:imgProps xmlns:a14="http://schemas.microsoft.com/office/drawing/2010/main">
                  <a14:imgLayer r:embed="rId8">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8458167" y="3416812"/>
            <a:ext cx="457200" cy="457200"/>
          </a:xfrm>
          <a:prstGeom prst="rect">
            <a:avLst/>
          </a:prstGeom>
          <a:noFill/>
          <a:ln>
            <a:noFill/>
          </a:ln>
        </p:spPr>
      </p:pic>
    </p:spTree>
    <p:custDataLst>
      <p:tags r:id="rId1"/>
    </p:custDataLst>
    <p:extLst>
      <p:ext uri="{BB962C8B-B14F-4D97-AF65-F5344CB8AC3E}">
        <p14:creationId xmlns:p14="http://schemas.microsoft.com/office/powerpoint/2010/main" val="27801474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arketing Newsletter">
  <a:themeElements>
    <a:clrScheme name="Custom 45">
      <a:dk1>
        <a:srgbClr val="191919"/>
      </a:dk1>
      <a:lt1>
        <a:srgbClr val="F3F3F3"/>
      </a:lt1>
      <a:dk2>
        <a:srgbClr val="434343"/>
      </a:dk2>
      <a:lt2>
        <a:srgbClr val="F3F3F3"/>
      </a:lt2>
      <a:accent1>
        <a:srgbClr val="248E9C"/>
      </a:accent1>
      <a:accent2>
        <a:srgbClr val="191919"/>
      </a:accent2>
      <a:accent3>
        <a:srgbClr val="FFFFFF"/>
      </a:accent3>
      <a:accent4>
        <a:srgbClr val="33CCCC"/>
      </a:accent4>
      <a:accent5>
        <a:srgbClr val="0099CC"/>
      </a:accent5>
      <a:accent6>
        <a:srgbClr val="434343"/>
      </a:accent6>
      <a:hlink>
        <a:srgbClr val="029198"/>
      </a:hlink>
      <a:folHlink>
        <a:srgbClr val="0099CC"/>
      </a:folHlink>
    </a:clrScheme>
    <a:fontScheme name="Custom 9">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18026</TotalTime>
  <Words>1554</Words>
  <Application>Microsoft Office PowerPoint</Application>
  <PresentationFormat>Custom</PresentationFormat>
  <Paragraphs>185</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Avenir Next LT Pro</vt:lpstr>
      <vt:lpstr>Nunito Sans ExtraBold</vt:lpstr>
      <vt:lpstr>Nunito Sans</vt:lpstr>
      <vt:lpstr>Assistant Light</vt:lpstr>
      <vt:lpstr>Arial</vt:lpstr>
      <vt:lpstr>Aptos</vt:lpstr>
      <vt:lpstr>Pontano Sans</vt:lpstr>
      <vt:lpstr>Marketing Newsletter</vt:lpstr>
      <vt:lpstr>PowerPoint Presentation</vt:lpstr>
      <vt:lpstr>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CUSTOMERS</vt:lpstr>
      <vt:lpstr>PowerPoint Presentation</vt:lpstr>
      <vt:lpstr>Example Case Study </vt:lpstr>
      <vt:lpstr>Example Case Study </vt:lpstr>
      <vt:lpstr>Example Case Study </vt:lpstr>
      <vt:lpstr>Example Case Study </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Christine</dc:creator>
  <cp:lastModifiedBy>Kathryn Matz</cp:lastModifiedBy>
  <cp:revision>274</cp:revision>
  <cp:lastPrinted>2020-02-07T18:45:31Z</cp:lastPrinted>
  <dcterms:created xsi:type="dcterms:W3CDTF">2018-02-15T18:30:24Z</dcterms:created>
  <dcterms:modified xsi:type="dcterms:W3CDTF">2026-01-13T12:52:07Z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5D5D8130-87AB-409D-82C4-52AFBCC2DFA5</vt:lpwstr>
  </property>
  <property fmtid="{D5CDD505-2E9C-101B-9397-08002B2CF9AE}" pid="3" name="ArticulatePath">
    <vt:lpwstr>2020_HandsOn_Overview</vt:lpwstr>
  </property>
</Properties>
</file>